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8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9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0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1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2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13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14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15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16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notesSlides/notesSlide17.xml" ContentType="application/vnd.openxmlformats-officedocument.presentationml.notesSlide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notesSlides/notesSlide18.xml" ContentType="application/vnd.openxmlformats-officedocument.presentationml.notesSlide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notesSlides/notesSlide19.xml" ContentType="application/vnd.openxmlformats-officedocument.presentationml.notesSlide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notesSlides/notesSlide20.xml" ContentType="application/vnd.openxmlformats-officedocument.presentationml.notesSlide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notesSlides/notesSlide21.xml" ContentType="application/vnd.openxmlformats-officedocument.presentationml.notesSlide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notesSlides/notesSlide22.xml" ContentType="application/vnd.openxmlformats-officedocument.presentationml.notesSlide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notesSlides/notesSlide23.xml" ContentType="application/vnd.openxmlformats-officedocument.presentationml.notesSlide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notesSlides/notesSlide24.xml" ContentType="application/vnd.openxmlformats-officedocument.presentationml.notesSlide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notesSlides/notesSlide25.xml" ContentType="application/vnd.openxmlformats-officedocument.presentationml.notesSlide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277" r:id="rId3"/>
    <p:sldId id="288" r:id="rId4"/>
    <p:sldId id="289" r:id="rId5"/>
    <p:sldId id="290" r:id="rId6"/>
    <p:sldId id="291" r:id="rId7"/>
    <p:sldId id="293" r:id="rId8"/>
    <p:sldId id="308" r:id="rId9"/>
    <p:sldId id="292" r:id="rId10"/>
    <p:sldId id="294" r:id="rId11"/>
    <p:sldId id="307" r:id="rId12"/>
    <p:sldId id="298" r:id="rId13"/>
    <p:sldId id="299" r:id="rId14"/>
    <p:sldId id="300" r:id="rId15"/>
    <p:sldId id="301" r:id="rId16"/>
    <p:sldId id="295" r:id="rId17"/>
    <p:sldId id="309" r:id="rId18"/>
    <p:sldId id="297" r:id="rId19"/>
    <p:sldId id="276" r:id="rId20"/>
    <p:sldId id="302" r:id="rId21"/>
    <p:sldId id="304" r:id="rId22"/>
    <p:sldId id="278" r:id="rId23"/>
    <p:sldId id="279" r:id="rId24"/>
    <p:sldId id="280" r:id="rId25"/>
    <p:sldId id="281" r:id="rId26"/>
    <p:sldId id="285" r:id="rId27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pos="7512" userDrawn="1">
          <p15:clr>
            <a:srgbClr val="A4A3A4"/>
          </p15:clr>
        </p15:guide>
        <p15:guide id="4" pos="144" userDrawn="1">
          <p15:clr>
            <a:srgbClr val="A4A3A4"/>
          </p15:clr>
        </p15:guide>
        <p15:guide id="5" orient="horz" pos="624" userDrawn="1">
          <p15:clr>
            <a:srgbClr val="A4A3A4"/>
          </p15:clr>
        </p15:guide>
        <p15:guide id="6" orient="horz" pos="40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Style léger 2 - Accentuation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37CE84F3-28C3-443E-9E96-99CF82512B78}" styleName="Style foncé 1 - Accentuation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23" autoAdjust="0"/>
    <p:restoredTop sz="94652" autoAdjust="0"/>
  </p:normalViewPr>
  <p:slideViewPr>
    <p:cSldViewPr snapToGrid="0" showGuides="1">
      <p:cViewPr varScale="1">
        <p:scale>
          <a:sx n="68" d="100"/>
          <a:sy n="68" d="100"/>
        </p:scale>
        <p:origin x="456" y="68"/>
      </p:cViewPr>
      <p:guideLst>
        <p:guide orient="horz" pos="2328"/>
        <p:guide pos="3864"/>
        <p:guide pos="7512"/>
        <p:guide pos="144"/>
        <p:guide orient="horz" pos="624"/>
        <p:guide orient="horz" pos="40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357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_rels/data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Relationship Id="rId4" Type="http://schemas.openxmlformats.org/officeDocument/2006/relationships/image" Target="../media/image26.png"/></Relationships>
</file>

<file path=ppt/diagrams/_rels/drawing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Relationship Id="rId4" Type="http://schemas.openxmlformats.org/officeDocument/2006/relationships/image" Target="../media/image2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2299E80-0C65-41F4-B097-D76C6C031C3E}" type="doc">
      <dgm:prSet loTypeId="urn:microsoft.com/office/officeart/2009/layout/CircleArrow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fr-FR"/>
        </a:p>
      </dgm:t>
    </dgm:pt>
    <dgm:pt modelId="{8CA6BD14-B953-4133-8551-A1CC68E85F95}">
      <dgm:prSet phldrT="[Texte]"/>
      <dgm:spPr/>
      <dgm:t>
        <a:bodyPr/>
        <a:lstStyle/>
        <a:p>
          <a:r>
            <a:rPr lang="fr-FR" dirty="0" smtClean="0"/>
            <a:t>Analyse</a:t>
          </a:r>
          <a:endParaRPr lang="fr-FR" dirty="0"/>
        </a:p>
      </dgm:t>
    </dgm:pt>
    <dgm:pt modelId="{3225753F-A16E-45B1-B7D4-E60E7A2630CD}" type="parTrans" cxnId="{3F9D2911-6FF8-466B-80EA-210C09CDFE73}">
      <dgm:prSet/>
      <dgm:spPr/>
      <dgm:t>
        <a:bodyPr/>
        <a:lstStyle/>
        <a:p>
          <a:endParaRPr lang="fr-FR"/>
        </a:p>
      </dgm:t>
    </dgm:pt>
    <dgm:pt modelId="{AB15A477-09A5-4063-834F-90F09D5C08B5}" type="sibTrans" cxnId="{3F9D2911-6FF8-466B-80EA-210C09CDFE73}">
      <dgm:prSet/>
      <dgm:spPr/>
      <dgm:t>
        <a:bodyPr/>
        <a:lstStyle/>
        <a:p>
          <a:endParaRPr lang="fr-FR"/>
        </a:p>
      </dgm:t>
    </dgm:pt>
    <dgm:pt modelId="{C5B5739E-EF8B-4C74-96F3-46E1027A9E40}">
      <dgm:prSet phldrT="[Texte]"/>
      <dgm:spPr/>
      <dgm:t>
        <a:bodyPr/>
        <a:lstStyle/>
        <a:p>
          <a:r>
            <a:rPr lang="fr-FR" dirty="0" smtClean="0"/>
            <a:t>Conception</a:t>
          </a:r>
          <a:endParaRPr lang="fr-FR" dirty="0"/>
        </a:p>
      </dgm:t>
    </dgm:pt>
    <dgm:pt modelId="{0BE7C64D-C78E-4759-889E-82CBF3212A19}" type="parTrans" cxnId="{2E3ED8A1-51CB-443B-9D90-F17ED1F21251}">
      <dgm:prSet/>
      <dgm:spPr/>
      <dgm:t>
        <a:bodyPr/>
        <a:lstStyle/>
        <a:p>
          <a:endParaRPr lang="fr-FR"/>
        </a:p>
      </dgm:t>
    </dgm:pt>
    <dgm:pt modelId="{C371FEB1-D723-40B9-BB17-BA016E1D171E}" type="sibTrans" cxnId="{2E3ED8A1-51CB-443B-9D90-F17ED1F21251}">
      <dgm:prSet/>
      <dgm:spPr/>
      <dgm:t>
        <a:bodyPr/>
        <a:lstStyle/>
        <a:p>
          <a:endParaRPr lang="fr-FR"/>
        </a:p>
      </dgm:t>
    </dgm:pt>
    <dgm:pt modelId="{68BD5D22-E3E8-4C3D-88CA-EE4EAC649905}">
      <dgm:prSet phldrT="[Texte]"/>
      <dgm:spPr/>
      <dgm:t>
        <a:bodyPr/>
        <a:lstStyle/>
        <a:p>
          <a:r>
            <a:rPr lang="fr-FR" dirty="0" smtClean="0"/>
            <a:t>Evaluation</a:t>
          </a:r>
          <a:endParaRPr lang="fr-FR" dirty="0"/>
        </a:p>
      </dgm:t>
    </dgm:pt>
    <dgm:pt modelId="{83A43A1D-09D5-418D-B012-4087D5F7AABC}" type="parTrans" cxnId="{D2672802-0546-4626-A720-81D5F283E63C}">
      <dgm:prSet/>
      <dgm:spPr/>
      <dgm:t>
        <a:bodyPr/>
        <a:lstStyle/>
        <a:p>
          <a:endParaRPr lang="fr-FR"/>
        </a:p>
      </dgm:t>
    </dgm:pt>
    <dgm:pt modelId="{F0F9FAA5-B09A-42B4-A36A-6DA34FBF0CE5}" type="sibTrans" cxnId="{D2672802-0546-4626-A720-81D5F283E63C}">
      <dgm:prSet/>
      <dgm:spPr/>
      <dgm:t>
        <a:bodyPr/>
        <a:lstStyle/>
        <a:p>
          <a:endParaRPr lang="fr-FR"/>
        </a:p>
      </dgm:t>
    </dgm:pt>
    <dgm:pt modelId="{D9A61D0C-12CD-4BFB-827D-5FF5FE1D6C3C}" type="pres">
      <dgm:prSet presAssocID="{C2299E80-0C65-41F4-B097-D76C6C031C3E}" presName="Name0" presStyleCnt="0">
        <dgm:presLayoutVars>
          <dgm:chMax val="7"/>
          <dgm:chPref val="7"/>
          <dgm:dir/>
          <dgm:animLvl val="lvl"/>
        </dgm:presLayoutVars>
      </dgm:prSet>
      <dgm:spPr/>
      <dgm:t>
        <a:bodyPr/>
        <a:lstStyle/>
        <a:p>
          <a:endParaRPr lang="fr-FR"/>
        </a:p>
      </dgm:t>
    </dgm:pt>
    <dgm:pt modelId="{2FD77A48-FA06-43B2-BBEC-10B0982F8B4F}" type="pres">
      <dgm:prSet presAssocID="{8CA6BD14-B953-4133-8551-A1CC68E85F95}" presName="Accent1" presStyleCnt="0"/>
      <dgm:spPr/>
    </dgm:pt>
    <dgm:pt modelId="{B490FBFD-B2C2-4BEA-AB88-13032146D328}" type="pres">
      <dgm:prSet presAssocID="{8CA6BD14-B953-4133-8551-A1CC68E85F95}" presName="Accent" presStyleLbl="node1" presStyleIdx="0" presStyleCnt="3" custAng="20559380" custLinFactNeighborX="-1835" custLinFactNeighborY="-2856"/>
      <dgm:spPr/>
    </dgm:pt>
    <dgm:pt modelId="{3A037930-FD6D-4518-B1B4-A2E291D045F7}" type="pres">
      <dgm:prSet presAssocID="{8CA6BD14-B953-4133-8551-A1CC68E85F95}" presName="Parent1" presStyleLbl="revTx" presStyleIdx="0" presStyleCnt="3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866FB25-EBB7-4490-9476-7E484EAF2875}" type="pres">
      <dgm:prSet presAssocID="{C5B5739E-EF8B-4C74-96F3-46E1027A9E40}" presName="Accent2" presStyleCnt="0"/>
      <dgm:spPr/>
    </dgm:pt>
    <dgm:pt modelId="{E7FF54F9-4018-4777-A2E3-4BF68926CE86}" type="pres">
      <dgm:prSet presAssocID="{C5B5739E-EF8B-4C74-96F3-46E1027A9E40}" presName="Accent" presStyleLbl="node1" presStyleIdx="1" presStyleCnt="3" custAng="898800" custLinFactNeighborX="-4575" custLinFactNeighborY="2918"/>
      <dgm:spPr/>
    </dgm:pt>
    <dgm:pt modelId="{A56264A8-89D0-47FC-A73A-FE71C5BB41DE}" type="pres">
      <dgm:prSet presAssocID="{C5B5739E-EF8B-4C74-96F3-46E1027A9E40}" presName="Parent2" presStyleLbl="revTx" presStyleIdx="1" presStyleCnt="3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2DF3A4B-FB1C-4C6D-9AA0-C40ACC079DAC}" type="pres">
      <dgm:prSet presAssocID="{68BD5D22-E3E8-4C3D-88CA-EE4EAC649905}" presName="Accent3" presStyleCnt="0"/>
      <dgm:spPr/>
    </dgm:pt>
    <dgm:pt modelId="{D532FDB4-77DD-428E-BC98-BA5D435B9DC4}" type="pres">
      <dgm:prSet presAssocID="{68BD5D22-E3E8-4C3D-88CA-EE4EAC649905}" presName="Accent" presStyleLbl="node1" presStyleIdx="2" presStyleCnt="3" custAng="19555975"/>
      <dgm:spPr/>
    </dgm:pt>
    <dgm:pt modelId="{B5BAD39A-F5F5-400F-A727-F474EEED4754}" type="pres">
      <dgm:prSet presAssocID="{68BD5D22-E3E8-4C3D-88CA-EE4EAC649905}" presName="Parent3" presStyleLbl="revTx" presStyleIdx="2" presStyleCnt="3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3F9D2911-6FF8-466B-80EA-210C09CDFE73}" srcId="{C2299E80-0C65-41F4-B097-D76C6C031C3E}" destId="{8CA6BD14-B953-4133-8551-A1CC68E85F95}" srcOrd="0" destOrd="0" parTransId="{3225753F-A16E-45B1-B7D4-E60E7A2630CD}" sibTransId="{AB15A477-09A5-4063-834F-90F09D5C08B5}"/>
    <dgm:cxn modelId="{2E3ED8A1-51CB-443B-9D90-F17ED1F21251}" srcId="{C2299E80-0C65-41F4-B097-D76C6C031C3E}" destId="{C5B5739E-EF8B-4C74-96F3-46E1027A9E40}" srcOrd="1" destOrd="0" parTransId="{0BE7C64D-C78E-4759-889E-82CBF3212A19}" sibTransId="{C371FEB1-D723-40B9-BB17-BA016E1D171E}"/>
    <dgm:cxn modelId="{79A61CC7-77BC-4E3E-B2C3-C6C431356553}" type="presOf" srcId="{C5B5739E-EF8B-4C74-96F3-46E1027A9E40}" destId="{A56264A8-89D0-47FC-A73A-FE71C5BB41DE}" srcOrd="0" destOrd="0" presId="urn:microsoft.com/office/officeart/2009/layout/CircleArrowProcess"/>
    <dgm:cxn modelId="{72A07D14-C824-4112-B3FE-C6C010500835}" type="presOf" srcId="{8CA6BD14-B953-4133-8551-A1CC68E85F95}" destId="{3A037930-FD6D-4518-B1B4-A2E291D045F7}" srcOrd="0" destOrd="0" presId="urn:microsoft.com/office/officeart/2009/layout/CircleArrowProcess"/>
    <dgm:cxn modelId="{D2672802-0546-4626-A720-81D5F283E63C}" srcId="{C2299E80-0C65-41F4-B097-D76C6C031C3E}" destId="{68BD5D22-E3E8-4C3D-88CA-EE4EAC649905}" srcOrd="2" destOrd="0" parTransId="{83A43A1D-09D5-418D-B012-4087D5F7AABC}" sibTransId="{F0F9FAA5-B09A-42B4-A36A-6DA34FBF0CE5}"/>
    <dgm:cxn modelId="{9FD8F900-2436-49DD-A7FC-1FF42306E7D6}" type="presOf" srcId="{C2299E80-0C65-41F4-B097-D76C6C031C3E}" destId="{D9A61D0C-12CD-4BFB-827D-5FF5FE1D6C3C}" srcOrd="0" destOrd="0" presId="urn:microsoft.com/office/officeart/2009/layout/CircleArrowProcess"/>
    <dgm:cxn modelId="{F368AEFD-ADAC-407E-A1BB-8F2D9475570A}" type="presOf" srcId="{68BD5D22-E3E8-4C3D-88CA-EE4EAC649905}" destId="{B5BAD39A-F5F5-400F-A727-F474EEED4754}" srcOrd="0" destOrd="0" presId="urn:microsoft.com/office/officeart/2009/layout/CircleArrowProcess"/>
    <dgm:cxn modelId="{DF63131E-C7B7-4680-8EEF-3D9BD7A891F7}" type="presParOf" srcId="{D9A61D0C-12CD-4BFB-827D-5FF5FE1D6C3C}" destId="{2FD77A48-FA06-43B2-BBEC-10B0982F8B4F}" srcOrd="0" destOrd="0" presId="urn:microsoft.com/office/officeart/2009/layout/CircleArrowProcess"/>
    <dgm:cxn modelId="{8C4959C5-D592-4480-A721-62E1037D455D}" type="presParOf" srcId="{2FD77A48-FA06-43B2-BBEC-10B0982F8B4F}" destId="{B490FBFD-B2C2-4BEA-AB88-13032146D328}" srcOrd="0" destOrd="0" presId="urn:microsoft.com/office/officeart/2009/layout/CircleArrowProcess"/>
    <dgm:cxn modelId="{B481A2F5-4CFB-409F-949B-C94688E008E6}" type="presParOf" srcId="{D9A61D0C-12CD-4BFB-827D-5FF5FE1D6C3C}" destId="{3A037930-FD6D-4518-B1B4-A2E291D045F7}" srcOrd="1" destOrd="0" presId="urn:microsoft.com/office/officeart/2009/layout/CircleArrowProcess"/>
    <dgm:cxn modelId="{BDAE2780-E186-41A3-890F-8D850A4A4DF6}" type="presParOf" srcId="{D9A61D0C-12CD-4BFB-827D-5FF5FE1D6C3C}" destId="{8866FB25-EBB7-4490-9476-7E484EAF2875}" srcOrd="2" destOrd="0" presId="urn:microsoft.com/office/officeart/2009/layout/CircleArrowProcess"/>
    <dgm:cxn modelId="{200FE78C-496B-469A-AD27-9D638C6D6AB7}" type="presParOf" srcId="{8866FB25-EBB7-4490-9476-7E484EAF2875}" destId="{E7FF54F9-4018-4777-A2E3-4BF68926CE86}" srcOrd="0" destOrd="0" presId="urn:microsoft.com/office/officeart/2009/layout/CircleArrowProcess"/>
    <dgm:cxn modelId="{3A24F475-8F73-401D-A292-6EBBD8827BA6}" type="presParOf" srcId="{D9A61D0C-12CD-4BFB-827D-5FF5FE1D6C3C}" destId="{A56264A8-89D0-47FC-A73A-FE71C5BB41DE}" srcOrd="3" destOrd="0" presId="urn:microsoft.com/office/officeart/2009/layout/CircleArrowProcess"/>
    <dgm:cxn modelId="{B483DBC4-3DF2-47A5-AD35-A478326C0CE5}" type="presParOf" srcId="{D9A61D0C-12CD-4BFB-827D-5FF5FE1D6C3C}" destId="{32DF3A4B-FB1C-4C6D-9AA0-C40ACC079DAC}" srcOrd="4" destOrd="0" presId="urn:microsoft.com/office/officeart/2009/layout/CircleArrowProcess"/>
    <dgm:cxn modelId="{740128F8-A3D7-4389-A7D7-02B70256B478}" type="presParOf" srcId="{32DF3A4B-FB1C-4C6D-9AA0-C40ACC079DAC}" destId="{D532FDB4-77DD-428E-BC98-BA5D435B9DC4}" srcOrd="0" destOrd="0" presId="urn:microsoft.com/office/officeart/2009/layout/CircleArrowProcess"/>
    <dgm:cxn modelId="{236618B3-2FBC-45C2-AF67-85C7146C33DF}" type="presParOf" srcId="{D9A61D0C-12CD-4BFB-827D-5FF5FE1D6C3C}" destId="{B5BAD39A-F5F5-400F-A727-F474EEED4754}" srcOrd="5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D0D27DB-17C8-4933-B440-269A0A6B046B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C44E4557-4B8D-4B7D-B11E-573E83C92551}">
      <dgm:prSet phldrT="[Texte]"/>
      <dgm:spPr>
        <a:solidFill>
          <a:schemeClr val="accent2"/>
        </a:solidFill>
      </dgm:spPr>
      <dgm:t>
        <a:bodyPr/>
        <a:lstStyle/>
        <a:p>
          <a:r>
            <a:rPr lang="fr-FR" dirty="0" smtClean="0"/>
            <a:t>Introduction</a:t>
          </a:r>
          <a:endParaRPr lang="fr-FR" dirty="0"/>
        </a:p>
      </dgm:t>
    </dgm:pt>
    <dgm:pt modelId="{6B38CB67-CA6D-40EF-8104-352248E147DF}" type="parTrans" cxnId="{45954E23-9572-426C-A821-AB956A93E307}">
      <dgm:prSet/>
      <dgm:spPr/>
      <dgm:t>
        <a:bodyPr/>
        <a:lstStyle/>
        <a:p>
          <a:endParaRPr lang="fr-FR"/>
        </a:p>
      </dgm:t>
    </dgm:pt>
    <dgm:pt modelId="{CF5C36AD-D3D4-4D00-9528-447D5CAD980D}" type="sibTrans" cxnId="{45954E23-9572-426C-A821-AB956A93E307}">
      <dgm:prSet/>
      <dgm:spPr/>
      <dgm:t>
        <a:bodyPr/>
        <a:lstStyle/>
        <a:p>
          <a:endParaRPr lang="fr-FR"/>
        </a:p>
      </dgm:t>
    </dgm:pt>
    <dgm:pt modelId="{4AFFD6A4-9242-4842-B48B-70AF50DF3D5E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Analyse de la situation</a:t>
          </a:r>
          <a:endParaRPr lang="fr-FR" dirty="0"/>
        </a:p>
      </dgm:t>
    </dgm:pt>
    <dgm:pt modelId="{D4F4099E-087F-41F3-ACC1-96E26ECF460E}" type="parTrans" cxnId="{952ECF7A-7E74-44DD-B42D-1F656DD0A9EE}">
      <dgm:prSet/>
      <dgm:spPr/>
      <dgm:t>
        <a:bodyPr/>
        <a:lstStyle/>
        <a:p>
          <a:endParaRPr lang="fr-FR"/>
        </a:p>
      </dgm:t>
    </dgm:pt>
    <dgm:pt modelId="{0402D23D-4116-4D81-8B6A-CAF0F3A8331B}" type="sibTrans" cxnId="{952ECF7A-7E74-44DD-B42D-1F656DD0A9EE}">
      <dgm:prSet/>
      <dgm:spPr/>
      <dgm:t>
        <a:bodyPr/>
        <a:lstStyle/>
        <a:p>
          <a:endParaRPr lang="fr-FR"/>
        </a:p>
      </dgm:t>
    </dgm:pt>
    <dgm:pt modelId="{A358BBB2-B0D8-410C-97E4-9F87503E986D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Tests utilisateurs</a:t>
          </a:r>
          <a:endParaRPr lang="fr-FR" dirty="0"/>
        </a:p>
      </dgm:t>
    </dgm:pt>
    <dgm:pt modelId="{38624BCE-AC19-4242-9589-59FF9826AA78}" type="parTrans" cxnId="{D87B92F2-4B78-4C72-A7B6-1B85AE931590}">
      <dgm:prSet/>
      <dgm:spPr/>
      <dgm:t>
        <a:bodyPr/>
        <a:lstStyle/>
        <a:p>
          <a:endParaRPr lang="fr-FR"/>
        </a:p>
      </dgm:t>
    </dgm:pt>
    <dgm:pt modelId="{3BB3B16D-0AFE-4FB4-AFC0-A41F5AB0CDCD}" type="sibTrans" cxnId="{D87B92F2-4B78-4C72-A7B6-1B85AE931590}">
      <dgm:prSet/>
      <dgm:spPr/>
      <dgm:t>
        <a:bodyPr/>
        <a:lstStyle/>
        <a:p>
          <a:endParaRPr lang="fr-FR"/>
        </a:p>
      </dgm:t>
    </dgm:pt>
    <dgm:pt modelId="{0294B60E-6ED8-4B51-A839-8C985CE64225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Conclusion et recommandations</a:t>
          </a:r>
          <a:endParaRPr lang="fr-FR" dirty="0"/>
        </a:p>
      </dgm:t>
    </dgm:pt>
    <dgm:pt modelId="{49E2DC80-BF73-4428-A00F-5F39EF0F8C57}" type="parTrans" cxnId="{32C5F88A-8BB4-4ADB-BD09-606FF7990B32}">
      <dgm:prSet/>
      <dgm:spPr/>
      <dgm:t>
        <a:bodyPr/>
        <a:lstStyle/>
        <a:p>
          <a:endParaRPr lang="fr-FR"/>
        </a:p>
      </dgm:t>
    </dgm:pt>
    <dgm:pt modelId="{F4D63BCA-27EC-45C9-A9DC-0558FADBD1F4}" type="sibTrans" cxnId="{32C5F88A-8BB4-4ADB-BD09-606FF7990B32}">
      <dgm:prSet/>
      <dgm:spPr/>
      <dgm:t>
        <a:bodyPr/>
        <a:lstStyle/>
        <a:p>
          <a:endParaRPr lang="fr-FR"/>
        </a:p>
      </dgm:t>
    </dgm:pt>
    <dgm:pt modelId="{86190804-C798-4D74-A945-00E0F0061E7D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Analyse cognitive</a:t>
          </a:r>
          <a:endParaRPr lang="fr-FR" dirty="0"/>
        </a:p>
      </dgm:t>
    </dgm:pt>
    <dgm:pt modelId="{18821DA0-02D9-4170-B348-3BF55452CD19}" type="parTrans" cxnId="{FE2B2C2E-A154-4463-B651-3E771E3C0FB6}">
      <dgm:prSet/>
      <dgm:spPr/>
      <dgm:t>
        <a:bodyPr/>
        <a:lstStyle/>
        <a:p>
          <a:endParaRPr lang="fr-FR"/>
        </a:p>
      </dgm:t>
    </dgm:pt>
    <dgm:pt modelId="{048298C8-2684-4A3A-B11A-40C38FC7AC10}" type="sibTrans" cxnId="{FE2B2C2E-A154-4463-B651-3E771E3C0FB6}">
      <dgm:prSet/>
      <dgm:spPr/>
      <dgm:t>
        <a:bodyPr/>
        <a:lstStyle/>
        <a:p>
          <a:endParaRPr lang="fr-FR"/>
        </a:p>
      </dgm:t>
    </dgm:pt>
    <dgm:pt modelId="{12D0A71A-8EA5-4CDF-ACBC-93827ABA764B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Prototype et amélioration</a:t>
          </a:r>
          <a:endParaRPr lang="fr-FR" dirty="0"/>
        </a:p>
      </dgm:t>
    </dgm:pt>
    <dgm:pt modelId="{31A2D8B2-8372-4186-9C71-B8A2684F12FA}" type="parTrans" cxnId="{C34CEB52-51C2-413A-BE07-4B373D5322EF}">
      <dgm:prSet/>
      <dgm:spPr/>
      <dgm:t>
        <a:bodyPr/>
        <a:lstStyle/>
        <a:p>
          <a:endParaRPr lang="fr-FR"/>
        </a:p>
      </dgm:t>
    </dgm:pt>
    <dgm:pt modelId="{1CF8D868-512D-4195-B252-FAB9CFC1F069}" type="sibTrans" cxnId="{C34CEB52-51C2-413A-BE07-4B373D5322EF}">
      <dgm:prSet/>
      <dgm:spPr/>
      <dgm:t>
        <a:bodyPr/>
        <a:lstStyle/>
        <a:p>
          <a:endParaRPr lang="fr-FR"/>
        </a:p>
      </dgm:t>
    </dgm:pt>
    <dgm:pt modelId="{89326826-250E-4422-BEE1-17FE83042396}" type="pres">
      <dgm:prSet presAssocID="{8D0D27DB-17C8-4933-B440-269A0A6B046B}" presName="Name0" presStyleCnt="0">
        <dgm:presLayoutVars>
          <dgm:dir/>
          <dgm:animLvl val="lvl"/>
          <dgm:resizeHandles val="exact"/>
        </dgm:presLayoutVars>
      </dgm:prSet>
      <dgm:spPr/>
    </dgm:pt>
    <dgm:pt modelId="{467ED3BA-AFFE-4B93-8B3E-C0A0089E1B2A}" type="pres">
      <dgm:prSet presAssocID="{C44E4557-4B8D-4B7D-B11E-573E83C92551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B6CCD52-631D-40EC-A29D-EF905DCD2980}" type="pres">
      <dgm:prSet presAssocID="{CF5C36AD-D3D4-4D00-9528-447D5CAD980D}" presName="parTxOnlySpace" presStyleCnt="0"/>
      <dgm:spPr/>
    </dgm:pt>
    <dgm:pt modelId="{008ACFDA-1B9C-48A0-B214-E31E872FC6D0}" type="pres">
      <dgm:prSet presAssocID="{4AFFD6A4-9242-4842-B48B-70AF50DF3D5E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7AAFF36-03C1-424D-BB2C-AF4DA7052CA5}" type="pres">
      <dgm:prSet presAssocID="{0402D23D-4116-4D81-8B6A-CAF0F3A8331B}" presName="parTxOnlySpace" presStyleCnt="0"/>
      <dgm:spPr/>
    </dgm:pt>
    <dgm:pt modelId="{B181F8EE-A344-42D4-85F0-379A6F9A3E09}" type="pres">
      <dgm:prSet presAssocID="{A358BBB2-B0D8-410C-97E4-9F87503E986D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8A8CDF3-4952-46F7-97C7-87B88213ADAD}" type="pres">
      <dgm:prSet presAssocID="{3BB3B16D-0AFE-4FB4-AFC0-A41F5AB0CDCD}" presName="parTxOnlySpace" presStyleCnt="0"/>
      <dgm:spPr/>
    </dgm:pt>
    <dgm:pt modelId="{EDDECF90-8BB3-4DA1-8C8C-78182594AEC0}" type="pres">
      <dgm:prSet presAssocID="{86190804-C798-4D74-A945-00E0F0061E7D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89026C8-5A6F-4443-941E-58AB4AD879FA}" type="pres">
      <dgm:prSet presAssocID="{048298C8-2684-4A3A-B11A-40C38FC7AC10}" presName="parTxOnlySpace" presStyleCnt="0"/>
      <dgm:spPr/>
    </dgm:pt>
    <dgm:pt modelId="{82CE2AD6-5168-45A8-91B7-2F6D8199806B}" type="pres">
      <dgm:prSet presAssocID="{12D0A71A-8EA5-4CDF-ACBC-93827ABA764B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57CF87D-BEF3-4AC1-AD2C-ECA6FA53FC82}" type="pres">
      <dgm:prSet presAssocID="{1CF8D868-512D-4195-B252-FAB9CFC1F069}" presName="parTxOnlySpace" presStyleCnt="0"/>
      <dgm:spPr/>
    </dgm:pt>
    <dgm:pt modelId="{5EB3262C-3F8F-4B2C-BED6-9F445658E96D}" type="pres">
      <dgm:prSet presAssocID="{0294B60E-6ED8-4B51-A839-8C985CE64225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D87B92F2-4B78-4C72-A7B6-1B85AE931590}" srcId="{8D0D27DB-17C8-4933-B440-269A0A6B046B}" destId="{A358BBB2-B0D8-410C-97E4-9F87503E986D}" srcOrd="2" destOrd="0" parTransId="{38624BCE-AC19-4242-9589-59FF9826AA78}" sibTransId="{3BB3B16D-0AFE-4FB4-AFC0-A41F5AB0CDCD}"/>
    <dgm:cxn modelId="{92CCB197-4F18-4BB0-9E33-A8CB7EB3255C}" type="presOf" srcId="{8D0D27DB-17C8-4933-B440-269A0A6B046B}" destId="{89326826-250E-4422-BEE1-17FE83042396}" srcOrd="0" destOrd="0" presId="urn:microsoft.com/office/officeart/2005/8/layout/chevron1"/>
    <dgm:cxn modelId="{45954E23-9572-426C-A821-AB956A93E307}" srcId="{8D0D27DB-17C8-4933-B440-269A0A6B046B}" destId="{C44E4557-4B8D-4B7D-B11E-573E83C92551}" srcOrd="0" destOrd="0" parTransId="{6B38CB67-CA6D-40EF-8104-352248E147DF}" sibTransId="{CF5C36AD-D3D4-4D00-9528-447D5CAD980D}"/>
    <dgm:cxn modelId="{7F488E24-6087-4594-8CB1-195C45FE11C3}" type="presOf" srcId="{12D0A71A-8EA5-4CDF-ACBC-93827ABA764B}" destId="{82CE2AD6-5168-45A8-91B7-2F6D8199806B}" srcOrd="0" destOrd="0" presId="urn:microsoft.com/office/officeart/2005/8/layout/chevron1"/>
    <dgm:cxn modelId="{49B1589C-8E16-41B7-8DE7-6696D5B0E97C}" type="presOf" srcId="{0294B60E-6ED8-4B51-A839-8C985CE64225}" destId="{5EB3262C-3F8F-4B2C-BED6-9F445658E96D}" srcOrd="0" destOrd="0" presId="urn:microsoft.com/office/officeart/2005/8/layout/chevron1"/>
    <dgm:cxn modelId="{9FB473CA-736F-4F5D-9BB5-32C4D4B5C227}" type="presOf" srcId="{A358BBB2-B0D8-410C-97E4-9F87503E986D}" destId="{B181F8EE-A344-42D4-85F0-379A6F9A3E09}" srcOrd="0" destOrd="0" presId="urn:microsoft.com/office/officeart/2005/8/layout/chevron1"/>
    <dgm:cxn modelId="{6C37FFBE-F027-4198-A92D-9A2A6AC7935F}" type="presOf" srcId="{4AFFD6A4-9242-4842-B48B-70AF50DF3D5E}" destId="{008ACFDA-1B9C-48A0-B214-E31E872FC6D0}" srcOrd="0" destOrd="0" presId="urn:microsoft.com/office/officeart/2005/8/layout/chevron1"/>
    <dgm:cxn modelId="{11B42A54-FDD3-4D92-8839-13671E137B87}" type="presOf" srcId="{C44E4557-4B8D-4B7D-B11E-573E83C92551}" destId="{467ED3BA-AFFE-4B93-8B3E-C0A0089E1B2A}" srcOrd="0" destOrd="0" presId="urn:microsoft.com/office/officeart/2005/8/layout/chevron1"/>
    <dgm:cxn modelId="{32C5F88A-8BB4-4ADB-BD09-606FF7990B32}" srcId="{8D0D27DB-17C8-4933-B440-269A0A6B046B}" destId="{0294B60E-6ED8-4B51-A839-8C985CE64225}" srcOrd="5" destOrd="0" parTransId="{49E2DC80-BF73-4428-A00F-5F39EF0F8C57}" sibTransId="{F4D63BCA-27EC-45C9-A9DC-0558FADBD1F4}"/>
    <dgm:cxn modelId="{FE2B2C2E-A154-4463-B651-3E771E3C0FB6}" srcId="{8D0D27DB-17C8-4933-B440-269A0A6B046B}" destId="{86190804-C798-4D74-A945-00E0F0061E7D}" srcOrd="3" destOrd="0" parTransId="{18821DA0-02D9-4170-B348-3BF55452CD19}" sibTransId="{048298C8-2684-4A3A-B11A-40C38FC7AC10}"/>
    <dgm:cxn modelId="{952ECF7A-7E74-44DD-B42D-1F656DD0A9EE}" srcId="{8D0D27DB-17C8-4933-B440-269A0A6B046B}" destId="{4AFFD6A4-9242-4842-B48B-70AF50DF3D5E}" srcOrd="1" destOrd="0" parTransId="{D4F4099E-087F-41F3-ACC1-96E26ECF460E}" sibTransId="{0402D23D-4116-4D81-8B6A-CAF0F3A8331B}"/>
    <dgm:cxn modelId="{C34CEB52-51C2-413A-BE07-4B373D5322EF}" srcId="{8D0D27DB-17C8-4933-B440-269A0A6B046B}" destId="{12D0A71A-8EA5-4CDF-ACBC-93827ABA764B}" srcOrd="4" destOrd="0" parTransId="{31A2D8B2-8372-4186-9C71-B8A2684F12FA}" sibTransId="{1CF8D868-512D-4195-B252-FAB9CFC1F069}"/>
    <dgm:cxn modelId="{8D03432B-5A58-426B-A2D1-2D835DD86035}" type="presOf" srcId="{86190804-C798-4D74-A945-00E0F0061E7D}" destId="{EDDECF90-8BB3-4DA1-8C8C-78182594AEC0}" srcOrd="0" destOrd="0" presId="urn:microsoft.com/office/officeart/2005/8/layout/chevron1"/>
    <dgm:cxn modelId="{91551F63-5C16-41E6-9B5A-9F1B571A6E26}" type="presParOf" srcId="{89326826-250E-4422-BEE1-17FE83042396}" destId="{467ED3BA-AFFE-4B93-8B3E-C0A0089E1B2A}" srcOrd="0" destOrd="0" presId="urn:microsoft.com/office/officeart/2005/8/layout/chevron1"/>
    <dgm:cxn modelId="{CD83B3EB-2A99-4EF4-A9BD-B660756C5913}" type="presParOf" srcId="{89326826-250E-4422-BEE1-17FE83042396}" destId="{2B6CCD52-631D-40EC-A29D-EF905DCD2980}" srcOrd="1" destOrd="0" presId="urn:microsoft.com/office/officeart/2005/8/layout/chevron1"/>
    <dgm:cxn modelId="{D2BCE809-0B11-46E4-8A25-E73437F5B1E6}" type="presParOf" srcId="{89326826-250E-4422-BEE1-17FE83042396}" destId="{008ACFDA-1B9C-48A0-B214-E31E872FC6D0}" srcOrd="2" destOrd="0" presId="urn:microsoft.com/office/officeart/2005/8/layout/chevron1"/>
    <dgm:cxn modelId="{B671F9C2-A6C6-4ECE-82D0-A448AC40AA41}" type="presParOf" srcId="{89326826-250E-4422-BEE1-17FE83042396}" destId="{B7AAFF36-03C1-424D-BB2C-AF4DA7052CA5}" srcOrd="3" destOrd="0" presId="urn:microsoft.com/office/officeart/2005/8/layout/chevron1"/>
    <dgm:cxn modelId="{F2EB445B-65CD-4B52-B78F-11BDB2CE384F}" type="presParOf" srcId="{89326826-250E-4422-BEE1-17FE83042396}" destId="{B181F8EE-A344-42D4-85F0-379A6F9A3E09}" srcOrd="4" destOrd="0" presId="urn:microsoft.com/office/officeart/2005/8/layout/chevron1"/>
    <dgm:cxn modelId="{955CF82E-78B0-4BE2-855E-8DE29F09E60A}" type="presParOf" srcId="{89326826-250E-4422-BEE1-17FE83042396}" destId="{D8A8CDF3-4952-46F7-97C7-87B88213ADAD}" srcOrd="5" destOrd="0" presId="urn:microsoft.com/office/officeart/2005/8/layout/chevron1"/>
    <dgm:cxn modelId="{7116F1B0-DC64-4DD8-BD41-11F69265F6F8}" type="presParOf" srcId="{89326826-250E-4422-BEE1-17FE83042396}" destId="{EDDECF90-8BB3-4DA1-8C8C-78182594AEC0}" srcOrd="6" destOrd="0" presId="urn:microsoft.com/office/officeart/2005/8/layout/chevron1"/>
    <dgm:cxn modelId="{8EB9B383-1C48-47D4-855E-F9DCB38269F1}" type="presParOf" srcId="{89326826-250E-4422-BEE1-17FE83042396}" destId="{889026C8-5A6F-4443-941E-58AB4AD879FA}" srcOrd="7" destOrd="0" presId="urn:microsoft.com/office/officeart/2005/8/layout/chevron1"/>
    <dgm:cxn modelId="{DD3585D2-A7DD-4F2E-973D-1D2BC75E5EB4}" type="presParOf" srcId="{89326826-250E-4422-BEE1-17FE83042396}" destId="{82CE2AD6-5168-45A8-91B7-2F6D8199806B}" srcOrd="8" destOrd="0" presId="urn:microsoft.com/office/officeart/2005/8/layout/chevron1"/>
    <dgm:cxn modelId="{7275306F-60B7-48F3-A4AE-C3D49F904754}" type="presParOf" srcId="{89326826-250E-4422-BEE1-17FE83042396}" destId="{857CF87D-BEF3-4AC1-AD2C-ECA6FA53FC82}" srcOrd="9" destOrd="0" presId="urn:microsoft.com/office/officeart/2005/8/layout/chevron1"/>
    <dgm:cxn modelId="{C7CDD2E2-D75B-4194-B7DE-9D8B532F92E1}" type="presParOf" srcId="{89326826-250E-4422-BEE1-17FE83042396}" destId="{5EB3262C-3F8F-4B2C-BED6-9F445658E96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D0D27DB-17C8-4933-B440-269A0A6B046B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C44E4557-4B8D-4B7D-B11E-573E83C92551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Introduction</a:t>
          </a:r>
          <a:endParaRPr lang="fr-FR" dirty="0"/>
        </a:p>
      </dgm:t>
    </dgm:pt>
    <dgm:pt modelId="{6B38CB67-CA6D-40EF-8104-352248E147DF}" type="parTrans" cxnId="{45954E23-9572-426C-A821-AB956A93E307}">
      <dgm:prSet/>
      <dgm:spPr/>
      <dgm:t>
        <a:bodyPr/>
        <a:lstStyle/>
        <a:p>
          <a:endParaRPr lang="fr-FR"/>
        </a:p>
      </dgm:t>
    </dgm:pt>
    <dgm:pt modelId="{CF5C36AD-D3D4-4D00-9528-447D5CAD980D}" type="sibTrans" cxnId="{45954E23-9572-426C-A821-AB956A93E307}">
      <dgm:prSet/>
      <dgm:spPr/>
      <dgm:t>
        <a:bodyPr/>
        <a:lstStyle/>
        <a:p>
          <a:endParaRPr lang="fr-FR"/>
        </a:p>
      </dgm:t>
    </dgm:pt>
    <dgm:pt modelId="{4AFFD6A4-9242-4842-B48B-70AF50DF3D5E}">
      <dgm:prSet phldrT="[Texte]"/>
      <dgm:spPr>
        <a:solidFill>
          <a:schemeClr val="accent2"/>
        </a:solidFill>
        <a:ln>
          <a:solidFill>
            <a:schemeClr val="accent2"/>
          </a:solidFill>
        </a:ln>
      </dgm:spPr>
      <dgm:t>
        <a:bodyPr/>
        <a:lstStyle/>
        <a:p>
          <a:r>
            <a:rPr lang="fr-FR" dirty="0" smtClean="0"/>
            <a:t>Analyse de la situation</a:t>
          </a:r>
          <a:endParaRPr lang="fr-FR" dirty="0"/>
        </a:p>
      </dgm:t>
    </dgm:pt>
    <dgm:pt modelId="{D4F4099E-087F-41F3-ACC1-96E26ECF460E}" type="parTrans" cxnId="{952ECF7A-7E74-44DD-B42D-1F656DD0A9EE}">
      <dgm:prSet/>
      <dgm:spPr/>
      <dgm:t>
        <a:bodyPr/>
        <a:lstStyle/>
        <a:p>
          <a:endParaRPr lang="fr-FR"/>
        </a:p>
      </dgm:t>
    </dgm:pt>
    <dgm:pt modelId="{0402D23D-4116-4D81-8B6A-CAF0F3A8331B}" type="sibTrans" cxnId="{952ECF7A-7E74-44DD-B42D-1F656DD0A9EE}">
      <dgm:prSet/>
      <dgm:spPr/>
      <dgm:t>
        <a:bodyPr/>
        <a:lstStyle/>
        <a:p>
          <a:endParaRPr lang="fr-FR"/>
        </a:p>
      </dgm:t>
    </dgm:pt>
    <dgm:pt modelId="{A358BBB2-B0D8-410C-97E4-9F87503E986D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Tests utilisateurs</a:t>
          </a:r>
          <a:endParaRPr lang="fr-FR" dirty="0"/>
        </a:p>
      </dgm:t>
    </dgm:pt>
    <dgm:pt modelId="{38624BCE-AC19-4242-9589-59FF9826AA78}" type="parTrans" cxnId="{D87B92F2-4B78-4C72-A7B6-1B85AE931590}">
      <dgm:prSet/>
      <dgm:spPr/>
      <dgm:t>
        <a:bodyPr/>
        <a:lstStyle/>
        <a:p>
          <a:endParaRPr lang="fr-FR"/>
        </a:p>
      </dgm:t>
    </dgm:pt>
    <dgm:pt modelId="{3BB3B16D-0AFE-4FB4-AFC0-A41F5AB0CDCD}" type="sibTrans" cxnId="{D87B92F2-4B78-4C72-A7B6-1B85AE931590}">
      <dgm:prSet/>
      <dgm:spPr/>
      <dgm:t>
        <a:bodyPr/>
        <a:lstStyle/>
        <a:p>
          <a:endParaRPr lang="fr-FR"/>
        </a:p>
      </dgm:t>
    </dgm:pt>
    <dgm:pt modelId="{0294B60E-6ED8-4B51-A839-8C985CE64225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Conclusion et recommandations</a:t>
          </a:r>
          <a:endParaRPr lang="fr-FR" dirty="0"/>
        </a:p>
      </dgm:t>
    </dgm:pt>
    <dgm:pt modelId="{49E2DC80-BF73-4428-A00F-5F39EF0F8C57}" type="parTrans" cxnId="{32C5F88A-8BB4-4ADB-BD09-606FF7990B32}">
      <dgm:prSet/>
      <dgm:spPr/>
      <dgm:t>
        <a:bodyPr/>
        <a:lstStyle/>
        <a:p>
          <a:endParaRPr lang="fr-FR"/>
        </a:p>
      </dgm:t>
    </dgm:pt>
    <dgm:pt modelId="{F4D63BCA-27EC-45C9-A9DC-0558FADBD1F4}" type="sibTrans" cxnId="{32C5F88A-8BB4-4ADB-BD09-606FF7990B32}">
      <dgm:prSet/>
      <dgm:spPr/>
      <dgm:t>
        <a:bodyPr/>
        <a:lstStyle/>
        <a:p>
          <a:endParaRPr lang="fr-FR"/>
        </a:p>
      </dgm:t>
    </dgm:pt>
    <dgm:pt modelId="{86190804-C798-4D74-A945-00E0F0061E7D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Analyse cognitive</a:t>
          </a:r>
          <a:endParaRPr lang="fr-FR" dirty="0"/>
        </a:p>
      </dgm:t>
    </dgm:pt>
    <dgm:pt modelId="{18821DA0-02D9-4170-B348-3BF55452CD19}" type="parTrans" cxnId="{FE2B2C2E-A154-4463-B651-3E771E3C0FB6}">
      <dgm:prSet/>
      <dgm:spPr/>
      <dgm:t>
        <a:bodyPr/>
        <a:lstStyle/>
        <a:p>
          <a:endParaRPr lang="fr-FR"/>
        </a:p>
      </dgm:t>
    </dgm:pt>
    <dgm:pt modelId="{048298C8-2684-4A3A-B11A-40C38FC7AC10}" type="sibTrans" cxnId="{FE2B2C2E-A154-4463-B651-3E771E3C0FB6}">
      <dgm:prSet/>
      <dgm:spPr/>
      <dgm:t>
        <a:bodyPr/>
        <a:lstStyle/>
        <a:p>
          <a:endParaRPr lang="fr-FR"/>
        </a:p>
      </dgm:t>
    </dgm:pt>
    <dgm:pt modelId="{12D0A71A-8EA5-4CDF-ACBC-93827ABA764B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Prototype et amélioration</a:t>
          </a:r>
          <a:endParaRPr lang="fr-FR" dirty="0"/>
        </a:p>
      </dgm:t>
    </dgm:pt>
    <dgm:pt modelId="{31A2D8B2-8372-4186-9C71-B8A2684F12FA}" type="parTrans" cxnId="{C34CEB52-51C2-413A-BE07-4B373D5322EF}">
      <dgm:prSet/>
      <dgm:spPr/>
      <dgm:t>
        <a:bodyPr/>
        <a:lstStyle/>
        <a:p>
          <a:endParaRPr lang="fr-FR"/>
        </a:p>
      </dgm:t>
    </dgm:pt>
    <dgm:pt modelId="{1CF8D868-512D-4195-B252-FAB9CFC1F069}" type="sibTrans" cxnId="{C34CEB52-51C2-413A-BE07-4B373D5322EF}">
      <dgm:prSet/>
      <dgm:spPr/>
      <dgm:t>
        <a:bodyPr/>
        <a:lstStyle/>
        <a:p>
          <a:endParaRPr lang="fr-FR"/>
        </a:p>
      </dgm:t>
    </dgm:pt>
    <dgm:pt modelId="{89326826-250E-4422-BEE1-17FE83042396}" type="pres">
      <dgm:prSet presAssocID="{8D0D27DB-17C8-4933-B440-269A0A6B046B}" presName="Name0" presStyleCnt="0">
        <dgm:presLayoutVars>
          <dgm:dir/>
          <dgm:animLvl val="lvl"/>
          <dgm:resizeHandles val="exact"/>
        </dgm:presLayoutVars>
      </dgm:prSet>
      <dgm:spPr/>
    </dgm:pt>
    <dgm:pt modelId="{467ED3BA-AFFE-4B93-8B3E-C0A0089E1B2A}" type="pres">
      <dgm:prSet presAssocID="{C44E4557-4B8D-4B7D-B11E-573E83C92551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B6CCD52-631D-40EC-A29D-EF905DCD2980}" type="pres">
      <dgm:prSet presAssocID="{CF5C36AD-D3D4-4D00-9528-447D5CAD980D}" presName="parTxOnlySpace" presStyleCnt="0"/>
      <dgm:spPr/>
    </dgm:pt>
    <dgm:pt modelId="{008ACFDA-1B9C-48A0-B214-E31E872FC6D0}" type="pres">
      <dgm:prSet presAssocID="{4AFFD6A4-9242-4842-B48B-70AF50DF3D5E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7AAFF36-03C1-424D-BB2C-AF4DA7052CA5}" type="pres">
      <dgm:prSet presAssocID="{0402D23D-4116-4D81-8B6A-CAF0F3A8331B}" presName="parTxOnlySpace" presStyleCnt="0"/>
      <dgm:spPr/>
    </dgm:pt>
    <dgm:pt modelId="{B181F8EE-A344-42D4-85F0-379A6F9A3E09}" type="pres">
      <dgm:prSet presAssocID="{A358BBB2-B0D8-410C-97E4-9F87503E986D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8A8CDF3-4952-46F7-97C7-87B88213ADAD}" type="pres">
      <dgm:prSet presAssocID="{3BB3B16D-0AFE-4FB4-AFC0-A41F5AB0CDCD}" presName="parTxOnlySpace" presStyleCnt="0"/>
      <dgm:spPr/>
    </dgm:pt>
    <dgm:pt modelId="{EDDECF90-8BB3-4DA1-8C8C-78182594AEC0}" type="pres">
      <dgm:prSet presAssocID="{86190804-C798-4D74-A945-00E0F0061E7D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89026C8-5A6F-4443-941E-58AB4AD879FA}" type="pres">
      <dgm:prSet presAssocID="{048298C8-2684-4A3A-B11A-40C38FC7AC10}" presName="parTxOnlySpace" presStyleCnt="0"/>
      <dgm:spPr/>
    </dgm:pt>
    <dgm:pt modelId="{82CE2AD6-5168-45A8-91B7-2F6D8199806B}" type="pres">
      <dgm:prSet presAssocID="{12D0A71A-8EA5-4CDF-ACBC-93827ABA764B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57CF87D-BEF3-4AC1-AD2C-ECA6FA53FC82}" type="pres">
      <dgm:prSet presAssocID="{1CF8D868-512D-4195-B252-FAB9CFC1F069}" presName="parTxOnlySpace" presStyleCnt="0"/>
      <dgm:spPr/>
    </dgm:pt>
    <dgm:pt modelId="{5EB3262C-3F8F-4B2C-BED6-9F445658E96D}" type="pres">
      <dgm:prSet presAssocID="{0294B60E-6ED8-4B51-A839-8C985CE64225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D87B92F2-4B78-4C72-A7B6-1B85AE931590}" srcId="{8D0D27DB-17C8-4933-B440-269A0A6B046B}" destId="{A358BBB2-B0D8-410C-97E4-9F87503E986D}" srcOrd="2" destOrd="0" parTransId="{38624BCE-AC19-4242-9589-59FF9826AA78}" sibTransId="{3BB3B16D-0AFE-4FB4-AFC0-A41F5AB0CDCD}"/>
    <dgm:cxn modelId="{92CCB197-4F18-4BB0-9E33-A8CB7EB3255C}" type="presOf" srcId="{8D0D27DB-17C8-4933-B440-269A0A6B046B}" destId="{89326826-250E-4422-BEE1-17FE83042396}" srcOrd="0" destOrd="0" presId="urn:microsoft.com/office/officeart/2005/8/layout/chevron1"/>
    <dgm:cxn modelId="{45954E23-9572-426C-A821-AB956A93E307}" srcId="{8D0D27DB-17C8-4933-B440-269A0A6B046B}" destId="{C44E4557-4B8D-4B7D-B11E-573E83C92551}" srcOrd="0" destOrd="0" parTransId="{6B38CB67-CA6D-40EF-8104-352248E147DF}" sibTransId="{CF5C36AD-D3D4-4D00-9528-447D5CAD980D}"/>
    <dgm:cxn modelId="{7F488E24-6087-4594-8CB1-195C45FE11C3}" type="presOf" srcId="{12D0A71A-8EA5-4CDF-ACBC-93827ABA764B}" destId="{82CE2AD6-5168-45A8-91B7-2F6D8199806B}" srcOrd="0" destOrd="0" presId="urn:microsoft.com/office/officeart/2005/8/layout/chevron1"/>
    <dgm:cxn modelId="{49B1589C-8E16-41B7-8DE7-6696D5B0E97C}" type="presOf" srcId="{0294B60E-6ED8-4B51-A839-8C985CE64225}" destId="{5EB3262C-3F8F-4B2C-BED6-9F445658E96D}" srcOrd="0" destOrd="0" presId="urn:microsoft.com/office/officeart/2005/8/layout/chevron1"/>
    <dgm:cxn modelId="{9FB473CA-736F-4F5D-9BB5-32C4D4B5C227}" type="presOf" srcId="{A358BBB2-B0D8-410C-97E4-9F87503E986D}" destId="{B181F8EE-A344-42D4-85F0-379A6F9A3E09}" srcOrd="0" destOrd="0" presId="urn:microsoft.com/office/officeart/2005/8/layout/chevron1"/>
    <dgm:cxn modelId="{6C37FFBE-F027-4198-A92D-9A2A6AC7935F}" type="presOf" srcId="{4AFFD6A4-9242-4842-B48B-70AF50DF3D5E}" destId="{008ACFDA-1B9C-48A0-B214-E31E872FC6D0}" srcOrd="0" destOrd="0" presId="urn:microsoft.com/office/officeart/2005/8/layout/chevron1"/>
    <dgm:cxn modelId="{11B42A54-FDD3-4D92-8839-13671E137B87}" type="presOf" srcId="{C44E4557-4B8D-4B7D-B11E-573E83C92551}" destId="{467ED3BA-AFFE-4B93-8B3E-C0A0089E1B2A}" srcOrd="0" destOrd="0" presId="urn:microsoft.com/office/officeart/2005/8/layout/chevron1"/>
    <dgm:cxn modelId="{32C5F88A-8BB4-4ADB-BD09-606FF7990B32}" srcId="{8D0D27DB-17C8-4933-B440-269A0A6B046B}" destId="{0294B60E-6ED8-4B51-A839-8C985CE64225}" srcOrd="5" destOrd="0" parTransId="{49E2DC80-BF73-4428-A00F-5F39EF0F8C57}" sibTransId="{F4D63BCA-27EC-45C9-A9DC-0558FADBD1F4}"/>
    <dgm:cxn modelId="{FE2B2C2E-A154-4463-B651-3E771E3C0FB6}" srcId="{8D0D27DB-17C8-4933-B440-269A0A6B046B}" destId="{86190804-C798-4D74-A945-00E0F0061E7D}" srcOrd="3" destOrd="0" parTransId="{18821DA0-02D9-4170-B348-3BF55452CD19}" sibTransId="{048298C8-2684-4A3A-B11A-40C38FC7AC10}"/>
    <dgm:cxn modelId="{952ECF7A-7E74-44DD-B42D-1F656DD0A9EE}" srcId="{8D0D27DB-17C8-4933-B440-269A0A6B046B}" destId="{4AFFD6A4-9242-4842-B48B-70AF50DF3D5E}" srcOrd="1" destOrd="0" parTransId="{D4F4099E-087F-41F3-ACC1-96E26ECF460E}" sibTransId="{0402D23D-4116-4D81-8B6A-CAF0F3A8331B}"/>
    <dgm:cxn modelId="{C34CEB52-51C2-413A-BE07-4B373D5322EF}" srcId="{8D0D27DB-17C8-4933-B440-269A0A6B046B}" destId="{12D0A71A-8EA5-4CDF-ACBC-93827ABA764B}" srcOrd="4" destOrd="0" parTransId="{31A2D8B2-8372-4186-9C71-B8A2684F12FA}" sibTransId="{1CF8D868-512D-4195-B252-FAB9CFC1F069}"/>
    <dgm:cxn modelId="{8D03432B-5A58-426B-A2D1-2D835DD86035}" type="presOf" srcId="{86190804-C798-4D74-A945-00E0F0061E7D}" destId="{EDDECF90-8BB3-4DA1-8C8C-78182594AEC0}" srcOrd="0" destOrd="0" presId="urn:microsoft.com/office/officeart/2005/8/layout/chevron1"/>
    <dgm:cxn modelId="{91551F63-5C16-41E6-9B5A-9F1B571A6E26}" type="presParOf" srcId="{89326826-250E-4422-BEE1-17FE83042396}" destId="{467ED3BA-AFFE-4B93-8B3E-C0A0089E1B2A}" srcOrd="0" destOrd="0" presId="urn:microsoft.com/office/officeart/2005/8/layout/chevron1"/>
    <dgm:cxn modelId="{CD83B3EB-2A99-4EF4-A9BD-B660756C5913}" type="presParOf" srcId="{89326826-250E-4422-BEE1-17FE83042396}" destId="{2B6CCD52-631D-40EC-A29D-EF905DCD2980}" srcOrd="1" destOrd="0" presId="urn:microsoft.com/office/officeart/2005/8/layout/chevron1"/>
    <dgm:cxn modelId="{D2BCE809-0B11-46E4-8A25-E73437F5B1E6}" type="presParOf" srcId="{89326826-250E-4422-BEE1-17FE83042396}" destId="{008ACFDA-1B9C-48A0-B214-E31E872FC6D0}" srcOrd="2" destOrd="0" presId="urn:microsoft.com/office/officeart/2005/8/layout/chevron1"/>
    <dgm:cxn modelId="{B671F9C2-A6C6-4ECE-82D0-A448AC40AA41}" type="presParOf" srcId="{89326826-250E-4422-BEE1-17FE83042396}" destId="{B7AAFF36-03C1-424D-BB2C-AF4DA7052CA5}" srcOrd="3" destOrd="0" presId="urn:microsoft.com/office/officeart/2005/8/layout/chevron1"/>
    <dgm:cxn modelId="{F2EB445B-65CD-4B52-B78F-11BDB2CE384F}" type="presParOf" srcId="{89326826-250E-4422-BEE1-17FE83042396}" destId="{B181F8EE-A344-42D4-85F0-379A6F9A3E09}" srcOrd="4" destOrd="0" presId="urn:microsoft.com/office/officeart/2005/8/layout/chevron1"/>
    <dgm:cxn modelId="{955CF82E-78B0-4BE2-855E-8DE29F09E60A}" type="presParOf" srcId="{89326826-250E-4422-BEE1-17FE83042396}" destId="{D8A8CDF3-4952-46F7-97C7-87B88213ADAD}" srcOrd="5" destOrd="0" presId="urn:microsoft.com/office/officeart/2005/8/layout/chevron1"/>
    <dgm:cxn modelId="{7116F1B0-DC64-4DD8-BD41-11F69265F6F8}" type="presParOf" srcId="{89326826-250E-4422-BEE1-17FE83042396}" destId="{EDDECF90-8BB3-4DA1-8C8C-78182594AEC0}" srcOrd="6" destOrd="0" presId="urn:microsoft.com/office/officeart/2005/8/layout/chevron1"/>
    <dgm:cxn modelId="{8EB9B383-1C48-47D4-855E-F9DCB38269F1}" type="presParOf" srcId="{89326826-250E-4422-BEE1-17FE83042396}" destId="{889026C8-5A6F-4443-941E-58AB4AD879FA}" srcOrd="7" destOrd="0" presId="urn:microsoft.com/office/officeart/2005/8/layout/chevron1"/>
    <dgm:cxn modelId="{DD3585D2-A7DD-4F2E-973D-1D2BC75E5EB4}" type="presParOf" srcId="{89326826-250E-4422-BEE1-17FE83042396}" destId="{82CE2AD6-5168-45A8-91B7-2F6D8199806B}" srcOrd="8" destOrd="0" presId="urn:microsoft.com/office/officeart/2005/8/layout/chevron1"/>
    <dgm:cxn modelId="{7275306F-60B7-48F3-A4AE-C3D49F904754}" type="presParOf" srcId="{89326826-250E-4422-BEE1-17FE83042396}" destId="{857CF87D-BEF3-4AC1-AD2C-ECA6FA53FC82}" srcOrd="9" destOrd="0" presId="urn:microsoft.com/office/officeart/2005/8/layout/chevron1"/>
    <dgm:cxn modelId="{C7CDD2E2-D75B-4194-B7DE-9D8B532F92E1}" type="presParOf" srcId="{89326826-250E-4422-BEE1-17FE83042396}" destId="{5EB3262C-3F8F-4B2C-BED6-9F445658E96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D0D27DB-17C8-4933-B440-269A0A6B046B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C44E4557-4B8D-4B7D-B11E-573E83C92551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Introduction</a:t>
          </a:r>
          <a:endParaRPr lang="fr-FR" dirty="0"/>
        </a:p>
      </dgm:t>
    </dgm:pt>
    <dgm:pt modelId="{6B38CB67-CA6D-40EF-8104-352248E147DF}" type="parTrans" cxnId="{45954E23-9572-426C-A821-AB956A93E307}">
      <dgm:prSet/>
      <dgm:spPr/>
      <dgm:t>
        <a:bodyPr/>
        <a:lstStyle/>
        <a:p>
          <a:endParaRPr lang="fr-FR"/>
        </a:p>
      </dgm:t>
    </dgm:pt>
    <dgm:pt modelId="{CF5C36AD-D3D4-4D00-9528-447D5CAD980D}" type="sibTrans" cxnId="{45954E23-9572-426C-A821-AB956A93E307}">
      <dgm:prSet/>
      <dgm:spPr/>
      <dgm:t>
        <a:bodyPr/>
        <a:lstStyle/>
        <a:p>
          <a:endParaRPr lang="fr-FR"/>
        </a:p>
      </dgm:t>
    </dgm:pt>
    <dgm:pt modelId="{4AFFD6A4-9242-4842-B48B-70AF50DF3D5E}">
      <dgm:prSet phldrT="[Texte]"/>
      <dgm:spPr>
        <a:solidFill>
          <a:schemeClr val="accent2"/>
        </a:solidFill>
        <a:ln>
          <a:solidFill>
            <a:schemeClr val="accent2"/>
          </a:solidFill>
        </a:ln>
      </dgm:spPr>
      <dgm:t>
        <a:bodyPr/>
        <a:lstStyle/>
        <a:p>
          <a:r>
            <a:rPr lang="fr-FR" dirty="0" smtClean="0"/>
            <a:t>Analyse de la situation</a:t>
          </a:r>
          <a:endParaRPr lang="fr-FR" dirty="0"/>
        </a:p>
      </dgm:t>
    </dgm:pt>
    <dgm:pt modelId="{D4F4099E-087F-41F3-ACC1-96E26ECF460E}" type="parTrans" cxnId="{952ECF7A-7E74-44DD-B42D-1F656DD0A9EE}">
      <dgm:prSet/>
      <dgm:spPr/>
      <dgm:t>
        <a:bodyPr/>
        <a:lstStyle/>
        <a:p>
          <a:endParaRPr lang="fr-FR"/>
        </a:p>
      </dgm:t>
    </dgm:pt>
    <dgm:pt modelId="{0402D23D-4116-4D81-8B6A-CAF0F3A8331B}" type="sibTrans" cxnId="{952ECF7A-7E74-44DD-B42D-1F656DD0A9EE}">
      <dgm:prSet/>
      <dgm:spPr/>
      <dgm:t>
        <a:bodyPr/>
        <a:lstStyle/>
        <a:p>
          <a:endParaRPr lang="fr-FR"/>
        </a:p>
      </dgm:t>
    </dgm:pt>
    <dgm:pt modelId="{A358BBB2-B0D8-410C-97E4-9F87503E986D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Tests utilisateurs</a:t>
          </a:r>
          <a:endParaRPr lang="fr-FR" dirty="0"/>
        </a:p>
      </dgm:t>
    </dgm:pt>
    <dgm:pt modelId="{38624BCE-AC19-4242-9589-59FF9826AA78}" type="parTrans" cxnId="{D87B92F2-4B78-4C72-A7B6-1B85AE931590}">
      <dgm:prSet/>
      <dgm:spPr/>
      <dgm:t>
        <a:bodyPr/>
        <a:lstStyle/>
        <a:p>
          <a:endParaRPr lang="fr-FR"/>
        </a:p>
      </dgm:t>
    </dgm:pt>
    <dgm:pt modelId="{3BB3B16D-0AFE-4FB4-AFC0-A41F5AB0CDCD}" type="sibTrans" cxnId="{D87B92F2-4B78-4C72-A7B6-1B85AE931590}">
      <dgm:prSet/>
      <dgm:spPr/>
      <dgm:t>
        <a:bodyPr/>
        <a:lstStyle/>
        <a:p>
          <a:endParaRPr lang="fr-FR"/>
        </a:p>
      </dgm:t>
    </dgm:pt>
    <dgm:pt modelId="{0294B60E-6ED8-4B51-A839-8C985CE64225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Conclusion et recommandations</a:t>
          </a:r>
          <a:endParaRPr lang="fr-FR" dirty="0"/>
        </a:p>
      </dgm:t>
    </dgm:pt>
    <dgm:pt modelId="{49E2DC80-BF73-4428-A00F-5F39EF0F8C57}" type="parTrans" cxnId="{32C5F88A-8BB4-4ADB-BD09-606FF7990B32}">
      <dgm:prSet/>
      <dgm:spPr/>
      <dgm:t>
        <a:bodyPr/>
        <a:lstStyle/>
        <a:p>
          <a:endParaRPr lang="fr-FR"/>
        </a:p>
      </dgm:t>
    </dgm:pt>
    <dgm:pt modelId="{F4D63BCA-27EC-45C9-A9DC-0558FADBD1F4}" type="sibTrans" cxnId="{32C5F88A-8BB4-4ADB-BD09-606FF7990B32}">
      <dgm:prSet/>
      <dgm:spPr/>
      <dgm:t>
        <a:bodyPr/>
        <a:lstStyle/>
        <a:p>
          <a:endParaRPr lang="fr-FR"/>
        </a:p>
      </dgm:t>
    </dgm:pt>
    <dgm:pt modelId="{86190804-C798-4D74-A945-00E0F0061E7D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Analyse cognitive</a:t>
          </a:r>
          <a:endParaRPr lang="fr-FR" dirty="0"/>
        </a:p>
      </dgm:t>
    </dgm:pt>
    <dgm:pt modelId="{18821DA0-02D9-4170-B348-3BF55452CD19}" type="parTrans" cxnId="{FE2B2C2E-A154-4463-B651-3E771E3C0FB6}">
      <dgm:prSet/>
      <dgm:spPr/>
      <dgm:t>
        <a:bodyPr/>
        <a:lstStyle/>
        <a:p>
          <a:endParaRPr lang="fr-FR"/>
        </a:p>
      </dgm:t>
    </dgm:pt>
    <dgm:pt modelId="{048298C8-2684-4A3A-B11A-40C38FC7AC10}" type="sibTrans" cxnId="{FE2B2C2E-A154-4463-B651-3E771E3C0FB6}">
      <dgm:prSet/>
      <dgm:spPr/>
      <dgm:t>
        <a:bodyPr/>
        <a:lstStyle/>
        <a:p>
          <a:endParaRPr lang="fr-FR"/>
        </a:p>
      </dgm:t>
    </dgm:pt>
    <dgm:pt modelId="{12D0A71A-8EA5-4CDF-ACBC-93827ABA764B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Prototype et amélioration</a:t>
          </a:r>
          <a:endParaRPr lang="fr-FR" dirty="0"/>
        </a:p>
      </dgm:t>
    </dgm:pt>
    <dgm:pt modelId="{31A2D8B2-8372-4186-9C71-B8A2684F12FA}" type="parTrans" cxnId="{C34CEB52-51C2-413A-BE07-4B373D5322EF}">
      <dgm:prSet/>
      <dgm:spPr/>
      <dgm:t>
        <a:bodyPr/>
        <a:lstStyle/>
        <a:p>
          <a:endParaRPr lang="fr-FR"/>
        </a:p>
      </dgm:t>
    </dgm:pt>
    <dgm:pt modelId="{1CF8D868-512D-4195-B252-FAB9CFC1F069}" type="sibTrans" cxnId="{C34CEB52-51C2-413A-BE07-4B373D5322EF}">
      <dgm:prSet/>
      <dgm:spPr/>
      <dgm:t>
        <a:bodyPr/>
        <a:lstStyle/>
        <a:p>
          <a:endParaRPr lang="fr-FR"/>
        </a:p>
      </dgm:t>
    </dgm:pt>
    <dgm:pt modelId="{89326826-250E-4422-BEE1-17FE83042396}" type="pres">
      <dgm:prSet presAssocID="{8D0D27DB-17C8-4933-B440-269A0A6B046B}" presName="Name0" presStyleCnt="0">
        <dgm:presLayoutVars>
          <dgm:dir/>
          <dgm:animLvl val="lvl"/>
          <dgm:resizeHandles val="exact"/>
        </dgm:presLayoutVars>
      </dgm:prSet>
      <dgm:spPr/>
    </dgm:pt>
    <dgm:pt modelId="{467ED3BA-AFFE-4B93-8B3E-C0A0089E1B2A}" type="pres">
      <dgm:prSet presAssocID="{C44E4557-4B8D-4B7D-B11E-573E83C92551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B6CCD52-631D-40EC-A29D-EF905DCD2980}" type="pres">
      <dgm:prSet presAssocID="{CF5C36AD-D3D4-4D00-9528-447D5CAD980D}" presName="parTxOnlySpace" presStyleCnt="0"/>
      <dgm:spPr/>
    </dgm:pt>
    <dgm:pt modelId="{008ACFDA-1B9C-48A0-B214-E31E872FC6D0}" type="pres">
      <dgm:prSet presAssocID="{4AFFD6A4-9242-4842-B48B-70AF50DF3D5E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7AAFF36-03C1-424D-BB2C-AF4DA7052CA5}" type="pres">
      <dgm:prSet presAssocID="{0402D23D-4116-4D81-8B6A-CAF0F3A8331B}" presName="parTxOnlySpace" presStyleCnt="0"/>
      <dgm:spPr/>
    </dgm:pt>
    <dgm:pt modelId="{B181F8EE-A344-42D4-85F0-379A6F9A3E09}" type="pres">
      <dgm:prSet presAssocID="{A358BBB2-B0D8-410C-97E4-9F87503E986D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8A8CDF3-4952-46F7-97C7-87B88213ADAD}" type="pres">
      <dgm:prSet presAssocID="{3BB3B16D-0AFE-4FB4-AFC0-A41F5AB0CDCD}" presName="parTxOnlySpace" presStyleCnt="0"/>
      <dgm:spPr/>
    </dgm:pt>
    <dgm:pt modelId="{EDDECF90-8BB3-4DA1-8C8C-78182594AEC0}" type="pres">
      <dgm:prSet presAssocID="{86190804-C798-4D74-A945-00E0F0061E7D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89026C8-5A6F-4443-941E-58AB4AD879FA}" type="pres">
      <dgm:prSet presAssocID="{048298C8-2684-4A3A-B11A-40C38FC7AC10}" presName="parTxOnlySpace" presStyleCnt="0"/>
      <dgm:spPr/>
    </dgm:pt>
    <dgm:pt modelId="{82CE2AD6-5168-45A8-91B7-2F6D8199806B}" type="pres">
      <dgm:prSet presAssocID="{12D0A71A-8EA5-4CDF-ACBC-93827ABA764B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57CF87D-BEF3-4AC1-AD2C-ECA6FA53FC82}" type="pres">
      <dgm:prSet presAssocID="{1CF8D868-512D-4195-B252-FAB9CFC1F069}" presName="parTxOnlySpace" presStyleCnt="0"/>
      <dgm:spPr/>
    </dgm:pt>
    <dgm:pt modelId="{5EB3262C-3F8F-4B2C-BED6-9F445658E96D}" type="pres">
      <dgm:prSet presAssocID="{0294B60E-6ED8-4B51-A839-8C985CE64225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D87B92F2-4B78-4C72-A7B6-1B85AE931590}" srcId="{8D0D27DB-17C8-4933-B440-269A0A6B046B}" destId="{A358BBB2-B0D8-410C-97E4-9F87503E986D}" srcOrd="2" destOrd="0" parTransId="{38624BCE-AC19-4242-9589-59FF9826AA78}" sibTransId="{3BB3B16D-0AFE-4FB4-AFC0-A41F5AB0CDCD}"/>
    <dgm:cxn modelId="{92CCB197-4F18-4BB0-9E33-A8CB7EB3255C}" type="presOf" srcId="{8D0D27DB-17C8-4933-B440-269A0A6B046B}" destId="{89326826-250E-4422-BEE1-17FE83042396}" srcOrd="0" destOrd="0" presId="urn:microsoft.com/office/officeart/2005/8/layout/chevron1"/>
    <dgm:cxn modelId="{45954E23-9572-426C-A821-AB956A93E307}" srcId="{8D0D27DB-17C8-4933-B440-269A0A6B046B}" destId="{C44E4557-4B8D-4B7D-B11E-573E83C92551}" srcOrd="0" destOrd="0" parTransId="{6B38CB67-CA6D-40EF-8104-352248E147DF}" sibTransId="{CF5C36AD-D3D4-4D00-9528-447D5CAD980D}"/>
    <dgm:cxn modelId="{7F488E24-6087-4594-8CB1-195C45FE11C3}" type="presOf" srcId="{12D0A71A-8EA5-4CDF-ACBC-93827ABA764B}" destId="{82CE2AD6-5168-45A8-91B7-2F6D8199806B}" srcOrd="0" destOrd="0" presId="urn:microsoft.com/office/officeart/2005/8/layout/chevron1"/>
    <dgm:cxn modelId="{49B1589C-8E16-41B7-8DE7-6696D5B0E97C}" type="presOf" srcId="{0294B60E-6ED8-4B51-A839-8C985CE64225}" destId="{5EB3262C-3F8F-4B2C-BED6-9F445658E96D}" srcOrd="0" destOrd="0" presId="urn:microsoft.com/office/officeart/2005/8/layout/chevron1"/>
    <dgm:cxn modelId="{9FB473CA-736F-4F5D-9BB5-32C4D4B5C227}" type="presOf" srcId="{A358BBB2-B0D8-410C-97E4-9F87503E986D}" destId="{B181F8EE-A344-42D4-85F0-379A6F9A3E09}" srcOrd="0" destOrd="0" presId="urn:microsoft.com/office/officeart/2005/8/layout/chevron1"/>
    <dgm:cxn modelId="{6C37FFBE-F027-4198-A92D-9A2A6AC7935F}" type="presOf" srcId="{4AFFD6A4-9242-4842-B48B-70AF50DF3D5E}" destId="{008ACFDA-1B9C-48A0-B214-E31E872FC6D0}" srcOrd="0" destOrd="0" presId="urn:microsoft.com/office/officeart/2005/8/layout/chevron1"/>
    <dgm:cxn modelId="{11B42A54-FDD3-4D92-8839-13671E137B87}" type="presOf" srcId="{C44E4557-4B8D-4B7D-B11E-573E83C92551}" destId="{467ED3BA-AFFE-4B93-8B3E-C0A0089E1B2A}" srcOrd="0" destOrd="0" presId="urn:microsoft.com/office/officeart/2005/8/layout/chevron1"/>
    <dgm:cxn modelId="{32C5F88A-8BB4-4ADB-BD09-606FF7990B32}" srcId="{8D0D27DB-17C8-4933-B440-269A0A6B046B}" destId="{0294B60E-6ED8-4B51-A839-8C985CE64225}" srcOrd="5" destOrd="0" parTransId="{49E2DC80-BF73-4428-A00F-5F39EF0F8C57}" sibTransId="{F4D63BCA-27EC-45C9-A9DC-0558FADBD1F4}"/>
    <dgm:cxn modelId="{FE2B2C2E-A154-4463-B651-3E771E3C0FB6}" srcId="{8D0D27DB-17C8-4933-B440-269A0A6B046B}" destId="{86190804-C798-4D74-A945-00E0F0061E7D}" srcOrd="3" destOrd="0" parTransId="{18821DA0-02D9-4170-B348-3BF55452CD19}" sibTransId="{048298C8-2684-4A3A-B11A-40C38FC7AC10}"/>
    <dgm:cxn modelId="{952ECF7A-7E74-44DD-B42D-1F656DD0A9EE}" srcId="{8D0D27DB-17C8-4933-B440-269A0A6B046B}" destId="{4AFFD6A4-9242-4842-B48B-70AF50DF3D5E}" srcOrd="1" destOrd="0" parTransId="{D4F4099E-087F-41F3-ACC1-96E26ECF460E}" sibTransId="{0402D23D-4116-4D81-8B6A-CAF0F3A8331B}"/>
    <dgm:cxn modelId="{C34CEB52-51C2-413A-BE07-4B373D5322EF}" srcId="{8D0D27DB-17C8-4933-B440-269A0A6B046B}" destId="{12D0A71A-8EA5-4CDF-ACBC-93827ABA764B}" srcOrd="4" destOrd="0" parTransId="{31A2D8B2-8372-4186-9C71-B8A2684F12FA}" sibTransId="{1CF8D868-512D-4195-B252-FAB9CFC1F069}"/>
    <dgm:cxn modelId="{8D03432B-5A58-426B-A2D1-2D835DD86035}" type="presOf" srcId="{86190804-C798-4D74-A945-00E0F0061E7D}" destId="{EDDECF90-8BB3-4DA1-8C8C-78182594AEC0}" srcOrd="0" destOrd="0" presId="urn:microsoft.com/office/officeart/2005/8/layout/chevron1"/>
    <dgm:cxn modelId="{91551F63-5C16-41E6-9B5A-9F1B571A6E26}" type="presParOf" srcId="{89326826-250E-4422-BEE1-17FE83042396}" destId="{467ED3BA-AFFE-4B93-8B3E-C0A0089E1B2A}" srcOrd="0" destOrd="0" presId="urn:microsoft.com/office/officeart/2005/8/layout/chevron1"/>
    <dgm:cxn modelId="{CD83B3EB-2A99-4EF4-A9BD-B660756C5913}" type="presParOf" srcId="{89326826-250E-4422-BEE1-17FE83042396}" destId="{2B6CCD52-631D-40EC-A29D-EF905DCD2980}" srcOrd="1" destOrd="0" presId="urn:microsoft.com/office/officeart/2005/8/layout/chevron1"/>
    <dgm:cxn modelId="{D2BCE809-0B11-46E4-8A25-E73437F5B1E6}" type="presParOf" srcId="{89326826-250E-4422-BEE1-17FE83042396}" destId="{008ACFDA-1B9C-48A0-B214-E31E872FC6D0}" srcOrd="2" destOrd="0" presId="urn:microsoft.com/office/officeart/2005/8/layout/chevron1"/>
    <dgm:cxn modelId="{B671F9C2-A6C6-4ECE-82D0-A448AC40AA41}" type="presParOf" srcId="{89326826-250E-4422-BEE1-17FE83042396}" destId="{B7AAFF36-03C1-424D-BB2C-AF4DA7052CA5}" srcOrd="3" destOrd="0" presId="urn:microsoft.com/office/officeart/2005/8/layout/chevron1"/>
    <dgm:cxn modelId="{F2EB445B-65CD-4B52-B78F-11BDB2CE384F}" type="presParOf" srcId="{89326826-250E-4422-BEE1-17FE83042396}" destId="{B181F8EE-A344-42D4-85F0-379A6F9A3E09}" srcOrd="4" destOrd="0" presId="urn:microsoft.com/office/officeart/2005/8/layout/chevron1"/>
    <dgm:cxn modelId="{955CF82E-78B0-4BE2-855E-8DE29F09E60A}" type="presParOf" srcId="{89326826-250E-4422-BEE1-17FE83042396}" destId="{D8A8CDF3-4952-46F7-97C7-87B88213ADAD}" srcOrd="5" destOrd="0" presId="urn:microsoft.com/office/officeart/2005/8/layout/chevron1"/>
    <dgm:cxn modelId="{7116F1B0-DC64-4DD8-BD41-11F69265F6F8}" type="presParOf" srcId="{89326826-250E-4422-BEE1-17FE83042396}" destId="{EDDECF90-8BB3-4DA1-8C8C-78182594AEC0}" srcOrd="6" destOrd="0" presId="urn:microsoft.com/office/officeart/2005/8/layout/chevron1"/>
    <dgm:cxn modelId="{8EB9B383-1C48-47D4-855E-F9DCB38269F1}" type="presParOf" srcId="{89326826-250E-4422-BEE1-17FE83042396}" destId="{889026C8-5A6F-4443-941E-58AB4AD879FA}" srcOrd="7" destOrd="0" presId="urn:microsoft.com/office/officeart/2005/8/layout/chevron1"/>
    <dgm:cxn modelId="{DD3585D2-A7DD-4F2E-973D-1D2BC75E5EB4}" type="presParOf" srcId="{89326826-250E-4422-BEE1-17FE83042396}" destId="{82CE2AD6-5168-45A8-91B7-2F6D8199806B}" srcOrd="8" destOrd="0" presId="urn:microsoft.com/office/officeart/2005/8/layout/chevron1"/>
    <dgm:cxn modelId="{7275306F-60B7-48F3-A4AE-C3D49F904754}" type="presParOf" srcId="{89326826-250E-4422-BEE1-17FE83042396}" destId="{857CF87D-BEF3-4AC1-AD2C-ECA6FA53FC82}" srcOrd="9" destOrd="0" presId="urn:microsoft.com/office/officeart/2005/8/layout/chevron1"/>
    <dgm:cxn modelId="{C7CDD2E2-D75B-4194-B7DE-9D8B532F92E1}" type="presParOf" srcId="{89326826-250E-4422-BEE1-17FE83042396}" destId="{5EB3262C-3F8F-4B2C-BED6-9F445658E96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D0D27DB-17C8-4933-B440-269A0A6B046B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C44E4557-4B8D-4B7D-B11E-573E83C92551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Introduction</a:t>
          </a:r>
          <a:endParaRPr lang="fr-FR" dirty="0"/>
        </a:p>
      </dgm:t>
    </dgm:pt>
    <dgm:pt modelId="{6B38CB67-CA6D-40EF-8104-352248E147DF}" type="parTrans" cxnId="{45954E23-9572-426C-A821-AB956A93E307}">
      <dgm:prSet/>
      <dgm:spPr/>
      <dgm:t>
        <a:bodyPr/>
        <a:lstStyle/>
        <a:p>
          <a:endParaRPr lang="fr-FR"/>
        </a:p>
      </dgm:t>
    </dgm:pt>
    <dgm:pt modelId="{CF5C36AD-D3D4-4D00-9528-447D5CAD980D}" type="sibTrans" cxnId="{45954E23-9572-426C-A821-AB956A93E307}">
      <dgm:prSet/>
      <dgm:spPr/>
      <dgm:t>
        <a:bodyPr/>
        <a:lstStyle/>
        <a:p>
          <a:endParaRPr lang="fr-FR"/>
        </a:p>
      </dgm:t>
    </dgm:pt>
    <dgm:pt modelId="{4AFFD6A4-9242-4842-B48B-70AF50DF3D5E}">
      <dgm:prSet phldrT="[Texte]"/>
      <dgm:spPr>
        <a:solidFill>
          <a:schemeClr val="accent2"/>
        </a:solidFill>
        <a:ln>
          <a:solidFill>
            <a:schemeClr val="accent2"/>
          </a:solidFill>
        </a:ln>
      </dgm:spPr>
      <dgm:t>
        <a:bodyPr/>
        <a:lstStyle/>
        <a:p>
          <a:r>
            <a:rPr lang="fr-FR" dirty="0" smtClean="0"/>
            <a:t>Analyse de la situation</a:t>
          </a:r>
          <a:endParaRPr lang="fr-FR" dirty="0"/>
        </a:p>
      </dgm:t>
    </dgm:pt>
    <dgm:pt modelId="{D4F4099E-087F-41F3-ACC1-96E26ECF460E}" type="parTrans" cxnId="{952ECF7A-7E74-44DD-B42D-1F656DD0A9EE}">
      <dgm:prSet/>
      <dgm:spPr/>
      <dgm:t>
        <a:bodyPr/>
        <a:lstStyle/>
        <a:p>
          <a:endParaRPr lang="fr-FR"/>
        </a:p>
      </dgm:t>
    </dgm:pt>
    <dgm:pt modelId="{0402D23D-4116-4D81-8B6A-CAF0F3A8331B}" type="sibTrans" cxnId="{952ECF7A-7E74-44DD-B42D-1F656DD0A9EE}">
      <dgm:prSet/>
      <dgm:spPr/>
      <dgm:t>
        <a:bodyPr/>
        <a:lstStyle/>
        <a:p>
          <a:endParaRPr lang="fr-FR"/>
        </a:p>
      </dgm:t>
    </dgm:pt>
    <dgm:pt modelId="{A358BBB2-B0D8-410C-97E4-9F87503E986D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Tests utilisateurs</a:t>
          </a:r>
          <a:endParaRPr lang="fr-FR" dirty="0"/>
        </a:p>
      </dgm:t>
    </dgm:pt>
    <dgm:pt modelId="{38624BCE-AC19-4242-9589-59FF9826AA78}" type="parTrans" cxnId="{D87B92F2-4B78-4C72-A7B6-1B85AE931590}">
      <dgm:prSet/>
      <dgm:spPr/>
      <dgm:t>
        <a:bodyPr/>
        <a:lstStyle/>
        <a:p>
          <a:endParaRPr lang="fr-FR"/>
        </a:p>
      </dgm:t>
    </dgm:pt>
    <dgm:pt modelId="{3BB3B16D-0AFE-4FB4-AFC0-A41F5AB0CDCD}" type="sibTrans" cxnId="{D87B92F2-4B78-4C72-A7B6-1B85AE931590}">
      <dgm:prSet/>
      <dgm:spPr/>
      <dgm:t>
        <a:bodyPr/>
        <a:lstStyle/>
        <a:p>
          <a:endParaRPr lang="fr-FR"/>
        </a:p>
      </dgm:t>
    </dgm:pt>
    <dgm:pt modelId="{0294B60E-6ED8-4B51-A839-8C985CE64225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Conclusion et recommandations</a:t>
          </a:r>
          <a:endParaRPr lang="fr-FR" dirty="0"/>
        </a:p>
      </dgm:t>
    </dgm:pt>
    <dgm:pt modelId="{49E2DC80-BF73-4428-A00F-5F39EF0F8C57}" type="parTrans" cxnId="{32C5F88A-8BB4-4ADB-BD09-606FF7990B32}">
      <dgm:prSet/>
      <dgm:spPr/>
      <dgm:t>
        <a:bodyPr/>
        <a:lstStyle/>
        <a:p>
          <a:endParaRPr lang="fr-FR"/>
        </a:p>
      </dgm:t>
    </dgm:pt>
    <dgm:pt modelId="{F4D63BCA-27EC-45C9-A9DC-0558FADBD1F4}" type="sibTrans" cxnId="{32C5F88A-8BB4-4ADB-BD09-606FF7990B32}">
      <dgm:prSet/>
      <dgm:spPr/>
      <dgm:t>
        <a:bodyPr/>
        <a:lstStyle/>
        <a:p>
          <a:endParaRPr lang="fr-FR"/>
        </a:p>
      </dgm:t>
    </dgm:pt>
    <dgm:pt modelId="{86190804-C798-4D74-A945-00E0F0061E7D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Analyse cognitive</a:t>
          </a:r>
          <a:endParaRPr lang="fr-FR" dirty="0"/>
        </a:p>
      </dgm:t>
    </dgm:pt>
    <dgm:pt modelId="{18821DA0-02D9-4170-B348-3BF55452CD19}" type="parTrans" cxnId="{FE2B2C2E-A154-4463-B651-3E771E3C0FB6}">
      <dgm:prSet/>
      <dgm:spPr/>
      <dgm:t>
        <a:bodyPr/>
        <a:lstStyle/>
        <a:p>
          <a:endParaRPr lang="fr-FR"/>
        </a:p>
      </dgm:t>
    </dgm:pt>
    <dgm:pt modelId="{048298C8-2684-4A3A-B11A-40C38FC7AC10}" type="sibTrans" cxnId="{FE2B2C2E-A154-4463-B651-3E771E3C0FB6}">
      <dgm:prSet/>
      <dgm:spPr/>
      <dgm:t>
        <a:bodyPr/>
        <a:lstStyle/>
        <a:p>
          <a:endParaRPr lang="fr-FR"/>
        </a:p>
      </dgm:t>
    </dgm:pt>
    <dgm:pt modelId="{12D0A71A-8EA5-4CDF-ACBC-93827ABA764B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Prototype et amélioration</a:t>
          </a:r>
          <a:endParaRPr lang="fr-FR" dirty="0"/>
        </a:p>
      </dgm:t>
    </dgm:pt>
    <dgm:pt modelId="{31A2D8B2-8372-4186-9C71-B8A2684F12FA}" type="parTrans" cxnId="{C34CEB52-51C2-413A-BE07-4B373D5322EF}">
      <dgm:prSet/>
      <dgm:spPr/>
      <dgm:t>
        <a:bodyPr/>
        <a:lstStyle/>
        <a:p>
          <a:endParaRPr lang="fr-FR"/>
        </a:p>
      </dgm:t>
    </dgm:pt>
    <dgm:pt modelId="{1CF8D868-512D-4195-B252-FAB9CFC1F069}" type="sibTrans" cxnId="{C34CEB52-51C2-413A-BE07-4B373D5322EF}">
      <dgm:prSet/>
      <dgm:spPr/>
      <dgm:t>
        <a:bodyPr/>
        <a:lstStyle/>
        <a:p>
          <a:endParaRPr lang="fr-FR"/>
        </a:p>
      </dgm:t>
    </dgm:pt>
    <dgm:pt modelId="{89326826-250E-4422-BEE1-17FE83042396}" type="pres">
      <dgm:prSet presAssocID="{8D0D27DB-17C8-4933-B440-269A0A6B046B}" presName="Name0" presStyleCnt="0">
        <dgm:presLayoutVars>
          <dgm:dir/>
          <dgm:animLvl val="lvl"/>
          <dgm:resizeHandles val="exact"/>
        </dgm:presLayoutVars>
      </dgm:prSet>
      <dgm:spPr/>
    </dgm:pt>
    <dgm:pt modelId="{467ED3BA-AFFE-4B93-8B3E-C0A0089E1B2A}" type="pres">
      <dgm:prSet presAssocID="{C44E4557-4B8D-4B7D-B11E-573E83C92551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B6CCD52-631D-40EC-A29D-EF905DCD2980}" type="pres">
      <dgm:prSet presAssocID="{CF5C36AD-D3D4-4D00-9528-447D5CAD980D}" presName="parTxOnlySpace" presStyleCnt="0"/>
      <dgm:spPr/>
    </dgm:pt>
    <dgm:pt modelId="{008ACFDA-1B9C-48A0-B214-E31E872FC6D0}" type="pres">
      <dgm:prSet presAssocID="{4AFFD6A4-9242-4842-B48B-70AF50DF3D5E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7AAFF36-03C1-424D-BB2C-AF4DA7052CA5}" type="pres">
      <dgm:prSet presAssocID="{0402D23D-4116-4D81-8B6A-CAF0F3A8331B}" presName="parTxOnlySpace" presStyleCnt="0"/>
      <dgm:spPr/>
    </dgm:pt>
    <dgm:pt modelId="{B181F8EE-A344-42D4-85F0-379A6F9A3E09}" type="pres">
      <dgm:prSet presAssocID="{A358BBB2-B0D8-410C-97E4-9F87503E986D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8A8CDF3-4952-46F7-97C7-87B88213ADAD}" type="pres">
      <dgm:prSet presAssocID="{3BB3B16D-0AFE-4FB4-AFC0-A41F5AB0CDCD}" presName="parTxOnlySpace" presStyleCnt="0"/>
      <dgm:spPr/>
    </dgm:pt>
    <dgm:pt modelId="{EDDECF90-8BB3-4DA1-8C8C-78182594AEC0}" type="pres">
      <dgm:prSet presAssocID="{86190804-C798-4D74-A945-00E0F0061E7D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89026C8-5A6F-4443-941E-58AB4AD879FA}" type="pres">
      <dgm:prSet presAssocID="{048298C8-2684-4A3A-B11A-40C38FC7AC10}" presName="parTxOnlySpace" presStyleCnt="0"/>
      <dgm:spPr/>
    </dgm:pt>
    <dgm:pt modelId="{82CE2AD6-5168-45A8-91B7-2F6D8199806B}" type="pres">
      <dgm:prSet presAssocID="{12D0A71A-8EA5-4CDF-ACBC-93827ABA764B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57CF87D-BEF3-4AC1-AD2C-ECA6FA53FC82}" type="pres">
      <dgm:prSet presAssocID="{1CF8D868-512D-4195-B252-FAB9CFC1F069}" presName="parTxOnlySpace" presStyleCnt="0"/>
      <dgm:spPr/>
    </dgm:pt>
    <dgm:pt modelId="{5EB3262C-3F8F-4B2C-BED6-9F445658E96D}" type="pres">
      <dgm:prSet presAssocID="{0294B60E-6ED8-4B51-A839-8C985CE64225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D87B92F2-4B78-4C72-A7B6-1B85AE931590}" srcId="{8D0D27DB-17C8-4933-B440-269A0A6B046B}" destId="{A358BBB2-B0D8-410C-97E4-9F87503E986D}" srcOrd="2" destOrd="0" parTransId="{38624BCE-AC19-4242-9589-59FF9826AA78}" sibTransId="{3BB3B16D-0AFE-4FB4-AFC0-A41F5AB0CDCD}"/>
    <dgm:cxn modelId="{92CCB197-4F18-4BB0-9E33-A8CB7EB3255C}" type="presOf" srcId="{8D0D27DB-17C8-4933-B440-269A0A6B046B}" destId="{89326826-250E-4422-BEE1-17FE83042396}" srcOrd="0" destOrd="0" presId="urn:microsoft.com/office/officeart/2005/8/layout/chevron1"/>
    <dgm:cxn modelId="{45954E23-9572-426C-A821-AB956A93E307}" srcId="{8D0D27DB-17C8-4933-B440-269A0A6B046B}" destId="{C44E4557-4B8D-4B7D-B11E-573E83C92551}" srcOrd="0" destOrd="0" parTransId="{6B38CB67-CA6D-40EF-8104-352248E147DF}" sibTransId="{CF5C36AD-D3D4-4D00-9528-447D5CAD980D}"/>
    <dgm:cxn modelId="{7F488E24-6087-4594-8CB1-195C45FE11C3}" type="presOf" srcId="{12D0A71A-8EA5-4CDF-ACBC-93827ABA764B}" destId="{82CE2AD6-5168-45A8-91B7-2F6D8199806B}" srcOrd="0" destOrd="0" presId="urn:microsoft.com/office/officeart/2005/8/layout/chevron1"/>
    <dgm:cxn modelId="{49B1589C-8E16-41B7-8DE7-6696D5B0E97C}" type="presOf" srcId="{0294B60E-6ED8-4B51-A839-8C985CE64225}" destId="{5EB3262C-3F8F-4B2C-BED6-9F445658E96D}" srcOrd="0" destOrd="0" presId="urn:microsoft.com/office/officeart/2005/8/layout/chevron1"/>
    <dgm:cxn modelId="{9FB473CA-736F-4F5D-9BB5-32C4D4B5C227}" type="presOf" srcId="{A358BBB2-B0D8-410C-97E4-9F87503E986D}" destId="{B181F8EE-A344-42D4-85F0-379A6F9A3E09}" srcOrd="0" destOrd="0" presId="urn:microsoft.com/office/officeart/2005/8/layout/chevron1"/>
    <dgm:cxn modelId="{6C37FFBE-F027-4198-A92D-9A2A6AC7935F}" type="presOf" srcId="{4AFFD6A4-9242-4842-B48B-70AF50DF3D5E}" destId="{008ACFDA-1B9C-48A0-B214-E31E872FC6D0}" srcOrd="0" destOrd="0" presId="urn:microsoft.com/office/officeart/2005/8/layout/chevron1"/>
    <dgm:cxn modelId="{11B42A54-FDD3-4D92-8839-13671E137B87}" type="presOf" srcId="{C44E4557-4B8D-4B7D-B11E-573E83C92551}" destId="{467ED3BA-AFFE-4B93-8B3E-C0A0089E1B2A}" srcOrd="0" destOrd="0" presId="urn:microsoft.com/office/officeart/2005/8/layout/chevron1"/>
    <dgm:cxn modelId="{32C5F88A-8BB4-4ADB-BD09-606FF7990B32}" srcId="{8D0D27DB-17C8-4933-B440-269A0A6B046B}" destId="{0294B60E-6ED8-4B51-A839-8C985CE64225}" srcOrd="5" destOrd="0" parTransId="{49E2DC80-BF73-4428-A00F-5F39EF0F8C57}" sibTransId="{F4D63BCA-27EC-45C9-A9DC-0558FADBD1F4}"/>
    <dgm:cxn modelId="{FE2B2C2E-A154-4463-B651-3E771E3C0FB6}" srcId="{8D0D27DB-17C8-4933-B440-269A0A6B046B}" destId="{86190804-C798-4D74-A945-00E0F0061E7D}" srcOrd="3" destOrd="0" parTransId="{18821DA0-02D9-4170-B348-3BF55452CD19}" sibTransId="{048298C8-2684-4A3A-B11A-40C38FC7AC10}"/>
    <dgm:cxn modelId="{952ECF7A-7E74-44DD-B42D-1F656DD0A9EE}" srcId="{8D0D27DB-17C8-4933-B440-269A0A6B046B}" destId="{4AFFD6A4-9242-4842-B48B-70AF50DF3D5E}" srcOrd="1" destOrd="0" parTransId="{D4F4099E-087F-41F3-ACC1-96E26ECF460E}" sibTransId="{0402D23D-4116-4D81-8B6A-CAF0F3A8331B}"/>
    <dgm:cxn modelId="{C34CEB52-51C2-413A-BE07-4B373D5322EF}" srcId="{8D0D27DB-17C8-4933-B440-269A0A6B046B}" destId="{12D0A71A-8EA5-4CDF-ACBC-93827ABA764B}" srcOrd="4" destOrd="0" parTransId="{31A2D8B2-8372-4186-9C71-B8A2684F12FA}" sibTransId="{1CF8D868-512D-4195-B252-FAB9CFC1F069}"/>
    <dgm:cxn modelId="{8D03432B-5A58-426B-A2D1-2D835DD86035}" type="presOf" srcId="{86190804-C798-4D74-A945-00E0F0061E7D}" destId="{EDDECF90-8BB3-4DA1-8C8C-78182594AEC0}" srcOrd="0" destOrd="0" presId="urn:microsoft.com/office/officeart/2005/8/layout/chevron1"/>
    <dgm:cxn modelId="{91551F63-5C16-41E6-9B5A-9F1B571A6E26}" type="presParOf" srcId="{89326826-250E-4422-BEE1-17FE83042396}" destId="{467ED3BA-AFFE-4B93-8B3E-C0A0089E1B2A}" srcOrd="0" destOrd="0" presId="urn:microsoft.com/office/officeart/2005/8/layout/chevron1"/>
    <dgm:cxn modelId="{CD83B3EB-2A99-4EF4-A9BD-B660756C5913}" type="presParOf" srcId="{89326826-250E-4422-BEE1-17FE83042396}" destId="{2B6CCD52-631D-40EC-A29D-EF905DCD2980}" srcOrd="1" destOrd="0" presId="urn:microsoft.com/office/officeart/2005/8/layout/chevron1"/>
    <dgm:cxn modelId="{D2BCE809-0B11-46E4-8A25-E73437F5B1E6}" type="presParOf" srcId="{89326826-250E-4422-BEE1-17FE83042396}" destId="{008ACFDA-1B9C-48A0-B214-E31E872FC6D0}" srcOrd="2" destOrd="0" presId="urn:microsoft.com/office/officeart/2005/8/layout/chevron1"/>
    <dgm:cxn modelId="{B671F9C2-A6C6-4ECE-82D0-A448AC40AA41}" type="presParOf" srcId="{89326826-250E-4422-BEE1-17FE83042396}" destId="{B7AAFF36-03C1-424D-BB2C-AF4DA7052CA5}" srcOrd="3" destOrd="0" presId="urn:microsoft.com/office/officeart/2005/8/layout/chevron1"/>
    <dgm:cxn modelId="{F2EB445B-65CD-4B52-B78F-11BDB2CE384F}" type="presParOf" srcId="{89326826-250E-4422-BEE1-17FE83042396}" destId="{B181F8EE-A344-42D4-85F0-379A6F9A3E09}" srcOrd="4" destOrd="0" presId="urn:microsoft.com/office/officeart/2005/8/layout/chevron1"/>
    <dgm:cxn modelId="{955CF82E-78B0-4BE2-855E-8DE29F09E60A}" type="presParOf" srcId="{89326826-250E-4422-BEE1-17FE83042396}" destId="{D8A8CDF3-4952-46F7-97C7-87B88213ADAD}" srcOrd="5" destOrd="0" presId="urn:microsoft.com/office/officeart/2005/8/layout/chevron1"/>
    <dgm:cxn modelId="{7116F1B0-DC64-4DD8-BD41-11F69265F6F8}" type="presParOf" srcId="{89326826-250E-4422-BEE1-17FE83042396}" destId="{EDDECF90-8BB3-4DA1-8C8C-78182594AEC0}" srcOrd="6" destOrd="0" presId="urn:microsoft.com/office/officeart/2005/8/layout/chevron1"/>
    <dgm:cxn modelId="{8EB9B383-1C48-47D4-855E-F9DCB38269F1}" type="presParOf" srcId="{89326826-250E-4422-BEE1-17FE83042396}" destId="{889026C8-5A6F-4443-941E-58AB4AD879FA}" srcOrd="7" destOrd="0" presId="urn:microsoft.com/office/officeart/2005/8/layout/chevron1"/>
    <dgm:cxn modelId="{DD3585D2-A7DD-4F2E-973D-1D2BC75E5EB4}" type="presParOf" srcId="{89326826-250E-4422-BEE1-17FE83042396}" destId="{82CE2AD6-5168-45A8-91B7-2F6D8199806B}" srcOrd="8" destOrd="0" presId="urn:microsoft.com/office/officeart/2005/8/layout/chevron1"/>
    <dgm:cxn modelId="{7275306F-60B7-48F3-A4AE-C3D49F904754}" type="presParOf" srcId="{89326826-250E-4422-BEE1-17FE83042396}" destId="{857CF87D-BEF3-4AC1-AD2C-ECA6FA53FC82}" srcOrd="9" destOrd="0" presId="urn:microsoft.com/office/officeart/2005/8/layout/chevron1"/>
    <dgm:cxn modelId="{C7CDD2E2-D75B-4194-B7DE-9D8B532F92E1}" type="presParOf" srcId="{89326826-250E-4422-BEE1-17FE83042396}" destId="{5EB3262C-3F8F-4B2C-BED6-9F445658E96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D0D27DB-17C8-4933-B440-269A0A6B046B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C44E4557-4B8D-4B7D-B11E-573E83C92551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Introduction</a:t>
          </a:r>
          <a:endParaRPr lang="fr-FR" dirty="0"/>
        </a:p>
      </dgm:t>
    </dgm:pt>
    <dgm:pt modelId="{6B38CB67-CA6D-40EF-8104-352248E147DF}" type="parTrans" cxnId="{45954E23-9572-426C-A821-AB956A93E307}">
      <dgm:prSet/>
      <dgm:spPr/>
      <dgm:t>
        <a:bodyPr/>
        <a:lstStyle/>
        <a:p>
          <a:endParaRPr lang="fr-FR"/>
        </a:p>
      </dgm:t>
    </dgm:pt>
    <dgm:pt modelId="{CF5C36AD-D3D4-4D00-9528-447D5CAD980D}" type="sibTrans" cxnId="{45954E23-9572-426C-A821-AB956A93E307}">
      <dgm:prSet/>
      <dgm:spPr/>
      <dgm:t>
        <a:bodyPr/>
        <a:lstStyle/>
        <a:p>
          <a:endParaRPr lang="fr-FR"/>
        </a:p>
      </dgm:t>
    </dgm:pt>
    <dgm:pt modelId="{4AFFD6A4-9242-4842-B48B-70AF50DF3D5E}">
      <dgm:prSet phldrT="[Texte]"/>
      <dgm:spPr>
        <a:solidFill>
          <a:schemeClr val="accent2"/>
        </a:solidFill>
        <a:ln>
          <a:solidFill>
            <a:schemeClr val="accent2"/>
          </a:solidFill>
        </a:ln>
      </dgm:spPr>
      <dgm:t>
        <a:bodyPr/>
        <a:lstStyle/>
        <a:p>
          <a:r>
            <a:rPr lang="fr-FR" dirty="0" smtClean="0"/>
            <a:t>Analyse de la situation</a:t>
          </a:r>
          <a:endParaRPr lang="fr-FR" dirty="0"/>
        </a:p>
      </dgm:t>
    </dgm:pt>
    <dgm:pt modelId="{D4F4099E-087F-41F3-ACC1-96E26ECF460E}" type="parTrans" cxnId="{952ECF7A-7E74-44DD-B42D-1F656DD0A9EE}">
      <dgm:prSet/>
      <dgm:spPr/>
      <dgm:t>
        <a:bodyPr/>
        <a:lstStyle/>
        <a:p>
          <a:endParaRPr lang="fr-FR"/>
        </a:p>
      </dgm:t>
    </dgm:pt>
    <dgm:pt modelId="{0402D23D-4116-4D81-8B6A-CAF0F3A8331B}" type="sibTrans" cxnId="{952ECF7A-7E74-44DD-B42D-1F656DD0A9EE}">
      <dgm:prSet/>
      <dgm:spPr/>
      <dgm:t>
        <a:bodyPr/>
        <a:lstStyle/>
        <a:p>
          <a:endParaRPr lang="fr-FR"/>
        </a:p>
      </dgm:t>
    </dgm:pt>
    <dgm:pt modelId="{A358BBB2-B0D8-410C-97E4-9F87503E986D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Tests utilisateurs</a:t>
          </a:r>
          <a:endParaRPr lang="fr-FR" dirty="0"/>
        </a:p>
      </dgm:t>
    </dgm:pt>
    <dgm:pt modelId="{38624BCE-AC19-4242-9589-59FF9826AA78}" type="parTrans" cxnId="{D87B92F2-4B78-4C72-A7B6-1B85AE931590}">
      <dgm:prSet/>
      <dgm:spPr/>
      <dgm:t>
        <a:bodyPr/>
        <a:lstStyle/>
        <a:p>
          <a:endParaRPr lang="fr-FR"/>
        </a:p>
      </dgm:t>
    </dgm:pt>
    <dgm:pt modelId="{3BB3B16D-0AFE-4FB4-AFC0-A41F5AB0CDCD}" type="sibTrans" cxnId="{D87B92F2-4B78-4C72-A7B6-1B85AE931590}">
      <dgm:prSet/>
      <dgm:spPr/>
      <dgm:t>
        <a:bodyPr/>
        <a:lstStyle/>
        <a:p>
          <a:endParaRPr lang="fr-FR"/>
        </a:p>
      </dgm:t>
    </dgm:pt>
    <dgm:pt modelId="{0294B60E-6ED8-4B51-A839-8C985CE64225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Conclusion et recommandations</a:t>
          </a:r>
          <a:endParaRPr lang="fr-FR" dirty="0"/>
        </a:p>
      </dgm:t>
    </dgm:pt>
    <dgm:pt modelId="{49E2DC80-BF73-4428-A00F-5F39EF0F8C57}" type="parTrans" cxnId="{32C5F88A-8BB4-4ADB-BD09-606FF7990B32}">
      <dgm:prSet/>
      <dgm:spPr/>
      <dgm:t>
        <a:bodyPr/>
        <a:lstStyle/>
        <a:p>
          <a:endParaRPr lang="fr-FR"/>
        </a:p>
      </dgm:t>
    </dgm:pt>
    <dgm:pt modelId="{F4D63BCA-27EC-45C9-A9DC-0558FADBD1F4}" type="sibTrans" cxnId="{32C5F88A-8BB4-4ADB-BD09-606FF7990B32}">
      <dgm:prSet/>
      <dgm:spPr/>
      <dgm:t>
        <a:bodyPr/>
        <a:lstStyle/>
        <a:p>
          <a:endParaRPr lang="fr-FR"/>
        </a:p>
      </dgm:t>
    </dgm:pt>
    <dgm:pt modelId="{86190804-C798-4D74-A945-00E0F0061E7D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Analyse cognitive</a:t>
          </a:r>
          <a:endParaRPr lang="fr-FR" dirty="0"/>
        </a:p>
      </dgm:t>
    </dgm:pt>
    <dgm:pt modelId="{18821DA0-02D9-4170-B348-3BF55452CD19}" type="parTrans" cxnId="{FE2B2C2E-A154-4463-B651-3E771E3C0FB6}">
      <dgm:prSet/>
      <dgm:spPr/>
      <dgm:t>
        <a:bodyPr/>
        <a:lstStyle/>
        <a:p>
          <a:endParaRPr lang="fr-FR"/>
        </a:p>
      </dgm:t>
    </dgm:pt>
    <dgm:pt modelId="{048298C8-2684-4A3A-B11A-40C38FC7AC10}" type="sibTrans" cxnId="{FE2B2C2E-A154-4463-B651-3E771E3C0FB6}">
      <dgm:prSet/>
      <dgm:spPr/>
      <dgm:t>
        <a:bodyPr/>
        <a:lstStyle/>
        <a:p>
          <a:endParaRPr lang="fr-FR"/>
        </a:p>
      </dgm:t>
    </dgm:pt>
    <dgm:pt modelId="{12D0A71A-8EA5-4CDF-ACBC-93827ABA764B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Prototype et amélioration</a:t>
          </a:r>
          <a:endParaRPr lang="fr-FR" dirty="0"/>
        </a:p>
      </dgm:t>
    </dgm:pt>
    <dgm:pt modelId="{31A2D8B2-8372-4186-9C71-B8A2684F12FA}" type="parTrans" cxnId="{C34CEB52-51C2-413A-BE07-4B373D5322EF}">
      <dgm:prSet/>
      <dgm:spPr/>
      <dgm:t>
        <a:bodyPr/>
        <a:lstStyle/>
        <a:p>
          <a:endParaRPr lang="fr-FR"/>
        </a:p>
      </dgm:t>
    </dgm:pt>
    <dgm:pt modelId="{1CF8D868-512D-4195-B252-FAB9CFC1F069}" type="sibTrans" cxnId="{C34CEB52-51C2-413A-BE07-4B373D5322EF}">
      <dgm:prSet/>
      <dgm:spPr/>
      <dgm:t>
        <a:bodyPr/>
        <a:lstStyle/>
        <a:p>
          <a:endParaRPr lang="fr-FR"/>
        </a:p>
      </dgm:t>
    </dgm:pt>
    <dgm:pt modelId="{89326826-250E-4422-BEE1-17FE83042396}" type="pres">
      <dgm:prSet presAssocID="{8D0D27DB-17C8-4933-B440-269A0A6B046B}" presName="Name0" presStyleCnt="0">
        <dgm:presLayoutVars>
          <dgm:dir/>
          <dgm:animLvl val="lvl"/>
          <dgm:resizeHandles val="exact"/>
        </dgm:presLayoutVars>
      </dgm:prSet>
      <dgm:spPr/>
    </dgm:pt>
    <dgm:pt modelId="{467ED3BA-AFFE-4B93-8B3E-C0A0089E1B2A}" type="pres">
      <dgm:prSet presAssocID="{C44E4557-4B8D-4B7D-B11E-573E83C92551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B6CCD52-631D-40EC-A29D-EF905DCD2980}" type="pres">
      <dgm:prSet presAssocID="{CF5C36AD-D3D4-4D00-9528-447D5CAD980D}" presName="parTxOnlySpace" presStyleCnt="0"/>
      <dgm:spPr/>
    </dgm:pt>
    <dgm:pt modelId="{008ACFDA-1B9C-48A0-B214-E31E872FC6D0}" type="pres">
      <dgm:prSet presAssocID="{4AFFD6A4-9242-4842-B48B-70AF50DF3D5E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7AAFF36-03C1-424D-BB2C-AF4DA7052CA5}" type="pres">
      <dgm:prSet presAssocID="{0402D23D-4116-4D81-8B6A-CAF0F3A8331B}" presName="parTxOnlySpace" presStyleCnt="0"/>
      <dgm:spPr/>
    </dgm:pt>
    <dgm:pt modelId="{B181F8EE-A344-42D4-85F0-379A6F9A3E09}" type="pres">
      <dgm:prSet presAssocID="{A358BBB2-B0D8-410C-97E4-9F87503E986D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8A8CDF3-4952-46F7-97C7-87B88213ADAD}" type="pres">
      <dgm:prSet presAssocID="{3BB3B16D-0AFE-4FB4-AFC0-A41F5AB0CDCD}" presName="parTxOnlySpace" presStyleCnt="0"/>
      <dgm:spPr/>
    </dgm:pt>
    <dgm:pt modelId="{EDDECF90-8BB3-4DA1-8C8C-78182594AEC0}" type="pres">
      <dgm:prSet presAssocID="{86190804-C798-4D74-A945-00E0F0061E7D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89026C8-5A6F-4443-941E-58AB4AD879FA}" type="pres">
      <dgm:prSet presAssocID="{048298C8-2684-4A3A-B11A-40C38FC7AC10}" presName="parTxOnlySpace" presStyleCnt="0"/>
      <dgm:spPr/>
    </dgm:pt>
    <dgm:pt modelId="{82CE2AD6-5168-45A8-91B7-2F6D8199806B}" type="pres">
      <dgm:prSet presAssocID="{12D0A71A-8EA5-4CDF-ACBC-93827ABA764B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57CF87D-BEF3-4AC1-AD2C-ECA6FA53FC82}" type="pres">
      <dgm:prSet presAssocID="{1CF8D868-512D-4195-B252-FAB9CFC1F069}" presName="parTxOnlySpace" presStyleCnt="0"/>
      <dgm:spPr/>
    </dgm:pt>
    <dgm:pt modelId="{5EB3262C-3F8F-4B2C-BED6-9F445658E96D}" type="pres">
      <dgm:prSet presAssocID="{0294B60E-6ED8-4B51-A839-8C985CE64225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D87B92F2-4B78-4C72-A7B6-1B85AE931590}" srcId="{8D0D27DB-17C8-4933-B440-269A0A6B046B}" destId="{A358BBB2-B0D8-410C-97E4-9F87503E986D}" srcOrd="2" destOrd="0" parTransId="{38624BCE-AC19-4242-9589-59FF9826AA78}" sibTransId="{3BB3B16D-0AFE-4FB4-AFC0-A41F5AB0CDCD}"/>
    <dgm:cxn modelId="{92CCB197-4F18-4BB0-9E33-A8CB7EB3255C}" type="presOf" srcId="{8D0D27DB-17C8-4933-B440-269A0A6B046B}" destId="{89326826-250E-4422-BEE1-17FE83042396}" srcOrd="0" destOrd="0" presId="urn:microsoft.com/office/officeart/2005/8/layout/chevron1"/>
    <dgm:cxn modelId="{45954E23-9572-426C-A821-AB956A93E307}" srcId="{8D0D27DB-17C8-4933-B440-269A0A6B046B}" destId="{C44E4557-4B8D-4B7D-B11E-573E83C92551}" srcOrd="0" destOrd="0" parTransId="{6B38CB67-CA6D-40EF-8104-352248E147DF}" sibTransId="{CF5C36AD-D3D4-4D00-9528-447D5CAD980D}"/>
    <dgm:cxn modelId="{7F488E24-6087-4594-8CB1-195C45FE11C3}" type="presOf" srcId="{12D0A71A-8EA5-4CDF-ACBC-93827ABA764B}" destId="{82CE2AD6-5168-45A8-91B7-2F6D8199806B}" srcOrd="0" destOrd="0" presId="urn:microsoft.com/office/officeart/2005/8/layout/chevron1"/>
    <dgm:cxn modelId="{49B1589C-8E16-41B7-8DE7-6696D5B0E97C}" type="presOf" srcId="{0294B60E-6ED8-4B51-A839-8C985CE64225}" destId="{5EB3262C-3F8F-4B2C-BED6-9F445658E96D}" srcOrd="0" destOrd="0" presId="urn:microsoft.com/office/officeart/2005/8/layout/chevron1"/>
    <dgm:cxn modelId="{9FB473CA-736F-4F5D-9BB5-32C4D4B5C227}" type="presOf" srcId="{A358BBB2-B0D8-410C-97E4-9F87503E986D}" destId="{B181F8EE-A344-42D4-85F0-379A6F9A3E09}" srcOrd="0" destOrd="0" presId="urn:microsoft.com/office/officeart/2005/8/layout/chevron1"/>
    <dgm:cxn modelId="{6C37FFBE-F027-4198-A92D-9A2A6AC7935F}" type="presOf" srcId="{4AFFD6A4-9242-4842-B48B-70AF50DF3D5E}" destId="{008ACFDA-1B9C-48A0-B214-E31E872FC6D0}" srcOrd="0" destOrd="0" presId="urn:microsoft.com/office/officeart/2005/8/layout/chevron1"/>
    <dgm:cxn modelId="{11B42A54-FDD3-4D92-8839-13671E137B87}" type="presOf" srcId="{C44E4557-4B8D-4B7D-B11E-573E83C92551}" destId="{467ED3BA-AFFE-4B93-8B3E-C0A0089E1B2A}" srcOrd="0" destOrd="0" presId="urn:microsoft.com/office/officeart/2005/8/layout/chevron1"/>
    <dgm:cxn modelId="{32C5F88A-8BB4-4ADB-BD09-606FF7990B32}" srcId="{8D0D27DB-17C8-4933-B440-269A0A6B046B}" destId="{0294B60E-6ED8-4B51-A839-8C985CE64225}" srcOrd="5" destOrd="0" parTransId="{49E2DC80-BF73-4428-A00F-5F39EF0F8C57}" sibTransId="{F4D63BCA-27EC-45C9-A9DC-0558FADBD1F4}"/>
    <dgm:cxn modelId="{FE2B2C2E-A154-4463-B651-3E771E3C0FB6}" srcId="{8D0D27DB-17C8-4933-B440-269A0A6B046B}" destId="{86190804-C798-4D74-A945-00E0F0061E7D}" srcOrd="3" destOrd="0" parTransId="{18821DA0-02D9-4170-B348-3BF55452CD19}" sibTransId="{048298C8-2684-4A3A-B11A-40C38FC7AC10}"/>
    <dgm:cxn modelId="{952ECF7A-7E74-44DD-B42D-1F656DD0A9EE}" srcId="{8D0D27DB-17C8-4933-B440-269A0A6B046B}" destId="{4AFFD6A4-9242-4842-B48B-70AF50DF3D5E}" srcOrd="1" destOrd="0" parTransId="{D4F4099E-087F-41F3-ACC1-96E26ECF460E}" sibTransId="{0402D23D-4116-4D81-8B6A-CAF0F3A8331B}"/>
    <dgm:cxn modelId="{C34CEB52-51C2-413A-BE07-4B373D5322EF}" srcId="{8D0D27DB-17C8-4933-B440-269A0A6B046B}" destId="{12D0A71A-8EA5-4CDF-ACBC-93827ABA764B}" srcOrd="4" destOrd="0" parTransId="{31A2D8B2-8372-4186-9C71-B8A2684F12FA}" sibTransId="{1CF8D868-512D-4195-B252-FAB9CFC1F069}"/>
    <dgm:cxn modelId="{8D03432B-5A58-426B-A2D1-2D835DD86035}" type="presOf" srcId="{86190804-C798-4D74-A945-00E0F0061E7D}" destId="{EDDECF90-8BB3-4DA1-8C8C-78182594AEC0}" srcOrd="0" destOrd="0" presId="urn:microsoft.com/office/officeart/2005/8/layout/chevron1"/>
    <dgm:cxn modelId="{91551F63-5C16-41E6-9B5A-9F1B571A6E26}" type="presParOf" srcId="{89326826-250E-4422-BEE1-17FE83042396}" destId="{467ED3BA-AFFE-4B93-8B3E-C0A0089E1B2A}" srcOrd="0" destOrd="0" presId="urn:microsoft.com/office/officeart/2005/8/layout/chevron1"/>
    <dgm:cxn modelId="{CD83B3EB-2A99-4EF4-A9BD-B660756C5913}" type="presParOf" srcId="{89326826-250E-4422-BEE1-17FE83042396}" destId="{2B6CCD52-631D-40EC-A29D-EF905DCD2980}" srcOrd="1" destOrd="0" presId="urn:microsoft.com/office/officeart/2005/8/layout/chevron1"/>
    <dgm:cxn modelId="{D2BCE809-0B11-46E4-8A25-E73437F5B1E6}" type="presParOf" srcId="{89326826-250E-4422-BEE1-17FE83042396}" destId="{008ACFDA-1B9C-48A0-B214-E31E872FC6D0}" srcOrd="2" destOrd="0" presId="urn:microsoft.com/office/officeart/2005/8/layout/chevron1"/>
    <dgm:cxn modelId="{B671F9C2-A6C6-4ECE-82D0-A448AC40AA41}" type="presParOf" srcId="{89326826-250E-4422-BEE1-17FE83042396}" destId="{B7AAFF36-03C1-424D-BB2C-AF4DA7052CA5}" srcOrd="3" destOrd="0" presId="urn:microsoft.com/office/officeart/2005/8/layout/chevron1"/>
    <dgm:cxn modelId="{F2EB445B-65CD-4B52-B78F-11BDB2CE384F}" type="presParOf" srcId="{89326826-250E-4422-BEE1-17FE83042396}" destId="{B181F8EE-A344-42D4-85F0-379A6F9A3E09}" srcOrd="4" destOrd="0" presId="urn:microsoft.com/office/officeart/2005/8/layout/chevron1"/>
    <dgm:cxn modelId="{955CF82E-78B0-4BE2-855E-8DE29F09E60A}" type="presParOf" srcId="{89326826-250E-4422-BEE1-17FE83042396}" destId="{D8A8CDF3-4952-46F7-97C7-87B88213ADAD}" srcOrd="5" destOrd="0" presId="urn:microsoft.com/office/officeart/2005/8/layout/chevron1"/>
    <dgm:cxn modelId="{7116F1B0-DC64-4DD8-BD41-11F69265F6F8}" type="presParOf" srcId="{89326826-250E-4422-BEE1-17FE83042396}" destId="{EDDECF90-8BB3-4DA1-8C8C-78182594AEC0}" srcOrd="6" destOrd="0" presId="urn:microsoft.com/office/officeart/2005/8/layout/chevron1"/>
    <dgm:cxn modelId="{8EB9B383-1C48-47D4-855E-F9DCB38269F1}" type="presParOf" srcId="{89326826-250E-4422-BEE1-17FE83042396}" destId="{889026C8-5A6F-4443-941E-58AB4AD879FA}" srcOrd="7" destOrd="0" presId="urn:microsoft.com/office/officeart/2005/8/layout/chevron1"/>
    <dgm:cxn modelId="{DD3585D2-A7DD-4F2E-973D-1D2BC75E5EB4}" type="presParOf" srcId="{89326826-250E-4422-BEE1-17FE83042396}" destId="{82CE2AD6-5168-45A8-91B7-2F6D8199806B}" srcOrd="8" destOrd="0" presId="urn:microsoft.com/office/officeart/2005/8/layout/chevron1"/>
    <dgm:cxn modelId="{7275306F-60B7-48F3-A4AE-C3D49F904754}" type="presParOf" srcId="{89326826-250E-4422-BEE1-17FE83042396}" destId="{857CF87D-BEF3-4AC1-AD2C-ECA6FA53FC82}" srcOrd="9" destOrd="0" presId="urn:microsoft.com/office/officeart/2005/8/layout/chevron1"/>
    <dgm:cxn modelId="{C7CDD2E2-D75B-4194-B7DE-9D8B532F92E1}" type="presParOf" srcId="{89326826-250E-4422-BEE1-17FE83042396}" destId="{5EB3262C-3F8F-4B2C-BED6-9F445658E96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D0D27DB-17C8-4933-B440-269A0A6B046B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C44E4557-4B8D-4B7D-B11E-573E83C92551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Introduction</a:t>
          </a:r>
          <a:endParaRPr lang="fr-FR" dirty="0"/>
        </a:p>
      </dgm:t>
    </dgm:pt>
    <dgm:pt modelId="{6B38CB67-CA6D-40EF-8104-352248E147DF}" type="parTrans" cxnId="{45954E23-9572-426C-A821-AB956A93E307}">
      <dgm:prSet/>
      <dgm:spPr/>
      <dgm:t>
        <a:bodyPr/>
        <a:lstStyle/>
        <a:p>
          <a:endParaRPr lang="fr-FR"/>
        </a:p>
      </dgm:t>
    </dgm:pt>
    <dgm:pt modelId="{CF5C36AD-D3D4-4D00-9528-447D5CAD980D}" type="sibTrans" cxnId="{45954E23-9572-426C-A821-AB956A93E307}">
      <dgm:prSet/>
      <dgm:spPr/>
      <dgm:t>
        <a:bodyPr/>
        <a:lstStyle/>
        <a:p>
          <a:endParaRPr lang="fr-FR"/>
        </a:p>
      </dgm:t>
    </dgm:pt>
    <dgm:pt modelId="{4AFFD6A4-9242-4842-B48B-70AF50DF3D5E}">
      <dgm:prSet phldrT="[Texte]"/>
      <dgm:spPr>
        <a:solidFill>
          <a:schemeClr val="accent2"/>
        </a:solidFill>
        <a:ln>
          <a:solidFill>
            <a:schemeClr val="accent2"/>
          </a:solidFill>
        </a:ln>
      </dgm:spPr>
      <dgm:t>
        <a:bodyPr/>
        <a:lstStyle/>
        <a:p>
          <a:r>
            <a:rPr lang="fr-FR" dirty="0" smtClean="0"/>
            <a:t>Analyse de la situation</a:t>
          </a:r>
          <a:endParaRPr lang="fr-FR" dirty="0"/>
        </a:p>
      </dgm:t>
    </dgm:pt>
    <dgm:pt modelId="{D4F4099E-087F-41F3-ACC1-96E26ECF460E}" type="parTrans" cxnId="{952ECF7A-7E74-44DD-B42D-1F656DD0A9EE}">
      <dgm:prSet/>
      <dgm:spPr/>
      <dgm:t>
        <a:bodyPr/>
        <a:lstStyle/>
        <a:p>
          <a:endParaRPr lang="fr-FR"/>
        </a:p>
      </dgm:t>
    </dgm:pt>
    <dgm:pt modelId="{0402D23D-4116-4D81-8B6A-CAF0F3A8331B}" type="sibTrans" cxnId="{952ECF7A-7E74-44DD-B42D-1F656DD0A9EE}">
      <dgm:prSet/>
      <dgm:spPr/>
      <dgm:t>
        <a:bodyPr/>
        <a:lstStyle/>
        <a:p>
          <a:endParaRPr lang="fr-FR"/>
        </a:p>
      </dgm:t>
    </dgm:pt>
    <dgm:pt modelId="{A358BBB2-B0D8-410C-97E4-9F87503E986D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Tests utilisateurs</a:t>
          </a:r>
          <a:endParaRPr lang="fr-FR" dirty="0"/>
        </a:p>
      </dgm:t>
    </dgm:pt>
    <dgm:pt modelId="{38624BCE-AC19-4242-9589-59FF9826AA78}" type="parTrans" cxnId="{D87B92F2-4B78-4C72-A7B6-1B85AE931590}">
      <dgm:prSet/>
      <dgm:spPr/>
      <dgm:t>
        <a:bodyPr/>
        <a:lstStyle/>
        <a:p>
          <a:endParaRPr lang="fr-FR"/>
        </a:p>
      </dgm:t>
    </dgm:pt>
    <dgm:pt modelId="{3BB3B16D-0AFE-4FB4-AFC0-A41F5AB0CDCD}" type="sibTrans" cxnId="{D87B92F2-4B78-4C72-A7B6-1B85AE931590}">
      <dgm:prSet/>
      <dgm:spPr/>
      <dgm:t>
        <a:bodyPr/>
        <a:lstStyle/>
        <a:p>
          <a:endParaRPr lang="fr-FR"/>
        </a:p>
      </dgm:t>
    </dgm:pt>
    <dgm:pt modelId="{0294B60E-6ED8-4B51-A839-8C985CE64225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Conclusion et recommandations</a:t>
          </a:r>
          <a:endParaRPr lang="fr-FR" dirty="0"/>
        </a:p>
      </dgm:t>
    </dgm:pt>
    <dgm:pt modelId="{49E2DC80-BF73-4428-A00F-5F39EF0F8C57}" type="parTrans" cxnId="{32C5F88A-8BB4-4ADB-BD09-606FF7990B32}">
      <dgm:prSet/>
      <dgm:spPr/>
      <dgm:t>
        <a:bodyPr/>
        <a:lstStyle/>
        <a:p>
          <a:endParaRPr lang="fr-FR"/>
        </a:p>
      </dgm:t>
    </dgm:pt>
    <dgm:pt modelId="{F4D63BCA-27EC-45C9-A9DC-0558FADBD1F4}" type="sibTrans" cxnId="{32C5F88A-8BB4-4ADB-BD09-606FF7990B32}">
      <dgm:prSet/>
      <dgm:spPr/>
      <dgm:t>
        <a:bodyPr/>
        <a:lstStyle/>
        <a:p>
          <a:endParaRPr lang="fr-FR"/>
        </a:p>
      </dgm:t>
    </dgm:pt>
    <dgm:pt modelId="{86190804-C798-4D74-A945-00E0F0061E7D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Analyse cognitive</a:t>
          </a:r>
          <a:endParaRPr lang="fr-FR" dirty="0"/>
        </a:p>
      </dgm:t>
    </dgm:pt>
    <dgm:pt modelId="{18821DA0-02D9-4170-B348-3BF55452CD19}" type="parTrans" cxnId="{FE2B2C2E-A154-4463-B651-3E771E3C0FB6}">
      <dgm:prSet/>
      <dgm:spPr/>
      <dgm:t>
        <a:bodyPr/>
        <a:lstStyle/>
        <a:p>
          <a:endParaRPr lang="fr-FR"/>
        </a:p>
      </dgm:t>
    </dgm:pt>
    <dgm:pt modelId="{048298C8-2684-4A3A-B11A-40C38FC7AC10}" type="sibTrans" cxnId="{FE2B2C2E-A154-4463-B651-3E771E3C0FB6}">
      <dgm:prSet/>
      <dgm:spPr/>
      <dgm:t>
        <a:bodyPr/>
        <a:lstStyle/>
        <a:p>
          <a:endParaRPr lang="fr-FR"/>
        </a:p>
      </dgm:t>
    </dgm:pt>
    <dgm:pt modelId="{12D0A71A-8EA5-4CDF-ACBC-93827ABA764B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Prototype et amélioration</a:t>
          </a:r>
          <a:endParaRPr lang="fr-FR" dirty="0"/>
        </a:p>
      </dgm:t>
    </dgm:pt>
    <dgm:pt modelId="{31A2D8B2-8372-4186-9C71-B8A2684F12FA}" type="parTrans" cxnId="{C34CEB52-51C2-413A-BE07-4B373D5322EF}">
      <dgm:prSet/>
      <dgm:spPr/>
      <dgm:t>
        <a:bodyPr/>
        <a:lstStyle/>
        <a:p>
          <a:endParaRPr lang="fr-FR"/>
        </a:p>
      </dgm:t>
    </dgm:pt>
    <dgm:pt modelId="{1CF8D868-512D-4195-B252-FAB9CFC1F069}" type="sibTrans" cxnId="{C34CEB52-51C2-413A-BE07-4B373D5322EF}">
      <dgm:prSet/>
      <dgm:spPr/>
      <dgm:t>
        <a:bodyPr/>
        <a:lstStyle/>
        <a:p>
          <a:endParaRPr lang="fr-FR"/>
        </a:p>
      </dgm:t>
    </dgm:pt>
    <dgm:pt modelId="{89326826-250E-4422-BEE1-17FE83042396}" type="pres">
      <dgm:prSet presAssocID="{8D0D27DB-17C8-4933-B440-269A0A6B046B}" presName="Name0" presStyleCnt="0">
        <dgm:presLayoutVars>
          <dgm:dir/>
          <dgm:animLvl val="lvl"/>
          <dgm:resizeHandles val="exact"/>
        </dgm:presLayoutVars>
      </dgm:prSet>
      <dgm:spPr/>
    </dgm:pt>
    <dgm:pt modelId="{467ED3BA-AFFE-4B93-8B3E-C0A0089E1B2A}" type="pres">
      <dgm:prSet presAssocID="{C44E4557-4B8D-4B7D-B11E-573E83C92551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B6CCD52-631D-40EC-A29D-EF905DCD2980}" type="pres">
      <dgm:prSet presAssocID="{CF5C36AD-D3D4-4D00-9528-447D5CAD980D}" presName="parTxOnlySpace" presStyleCnt="0"/>
      <dgm:spPr/>
    </dgm:pt>
    <dgm:pt modelId="{008ACFDA-1B9C-48A0-B214-E31E872FC6D0}" type="pres">
      <dgm:prSet presAssocID="{4AFFD6A4-9242-4842-B48B-70AF50DF3D5E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7AAFF36-03C1-424D-BB2C-AF4DA7052CA5}" type="pres">
      <dgm:prSet presAssocID="{0402D23D-4116-4D81-8B6A-CAF0F3A8331B}" presName="parTxOnlySpace" presStyleCnt="0"/>
      <dgm:spPr/>
    </dgm:pt>
    <dgm:pt modelId="{B181F8EE-A344-42D4-85F0-379A6F9A3E09}" type="pres">
      <dgm:prSet presAssocID="{A358BBB2-B0D8-410C-97E4-9F87503E986D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8A8CDF3-4952-46F7-97C7-87B88213ADAD}" type="pres">
      <dgm:prSet presAssocID="{3BB3B16D-0AFE-4FB4-AFC0-A41F5AB0CDCD}" presName="parTxOnlySpace" presStyleCnt="0"/>
      <dgm:spPr/>
    </dgm:pt>
    <dgm:pt modelId="{EDDECF90-8BB3-4DA1-8C8C-78182594AEC0}" type="pres">
      <dgm:prSet presAssocID="{86190804-C798-4D74-A945-00E0F0061E7D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89026C8-5A6F-4443-941E-58AB4AD879FA}" type="pres">
      <dgm:prSet presAssocID="{048298C8-2684-4A3A-B11A-40C38FC7AC10}" presName="parTxOnlySpace" presStyleCnt="0"/>
      <dgm:spPr/>
    </dgm:pt>
    <dgm:pt modelId="{82CE2AD6-5168-45A8-91B7-2F6D8199806B}" type="pres">
      <dgm:prSet presAssocID="{12D0A71A-8EA5-4CDF-ACBC-93827ABA764B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57CF87D-BEF3-4AC1-AD2C-ECA6FA53FC82}" type="pres">
      <dgm:prSet presAssocID="{1CF8D868-512D-4195-B252-FAB9CFC1F069}" presName="parTxOnlySpace" presStyleCnt="0"/>
      <dgm:spPr/>
    </dgm:pt>
    <dgm:pt modelId="{5EB3262C-3F8F-4B2C-BED6-9F445658E96D}" type="pres">
      <dgm:prSet presAssocID="{0294B60E-6ED8-4B51-A839-8C985CE64225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D87B92F2-4B78-4C72-A7B6-1B85AE931590}" srcId="{8D0D27DB-17C8-4933-B440-269A0A6B046B}" destId="{A358BBB2-B0D8-410C-97E4-9F87503E986D}" srcOrd="2" destOrd="0" parTransId="{38624BCE-AC19-4242-9589-59FF9826AA78}" sibTransId="{3BB3B16D-0AFE-4FB4-AFC0-A41F5AB0CDCD}"/>
    <dgm:cxn modelId="{92CCB197-4F18-4BB0-9E33-A8CB7EB3255C}" type="presOf" srcId="{8D0D27DB-17C8-4933-B440-269A0A6B046B}" destId="{89326826-250E-4422-BEE1-17FE83042396}" srcOrd="0" destOrd="0" presId="urn:microsoft.com/office/officeart/2005/8/layout/chevron1"/>
    <dgm:cxn modelId="{45954E23-9572-426C-A821-AB956A93E307}" srcId="{8D0D27DB-17C8-4933-B440-269A0A6B046B}" destId="{C44E4557-4B8D-4B7D-B11E-573E83C92551}" srcOrd="0" destOrd="0" parTransId="{6B38CB67-CA6D-40EF-8104-352248E147DF}" sibTransId="{CF5C36AD-D3D4-4D00-9528-447D5CAD980D}"/>
    <dgm:cxn modelId="{7F488E24-6087-4594-8CB1-195C45FE11C3}" type="presOf" srcId="{12D0A71A-8EA5-4CDF-ACBC-93827ABA764B}" destId="{82CE2AD6-5168-45A8-91B7-2F6D8199806B}" srcOrd="0" destOrd="0" presId="urn:microsoft.com/office/officeart/2005/8/layout/chevron1"/>
    <dgm:cxn modelId="{49B1589C-8E16-41B7-8DE7-6696D5B0E97C}" type="presOf" srcId="{0294B60E-6ED8-4B51-A839-8C985CE64225}" destId="{5EB3262C-3F8F-4B2C-BED6-9F445658E96D}" srcOrd="0" destOrd="0" presId="urn:microsoft.com/office/officeart/2005/8/layout/chevron1"/>
    <dgm:cxn modelId="{9FB473CA-736F-4F5D-9BB5-32C4D4B5C227}" type="presOf" srcId="{A358BBB2-B0D8-410C-97E4-9F87503E986D}" destId="{B181F8EE-A344-42D4-85F0-379A6F9A3E09}" srcOrd="0" destOrd="0" presId="urn:microsoft.com/office/officeart/2005/8/layout/chevron1"/>
    <dgm:cxn modelId="{6C37FFBE-F027-4198-A92D-9A2A6AC7935F}" type="presOf" srcId="{4AFFD6A4-9242-4842-B48B-70AF50DF3D5E}" destId="{008ACFDA-1B9C-48A0-B214-E31E872FC6D0}" srcOrd="0" destOrd="0" presId="urn:microsoft.com/office/officeart/2005/8/layout/chevron1"/>
    <dgm:cxn modelId="{11B42A54-FDD3-4D92-8839-13671E137B87}" type="presOf" srcId="{C44E4557-4B8D-4B7D-B11E-573E83C92551}" destId="{467ED3BA-AFFE-4B93-8B3E-C0A0089E1B2A}" srcOrd="0" destOrd="0" presId="urn:microsoft.com/office/officeart/2005/8/layout/chevron1"/>
    <dgm:cxn modelId="{32C5F88A-8BB4-4ADB-BD09-606FF7990B32}" srcId="{8D0D27DB-17C8-4933-B440-269A0A6B046B}" destId="{0294B60E-6ED8-4B51-A839-8C985CE64225}" srcOrd="5" destOrd="0" parTransId="{49E2DC80-BF73-4428-A00F-5F39EF0F8C57}" sibTransId="{F4D63BCA-27EC-45C9-A9DC-0558FADBD1F4}"/>
    <dgm:cxn modelId="{FE2B2C2E-A154-4463-B651-3E771E3C0FB6}" srcId="{8D0D27DB-17C8-4933-B440-269A0A6B046B}" destId="{86190804-C798-4D74-A945-00E0F0061E7D}" srcOrd="3" destOrd="0" parTransId="{18821DA0-02D9-4170-B348-3BF55452CD19}" sibTransId="{048298C8-2684-4A3A-B11A-40C38FC7AC10}"/>
    <dgm:cxn modelId="{952ECF7A-7E74-44DD-B42D-1F656DD0A9EE}" srcId="{8D0D27DB-17C8-4933-B440-269A0A6B046B}" destId="{4AFFD6A4-9242-4842-B48B-70AF50DF3D5E}" srcOrd="1" destOrd="0" parTransId="{D4F4099E-087F-41F3-ACC1-96E26ECF460E}" sibTransId="{0402D23D-4116-4D81-8B6A-CAF0F3A8331B}"/>
    <dgm:cxn modelId="{C34CEB52-51C2-413A-BE07-4B373D5322EF}" srcId="{8D0D27DB-17C8-4933-B440-269A0A6B046B}" destId="{12D0A71A-8EA5-4CDF-ACBC-93827ABA764B}" srcOrd="4" destOrd="0" parTransId="{31A2D8B2-8372-4186-9C71-B8A2684F12FA}" sibTransId="{1CF8D868-512D-4195-B252-FAB9CFC1F069}"/>
    <dgm:cxn modelId="{8D03432B-5A58-426B-A2D1-2D835DD86035}" type="presOf" srcId="{86190804-C798-4D74-A945-00E0F0061E7D}" destId="{EDDECF90-8BB3-4DA1-8C8C-78182594AEC0}" srcOrd="0" destOrd="0" presId="urn:microsoft.com/office/officeart/2005/8/layout/chevron1"/>
    <dgm:cxn modelId="{91551F63-5C16-41E6-9B5A-9F1B571A6E26}" type="presParOf" srcId="{89326826-250E-4422-BEE1-17FE83042396}" destId="{467ED3BA-AFFE-4B93-8B3E-C0A0089E1B2A}" srcOrd="0" destOrd="0" presId="urn:microsoft.com/office/officeart/2005/8/layout/chevron1"/>
    <dgm:cxn modelId="{CD83B3EB-2A99-4EF4-A9BD-B660756C5913}" type="presParOf" srcId="{89326826-250E-4422-BEE1-17FE83042396}" destId="{2B6CCD52-631D-40EC-A29D-EF905DCD2980}" srcOrd="1" destOrd="0" presId="urn:microsoft.com/office/officeart/2005/8/layout/chevron1"/>
    <dgm:cxn modelId="{D2BCE809-0B11-46E4-8A25-E73437F5B1E6}" type="presParOf" srcId="{89326826-250E-4422-BEE1-17FE83042396}" destId="{008ACFDA-1B9C-48A0-B214-E31E872FC6D0}" srcOrd="2" destOrd="0" presId="urn:microsoft.com/office/officeart/2005/8/layout/chevron1"/>
    <dgm:cxn modelId="{B671F9C2-A6C6-4ECE-82D0-A448AC40AA41}" type="presParOf" srcId="{89326826-250E-4422-BEE1-17FE83042396}" destId="{B7AAFF36-03C1-424D-BB2C-AF4DA7052CA5}" srcOrd="3" destOrd="0" presId="urn:microsoft.com/office/officeart/2005/8/layout/chevron1"/>
    <dgm:cxn modelId="{F2EB445B-65CD-4B52-B78F-11BDB2CE384F}" type="presParOf" srcId="{89326826-250E-4422-BEE1-17FE83042396}" destId="{B181F8EE-A344-42D4-85F0-379A6F9A3E09}" srcOrd="4" destOrd="0" presId="urn:microsoft.com/office/officeart/2005/8/layout/chevron1"/>
    <dgm:cxn modelId="{955CF82E-78B0-4BE2-855E-8DE29F09E60A}" type="presParOf" srcId="{89326826-250E-4422-BEE1-17FE83042396}" destId="{D8A8CDF3-4952-46F7-97C7-87B88213ADAD}" srcOrd="5" destOrd="0" presId="urn:microsoft.com/office/officeart/2005/8/layout/chevron1"/>
    <dgm:cxn modelId="{7116F1B0-DC64-4DD8-BD41-11F69265F6F8}" type="presParOf" srcId="{89326826-250E-4422-BEE1-17FE83042396}" destId="{EDDECF90-8BB3-4DA1-8C8C-78182594AEC0}" srcOrd="6" destOrd="0" presId="urn:microsoft.com/office/officeart/2005/8/layout/chevron1"/>
    <dgm:cxn modelId="{8EB9B383-1C48-47D4-855E-F9DCB38269F1}" type="presParOf" srcId="{89326826-250E-4422-BEE1-17FE83042396}" destId="{889026C8-5A6F-4443-941E-58AB4AD879FA}" srcOrd="7" destOrd="0" presId="urn:microsoft.com/office/officeart/2005/8/layout/chevron1"/>
    <dgm:cxn modelId="{DD3585D2-A7DD-4F2E-973D-1D2BC75E5EB4}" type="presParOf" srcId="{89326826-250E-4422-BEE1-17FE83042396}" destId="{82CE2AD6-5168-45A8-91B7-2F6D8199806B}" srcOrd="8" destOrd="0" presId="urn:microsoft.com/office/officeart/2005/8/layout/chevron1"/>
    <dgm:cxn modelId="{7275306F-60B7-48F3-A4AE-C3D49F904754}" type="presParOf" srcId="{89326826-250E-4422-BEE1-17FE83042396}" destId="{857CF87D-BEF3-4AC1-AD2C-ECA6FA53FC82}" srcOrd="9" destOrd="0" presId="urn:microsoft.com/office/officeart/2005/8/layout/chevron1"/>
    <dgm:cxn modelId="{C7CDD2E2-D75B-4194-B7DE-9D8B532F92E1}" type="presParOf" srcId="{89326826-250E-4422-BEE1-17FE83042396}" destId="{5EB3262C-3F8F-4B2C-BED6-9F445658E96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D0D27DB-17C8-4933-B440-269A0A6B046B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C44E4557-4B8D-4B7D-B11E-573E83C92551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Introduction</a:t>
          </a:r>
          <a:endParaRPr lang="fr-FR" dirty="0"/>
        </a:p>
      </dgm:t>
    </dgm:pt>
    <dgm:pt modelId="{6B38CB67-CA6D-40EF-8104-352248E147DF}" type="parTrans" cxnId="{45954E23-9572-426C-A821-AB956A93E307}">
      <dgm:prSet/>
      <dgm:spPr/>
      <dgm:t>
        <a:bodyPr/>
        <a:lstStyle/>
        <a:p>
          <a:endParaRPr lang="fr-FR"/>
        </a:p>
      </dgm:t>
    </dgm:pt>
    <dgm:pt modelId="{CF5C36AD-D3D4-4D00-9528-447D5CAD980D}" type="sibTrans" cxnId="{45954E23-9572-426C-A821-AB956A93E307}">
      <dgm:prSet/>
      <dgm:spPr/>
      <dgm:t>
        <a:bodyPr/>
        <a:lstStyle/>
        <a:p>
          <a:endParaRPr lang="fr-FR"/>
        </a:p>
      </dgm:t>
    </dgm:pt>
    <dgm:pt modelId="{4AFFD6A4-9242-4842-B48B-70AF50DF3D5E}">
      <dgm:prSet phldrT="[Texte]"/>
      <dgm:spPr>
        <a:solidFill>
          <a:schemeClr val="accent2"/>
        </a:solidFill>
        <a:ln>
          <a:solidFill>
            <a:schemeClr val="accent2"/>
          </a:solidFill>
        </a:ln>
      </dgm:spPr>
      <dgm:t>
        <a:bodyPr/>
        <a:lstStyle/>
        <a:p>
          <a:r>
            <a:rPr lang="fr-FR" dirty="0" smtClean="0"/>
            <a:t>Analyse de la situation</a:t>
          </a:r>
          <a:endParaRPr lang="fr-FR" dirty="0"/>
        </a:p>
      </dgm:t>
    </dgm:pt>
    <dgm:pt modelId="{D4F4099E-087F-41F3-ACC1-96E26ECF460E}" type="parTrans" cxnId="{952ECF7A-7E74-44DD-B42D-1F656DD0A9EE}">
      <dgm:prSet/>
      <dgm:spPr/>
      <dgm:t>
        <a:bodyPr/>
        <a:lstStyle/>
        <a:p>
          <a:endParaRPr lang="fr-FR"/>
        </a:p>
      </dgm:t>
    </dgm:pt>
    <dgm:pt modelId="{0402D23D-4116-4D81-8B6A-CAF0F3A8331B}" type="sibTrans" cxnId="{952ECF7A-7E74-44DD-B42D-1F656DD0A9EE}">
      <dgm:prSet/>
      <dgm:spPr/>
      <dgm:t>
        <a:bodyPr/>
        <a:lstStyle/>
        <a:p>
          <a:endParaRPr lang="fr-FR"/>
        </a:p>
      </dgm:t>
    </dgm:pt>
    <dgm:pt modelId="{A358BBB2-B0D8-410C-97E4-9F87503E986D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Tests utilisateurs</a:t>
          </a:r>
          <a:endParaRPr lang="fr-FR" dirty="0"/>
        </a:p>
      </dgm:t>
    </dgm:pt>
    <dgm:pt modelId="{38624BCE-AC19-4242-9589-59FF9826AA78}" type="parTrans" cxnId="{D87B92F2-4B78-4C72-A7B6-1B85AE931590}">
      <dgm:prSet/>
      <dgm:spPr/>
      <dgm:t>
        <a:bodyPr/>
        <a:lstStyle/>
        <a:p>
          <a:endParaRPr lang="fr-FR"/>
        </a:p>
      </dgm:t>
    </dgm:pt>
    <dgm:pt modelId="{3BB3B16D-0AFE-4FB4-AFC0-A41F5AB0CDCD}" type="sibTrans" cxnId="{D87B92F2-4B78-4C72-A7B6-1B85AE931590}">
      <dgm:prSet/>
      <dgm:spPr/>
      <dgm:t>
        <a:bodyPr/>
        <a:lstStyle/>
        <a:p>
          <a:endParaRPr lang="fr-FR"/>
        </a:p>
      </dgm:t>
    </dgm:pt>
    <dgm:pt modelId="{0294B60E-6ED8-4B51-A839-8C985CE64225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Conclusion et recommandations</a:t>
          </a:r>
          <a:endParaRPr lang="fr-FR" dirty="0"/>
        </a:p>
      </dgm:t>
    </dgm:pt>
    <dgm:pt modelId="{49E2DC80-BF73-4428-A00F-5F39EF0F8C57}" type="parTrans" cxnId="{32C5F88A-8BB4-4ADB-BD09-606FF7990B32}">
      <dgm:prSet/>
      <dgm:spPr/>
      <dgm:t>
        <a:bodyPr/>
        <a:lstStyle/>
        <a:p>
          <a:endParaRPr lang="fr-FR"/>
        </a:p>
      </dgm:t>
    </dgm:pt>
    <dgm:pt modelId="{F4D63BCA-27EC-45C9-A9DC-0558FADBD1F4}" type="sibTrans" cxnId="{32C5F88A-8BB4-4ADB-BD09-606FF7990B32}">
      <dgm:prSet/>
      <dgm:spPr/>
      <dgm:t>
        <a:bodyPr/>
        <a:lstStyle/>
        <a:p>
          <a:endParaRPr lang="fr-FR"/>
        </a:p>
      </dgm:t>
    </dgm:pt>
    <dgm:pt modelId="{86190804-C798-4D74-A945-00E0F0061E7D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Analyse cognitive</a:t>
          </a:r>
          <a:endParaRPr lang="fr-FR" dirty="0"/>
        </a:p>
      </dgm:t>
    </dgm:pt>
    <dgm:pt modelId="{18821DA0-02D9-4170-B348-3BF55452CD19}" type="parTrans" cxnId="{FE2B2C2E-A154-4463-B651-3E771E3C0FB6}">
      <dgm:prSet/>
      <dgm:spPr/>
      <dgm:t>
        <a:bodyPr/>
        <a:lstStyle/>
        <a:p>
          <a:endParaRPr lang="fr-FR"/>
        </a:p>
      </dgm:t>
    </dgm:pt>
    <dgm:pt modelId="{048298C8-2684-4A3A-B11A-40C38FC7AC10}" type="sibTrans" cxnId="{FE2B2C2E-A154-4463-B651-3E771E3C0FB6}">
      <dgm:prSet/>
      <dgm:spPr/>
      <dgm:t>
        <a:bodyPr/>
        <a:lstStyle/>
        <a:p>
          <a:endParaRPr lang="fr-FR"/>
        </a:p>
      </dgm:t>
    </dgm:pt>
    <dgm:pt modelId="{12D0A71A-8EA5-4CDF-ACBC-93827ABA764B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Prototype et amélioration</a:t>
          </a:r>
          <a:endParaRPr lang="fr-FR" dirty="0"/>
        </a:p>
      </dgm:t>
    </dgm:pt>
    <dgm:pt modelId="{31A2D8B2-8372-4186-9C71-B8A2684F12FA}" type="parTrans" cxnId="{C34CEB52-51C2-413A-BE07-4B373D5322EF}">
      <dgm:prSet/>
      <dgm:spPr/>
      <dgm:t>
        <a:bodyPr/>
        <a:lstStyle/>
        <a:p>
          <a:endParaRPr lang="fr-FR"/>
        </a:p>
      </dgm:t>
    </dgm:pt>
    <dgm:pt modelId="{1CF8D868-512D-4195-B252-FAB9CFC1F069}" type="sibTrans" cxnId="{C34CEB52-51C2-413A-BE07-4B373D5322EF}">
      <dgm:prSet/>
      <dgm:spPr/>
      <dgm:t>
        <a:bodyPr/>
        <a:lstStyle/>
        <a:p>
          <a:endParaRPr lang="fr-FR"/>
        </a:p>
      </dgm:t>
    </dgm:pt>
    <dgm:pt modelId="{89326826-250E-4422-BEE1-17FE83042396}" type="pres">
      <dgm:prSet presAssocID="{8D0D27DB-17C8-4933-B440-269A0A6B046B}" presName="Name0" presStyleCnt="0">
        <dgm:presLayoutVars>
          <dgm:dir/>
          <dgm:animLvl val="lvl"/>
          <dgm:resizeHandles val="exact"/>
        </dgm:presLayoutVars>
      </dgm:prSet>
      <dgm:spPr/>
    </dgm:pt>
    <dgm:pt modelId="{467ED3BA-AFFE-4B93-8B3E-C0A0089E1B2A}" type="pres">
      <dgm:prSet presAssocID="{C44E4557-4B8D-4B7D-B11E-573E83C92551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B6CCD52-631D-40EC-A29D-EF905DCD2980}" type="pres">
      <dgm:prSet presAssocID="{CF5C36AD-D3D4-4D00-9528-447D5CAD980D}" presName="parTxOnlySpace" presStyleCnt="0"/>
      <dgm:spPr/>
    </dgm:pt>
    <dgm:pt modelId="{008ACFDA-1B9C-48A0-B214-E31E872FC6D0}" type="pres">
      <dgm:prSet presAssocID="{4AFFD6A4-9242-4842-B48B-70AF50DF3D5E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7AAFF36-03C1-424D-BB2C-AF4DA7052CA5}" type="pres">
      <dgm:prSet presAssocID="{0402D23D-4116-4D81-8B6A-CAF0F3A8331B}" presName="parTxOnlySpace" presStyleCnt="0"/>
      <dgm:spPr/>
    </dgm:pt>
    <dgm:pt modelId="{B181F8EE-A344-42D4-85F0-379A6F9A3E09}" type="pres">
      <dgm:prSet presAssocID="{A358BBB2-B0D8-410C-97E4-9F87503E986D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8A8CDF3-4952-46F7-97C7-87B88213ADAD}" type="pres">
      <dgm:prSet presAssocID="{3BB3B16D-0AFE-4FB4-AFC0-A41F5AB0CDCD}" presName="parTxOnlySpace" presStyleCnt="0"/>
      <dgm:spPr/>
    </dgm:pt>
    <dgm:pt modelId="{EDDECF90-8BB3-4DA1-8C8C-78182594AEC0}" type="pres">
      <dgm:prSet presAssocID="{86190804-C798-4D74-A945-00E0F0061E7D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89026C8-5A6F-4443-941E-58AB4AD879FA}" type="pres">
      <dgm:prSet presAssocID="{048298C8-2684-4A3A-B11A-40C38FC7AC10}" presName="parTxOnlySpace" presStyleCnt="0"/>
      <dgm:spPr/>
    </dgm:pt>
    <dgm:pt modelId="{82CE2AD6-5168-45A8-91B7-2F6D8199806B}" type="pres">
      <dgm:prSet presAssocID="{12D0A71A-8EA5-4CDF-ACBC-93827ABA764B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57CF87D-BEF3-4AC1-AD2C-ECA6FA53FC82}" type="pres">
      <dgm:prSet presAssocID="{1CF8D868-512D-4195-B252-FAB9CFC1F069}" presName="parTxOnlySpace" presStyleCnt="0"/>
      <dgm:spPr/>
    </dgm:pt>
    <dgm:pt modelId="{5EB3262C-3F8F-4B2C-BED6-9F445658E96D}" type="pres">
      <dgm:prSet presAssocID="{0294B60E-6ED8-4B51-A839-8C985CE64225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D87B92F2-4B78-4C72-A7B6-1B85AE931590}" srcId="{8D0D27DB-17C8-4933-B440-269A0A6B046B}" destId="{A358BBB2-B0D8-410C-97E4-9F87503E986D}" srcOrd="2" destOrd="0" parTransId="{38624BCE-AC19-4242-9589-59FF9826AA78}" sibTransId="{3BB3B16D-0AFE-4FB4-AFC0-A41F5AB0CDCD}"/>
    <dgm:cxn modelId="{92CCB197-4F18-4BB0-9E33-A8CB7EB3255C}" type="presOf" srcId="{8D0D27DB-17C8-4933-B440-269A0A6B046B}" destId="{89326826-250E-4422-BEE1-17FE83042396}" srcOrd="0" destOrd="0" presId="urn:microsoft.com/office/officeart/2005/8/layout/chevron1"/>
    <dgm:cxn modelId="{45954E23-9572-426C-A821-AB956A93E307}" srcId="{8D0D27DB-17C8-4933-B440-269A0A6B046B}" destId="{C44E4557-4B8D-4B7D-B11E-573E83C92551}" srcOrd="0" destOrd="0" parTransId="{6B38CB67-CA6D-40EF-8104-352248E147DF}" sibTransId="{CF5C36AD-D3D4-4D00-9528-447D5CAD980D}"/>
    <dgm:cxn modelId="{7F488E24-6087-4594-8CB1-195C45FE11C3}" type="presOf" srcId="{12D0A71A-8EA5-4CDF-ACBC-93827ABA764B}" destId="{82CE2AD6-5168-45A8-91B7-2F6D8199806B}" srcOrd="0" destOrd="0" presId="urn:microsoft.com/office/officeart/2005/8/layout/chevron1"/>
    <dgm:cxn modelId="{49B1589C-8E16-41B7-8DE7-6696D5B0E97C}" type="presOf" srcId="{0294B60E-6ED8-4B51-A839-8C985CE64225}" destId="{5EB3262C-3F8F-4B2C-BED6-9F445658E96D}" srcOrd="0" destOrd="0" presId="urn:microsoft.com/office/officeart/2005/8/layout/chevron1"/>
    <dgm:cxn modelId="{9FB473CA-736F-4F5D-9BB5-32C4D4B5C227}" type="presOf" srcId="{A358BBB2-B0D8-410C-97E4-9F87503E986D}" destId="{B181F8EE-A344-42D4-85F0-379A6F9A3E09}" srcOrd="0" destOrd="0" presId="urn:microsoft.com/office/officeart/2005/8/layout/chevron1"/>
    <dgm:cxn modelId="{6C37FFBE-F027-4198-A92D-9A2A6AC7935F}" type="presOf" srcId="{4AFFD6A4-9242-4842-B48B-70AF50DF3D5E}" destId="{008ACFDA-1B9C-48A0-B214-E31E872FC6D0}" srcOrd="0" destOrd="0" presId="urn:microsoft.com/office/officeart/2005/8/layout/chevron1"/>
    <dgm:cxn modelId="{11B42A54-FDD3-4D92-8839-13671E137B87}" type="presOf" srcId="{C44E4557-4B8D-4B7D-B11E-573E83C92551}" destId="{467ED3BA-AFFE-4B93-8B3E-C0A0089E1B2A}" srcOrd="0" destOrd="0" presId="urn:microsoft.com/office/officeart/2005/8/layout/chevron1"/>
    <dgm:cxn modelId="{32C5F88A-8BB4-4ADB-BD09-606FF7990B32}" srcId="{8D0D27DB-17C8-4933-B440-269A0A6B046B}" destId="{0294B60E-6ED8-4B51-A839-8C985CE64225}" srcOrd="5" destOrd="0" parTransId="{49E2DC80-BF73-4428-A00F-5F39EF0F8C57}" sibTransId="{F4D63BCA-27EC-45C9-A9DC-0558FADBD1F4}"/>
    <dgm:cxn modelId="{FE2B2C2E-A154-4463-B651-3E771E3C0FB6}" srcId="{8D0D27DB-17C8-4933-B440-269A0A6B046B}" destId="{86190804-C798-4D74-A945-00E0F0061E7D}" srcOrd="3" destOrd="0" parTransId="{18821DA0-02D9-4170-B348-3BF55452CD19}" sibTransId="{048298C8-2684-4A3A-B11A-40C38FC7AC10}"/>
    <dgm:cxn modelId="{952ECF7A-7E74-44DD-B42D-1F656DD0A9EE}" srcId="{8D0D27DB-17C8-4933-B440-269A0A6B046B}" destId="{4AFFD6A4-9242-4842-B48B-70AF50DF3D5E}" srcOrd="1" destOrd="0" parTransId="{D4F4099E-087F-41F3-ACC1-96E26ECF460E}" sibTransId="{0402D23D-4116-4D81-8B6A-CAF0F3A8331B}"/>
    <dgm:cxn modelId="{C34CEB52-51C2-413A-BE07-4B373D5322EF}" srcId="{8D0D27DB-17C8-4933-B440-269A0A6B046B}" destId="{12D0A71A-8EA5-4CDF-ACBC-93827ABA764B}" srcOrd="4" destOrd="0" parTransId="{31A2D8B2-8372-4186-9C71-B8A2684F12FA}" sibTransId="{1CF8D868-512D-4195-B252-FAB9CFC1F069}"/>
    <dgm:cxn modelId="{8D03432B-5A58-426B-A2D1-2D835DD86035}" type="presOf" srcId="{86190804-C798-4D74-A945-00E0F0061E7D}" destId="{EDDECF90-8BB3-4DA1-8C8C-78182594AEC0}" srcOrd="0" destOrd="0" presId="urn:microsoft.com/office/officeart/2005/8/layout/chevron1"/>
    <dgm:cxn modelId="{91551F63-5C16-41E6-9B5A-9F1B571A6E26}" type="presParOf" srcId="{89326826-250E-4422-BEE1-17FE83042396}" destId="{467ED3BA-AFFE-4B93-8B3E-C0A0089E1B2A}" srcOrd="0" destOrd="0" presId="urn:microsoft.com/office/officeart/2005/8/layout/chevron1"/>
    <dgm:cxn modelId="{CD83B3EB-2A99-4EF4-A9BD-B660756C5913}" type="presParOf" srcId="{89326826-250E-4422-BEE1-17FE83042396}" destId="{2B6CCD52-631D-40EC-A29D-EF905DCD2980}" srcOrd="1" destOrd="0" presId="urn:microsoft.com/office/officeart/2005/8/layout/chevron1"/>
    <dgm:cxn modelId="{D2BCE809-0B11-46E4-8A25-E73437F5B1E6}" type="presParOf" srcId="{89326826-250E-4422-BEE1-17FE83042396}" destId="{008ACFDA-1B9C-48A0-B214-E31E872FC6D0}" srcOrd="2" destOrd="0" presId="urn:microsoft.com/office/officeart/2005/8/layout/chevron1"/>
    <dgm:cxn modelId="{B671F9C2-A6C6-4ECE-82D0-A448AC40AA41}" type="presParOf" srcId="{89326826-250E-4422-BEE1-17FE83042396}" destId="{B7AAFF36-03C1-424D-BB2C-AF4DA7052CA5}" srcOrd="3" destOrd="0" presId="urn:microsoft.com/office/officeart/2005/8/layout/chevron1"/>
    <dgm:cxn modelId="{F2EB445B-65CD-4B52-B78F-11BDB2CE384F}" type="presParOf" srcId="{89326826-250E-4422-BEE1-17FE83042396}" destId="{B181F8EE-A344-42D4-85F0-379A6F9A3E09}" srcOrd="4" destOrd="0" presId="urn:microsoft.com/office/officeart/2005/8/layout/chevron1"/>
    <dgm:cxn modelId="{955CF82E-78B0-4BE2-855E-8DE29F09E60A}" type="presParOf" srcId="{89326826-250E-4422-BEE1-17FE83042396}" destId="{D8A8CDF3-4952-46F7-97C7-87B88213ADAD}" srcOrd="5" destOrd="0" presId="urn:microsoft.com/office/officeart/2005/8/layout/chevron1"/>
    <dgm:cxn modelId="{7116F1B0-DC64-4DD8-BD41-11F69265F6F8}" type="presParOf" srcId="{89326826-250E-4422-BEE1-17FE83042396}" destId="{EDDECF90-8BB3-4DA1-8C8C-78182594AEC0}" srcOrd="6" destOrd="0" presId="urn:microsoft.com/office/officeart/2005/8/layout/chevron1"/>
    <dgm:cxn modelId="{8EB9B383-1C48-47D4-855E-F9DCB38269F1}" type="presParOf" srcId="{89326826-250E-4422-BEE1-17FE83042396}" destId="{889026C8-5A6F-4443-941E-58AB4AD879FA}" srcOrd="7" destOrd="0" presId="urn:microsoft.com/office/officeart/2005/8/layout/chevron1"/>
    <dgm:cxn modelId="{DD3585D2-A7DD-4F2E-973D-1D2BC75E5EB4}" type="presParOf" srcId="{89326826-250E-4422-BEE1-17FE83042396}" destId="{82CE2AD6-5168-45A8-91B7-2F6D8199806B}" srcOrd="8" destOrd="0" presId="urn:microsoft.com/office/officeart/2005/8/layout/chevron1"/>
    <dgm:cxn modelId="{7275306F-60B7-48F3-A4AE-C3D49F904754}" type="presParOf" srcId="{89326826-250E-4422-BEE1-17FE83042396}" destId="{857CF87D-BEF3-4AC1-AD2C-ECA6FA53FC82}" srcOrd="9" destOrd="0" presId="urn:microsoft.com/office/officeart/2005/8/layout/chevron1"/>
    <dgm:cxn modelId="{C7CDD2E2-D75B-4194-B7DE-9D8B532F92E1}" type="presParOf" srcId="{89326826-250E-4422-BEE1-17FE83042396}" destId="{5EB3262C-3F8F-4B2C-BED6-9F445658E96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D0D27DB-17C8-4933-B440-269A0A6B046B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C44E4557-4B8D-4B7D-B11E-573E83C92551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Introduction</a:t>
          </a:r>
          <a:endParaRPr lang="fr-FR" dirty="0"/>
        </a:p>
      </dgm:t>
    </dgm:pt>
    <dgm:pt modelId="{6B38CB67-CA6D-40EF-8104-352248E147DF}" type="parTrans" cxnId="{45954E23-9572-426C-A821-AB956A93E307}">
      <dgm:prSet/>
      <dgm:spPr/>
      <dgm:t>
        <a:bodyPr/>
        <a:lstStyle/>
        <a:p>
          <a:endParaRPr lang="fr-FR"/>
        </a:p>
      </dgm:t>
    </dgm:pt>
    <dgm:pt modelId="{CF5C36AD-D3D4-4D00-9528-447D5CAD980D}" type="sibTrans" cxnId="{45954E23-9572-426C-A821-AB956A93E307}">
      <dgm:prSet/>
      <dgm:spPr/>
      <dgm:t>
        <a:bodyPr/>
        <a:lstStyle/>
        <a:p>
          <a:endParaRPr lang="fr-FR"/>
        </a:p>
      </dgm:t>
    </dgm:pt>
    <dgm:pt modelId="{4AFFD6A4-9242-4842-B48B-70AF50DF3D5E}">
      <dgm:prSet phldrT="[Texte]"/>
      <dgm:spPr>
        <a:solidFill>
          <a:schemeClr val="accent2"/>
        </a:solidFill>
        <a:ln>
          <a:solidFill>
            <a:schemeClr val="accent2"/>
          </a:solidFill>
        </a:ln>
      </dgm:spPr>
      <dgm:t>
        <a:bodyPr/>
        <a:lstStyle/>
        <a:p>
          <a:r>
            <a:rPr lang="fr-FR" dirty="0" smtClean="0"/>
            <a:t>Analyse de la situation</a:t>
          </a:r>
          <a:endParaRPr lang="fr-FR" dirty="0"/>
        </a:p>
      </dgm:t>
    </dgm:pt>
    <dgm:pt modelId="{D4F4099E-087F-41F3-ACC1-96E26ECF460E}" type="parTrans" cxnId="{952ECF7A-7E74-44DD-B42D-1F656DD0A9EE}">
      <dgm:prSet/>
      <dgm:spPr/>
      <dgm:t>
        <a:bodyPr/>
        <a:lstStyle/>
        <a:p>
          <a:endParaRPr lang="fr-FR"/>
        </a:p>
      </dgm:t>
    </dgm:pt>
    <dgm:pt modelId="{0402D23D-4116-4D81-8B6A-CAF0F3A8331B}" type="sibTrans" cxnId="{952ECF7A-7E74-44DD-B42D-1F656DD0A9EE}">
      <dgm:prSet/>
      <dgm:spPr/>
      <dgm:t>
        <a:bodyPr/>
        <a:lstStyle/>
        <a:p>
          <a:endParaRPr lang="fr-FR"/>
        </a:p>
      </dgm:t>
    </dgm:pt>
    <dgm:pt modelId="{A358BBB2-B0D8-410C-97E4-9F87503E986D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Tests utilisateurs</a:t>
          </a:r>
          <a:endParaRPr lang="fr-FR" dirty="0"/>
        </a:p>
      </dgm:t>
    </dgm:pt>
    <dgm:pt modelId="{38624BCE-AC19-4242-9589-59FF9826AA78}" type="parTrans" cxnId="{D87B92F2-4B78-4C72-A7B6-1B85AE931590}">
      <dgm:prSet/>
      <dgm:spPr/>
      <dgm:t>
        <a:bodyPr/>
        <a:lstStyle/>
        <a:p>
          <a:endParaRPr lang="fr-FR"/>
        </a:p>
      </dgm:t>
    </dgm:pt>
    <dgm:pt modelId="{3BB3B16D-0AFE-4FB4-AFC0-A41F5AB0CDCD}" type="sibTrans" cxnId="{D87B92F2-4B78-4C72-A7B6-1B85AE931590}">
      <dgm:prSet/>
      <dgm:spPr/>
      <dgm:t>
        <a:bodyPr/>
        <a:lstStyle/>
        <a:p>
          <a:endParaRPr lang="fr-FR"/>
        </a:p>
      </dgm:t>
    </dgm:pt>
    <dgm:pt modelId="{0294B60E-6ED8-4B51-A839-8C985CE64225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Conclusion et recommandations</a:t>
          </a:r>
          <a:endParaRPr lang="fr-FR" dirty="0"/>
        </a:p>
      </dgm:t>
    </dgm:pt>
    <dgm:pt modelId="{49E2DC80-BF73-4428-A00F-5F39EF0F8C57}" type="parTrans" cxnId="{32C5F88A-8BB4-4ADB-BD09-606FF7990B32}">
      <dgm:prSet/>
      <dgm:spPr/>
      <dgm:t>
        <a:bodyPr/>
        <a:lstStyle/>
        <a:p>
          <a:endParaRPr lang="fr-FR"/>
        </a:p>
      </dgm:t>
    </dgm:pt>
    <dgm:pt modelId="{F4D63BCA-27EC-45C9-A9DC-0558FADBD1F4}" type="sibTrans" cxnId="{32C5F88A-8BB4-4ADB-BD09-606FF7990B32}">
      <dgm:prSet/>
      <dgm:spPr/>
      <dgm:t>
        <a:bodyPr/>
        <a:lstStyle/>
        <a:p>
          <a:endParaRPr lang="fr-FR"/>
        </a:p>
      </dgm:t>
    </dgm:pt>
    <dgm:pt modelId="{86190804-C798-4D74-A945-00E0F0061E7D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Analyse cognitive</a:t>
          </a:r>
          <a:endParaRPr lang="fr-FR" dirty="0"/>
        </a:p>
      </dgm:t>
    </dgm:pt>
    <dgm:pt modelId="{18821DA0-02D9-4170-B348-3BF55452CD19}" type="parTrans" cxnId="{FE2B2C2E-A154-4463-B651-3E771E3C0FB6}">
      <dgm:prSet/>
      <dgm:spPr/>
      <dgm:t>
        <a:bodyPr/>
        <a:lstStyle/>
        <a:p>
          <a:endParaRPr lang="fr-FR"/>
        </a:p>
      </dgm:t>
    </dgm:pt>
    <dgm:pt modelId="{048298C8-2684-4A3A-B11A-40C38FC7AC10}" type="sibTrans" cxnId="{FE2B2C2E-A154-4463-B651-3E771E3C0FB6}">
      <dgm:prSet/>
      <dgm:spPr/>
      <dgm:t>
        <a:bodyPr/>
        <a:lstStyle/>
        <a:p>
          <a:endParaRPr lang="fr-FR"/>
        </a:p>
      </dgm:t>
    </dgm:pt>
    <dgm:pt modelId="{12D0A71A-8EA5-4CDF-ACBC-93827ABA764B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Prototype et amélioration</a:t>
          </a:r>
          <a:endParaRPr lang="fr-FR" dirty="0"/>
        </a:p>
      </dgm:t>
    </dgm:pt>
    <dgm:pt modelId="{31A2D8B2-8372-4186-9C71-B8A2684F12FA}" type="parTrans" cxnId="{C34CEB52-51C2-413A-BE07-4B373D5322EF}">
      <dgm:prSet/>
      <dgm:spPr/>
      <dgm:t>
        <a:bodyPr/>
        <a:lstStyle/>
        <a:p>
          <a:endParaRPr lang="fr-FR"/>
        </a:p>
      </dgm:t>
    </dgm:pt>
    <dgm:pt modelId="{1CF8D868-512D-4195-B252-FAB9CFC1F069}" type="sibTrans" cxnId="{C34CEB52-51C2-413A-BE07-4B373D5322EF}">
      <dgm:prSet/>
      <dgm:spPr/>
      <dgm:t>
        <a:bodyPr/>
        <a:lstStyle/>
        <a:p>
          <a:endParaRPr lang="fr-FR"/>
        </a:p>
      </dgm:t>
    </dgm:pt>
    <dgm:pt modelId="{89326826-250E-4422-BEE1-17FE83042396}" type="pres">
      <dgm:prSet presAssocID="{8D0D27DB-17C8-4933-B440-269A0A6B046B}" presName="Name0" presStyleCnt="0">
        <dgm:presLayoutVars>
          <dgm:dir/>
          <dgm:animLvl val="lvl"/>
          <dgm:resizeHandles val="exact"/>
        </dgm:presLayoutVars>
      </dgm:prSet>
      <dgm:spPr/>
    </dgm:pt>
    <dgm:pt modelId="{467ED3BA-AFFE-4B93-8B3E-C0A0089E1B2A}" type="pres">
      <dgm:prSet presAssocID="{C44E4557-4B8D-4B7D-B11E-573E83C92551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B6CCD52-631D-40EC-A29D-EF905DCD2980}" type="pres">
      <dgm:prSet presAssocID="{CF5C36AD-D3D4-4D00-9528-447D5CAD980D}" presName="parTxOnlySpace" presStyleCnt="0"/>
      <dgm:spPr/>
    </dgm:pt>
    <dgm:pt modelId="{008ACFDA-1B9C-48A0-B214-E31E872FC6D0}" type="pres">
      <dgm:prSet presAssocID="{4AFFD6A4-9242-4842-B48B-70AF50DF3D5E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7AAFF36-03C1-424D-BB2C-AF4DA7052CA5}" type="pres">
      <dgm:prSet presAssocID="{0402D23D-4116-4D81-8B6A-CAF0F3A8331B}" presName="parTxOnlySpace" presStyleCnt="0"/>
      <dgm:spPr/>
    </dgm:pt>
    <dgm:pt modelId="{B181F8EE-A344-42D4-85F0-379A6F9A3E09}" type="pres">
      <dgm:prSet presAssocID="{A358BBB2-B0D8-410C-97E4-9F87503E986D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8A8CDF3-4952-46F7-97C7-87B88213ADAD}" type="pres">
      <dgm:prSet presAssocID="{3BB3B16D-0AFE-4FB4-AFC0-A41F5AB0CDCD}" presName="parTxOnlySpace" presStyleCnt="0"/>
      <dgm:spPr/>
    </dgm:pt>
    <dgm:pt modelId="{EDDECF90-8BB3-4DA1-8C8C-78182594AEC0}" type="pres">
      <dgm:prSet presAssocID="{86190804-C798-4D74-A945-00E0F0061E7D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89026C8-5A6F-4443-941E-58AB4AD879FA}" type="pres">
      <dgm:prSet presAssocID="{048298C8-2684-4A3A-B11A-40C38FC7AC10}" presName="parTxOnlySpace" presStyleCnt="0"/>
      <dgm:spPr/>
    </dgm:pt>
    <dgm:pt modelId="{82CE2AD6-5168-45A8-91B7-2F6D8199806B}" type="pres">
      <dgm:prSet presAssocID="{12D0A71A-8EA5-4CDF-ACBC-93827ABA764B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57CF87D-BEF3-4AC1-AD2C-ECA6FA53FC82}" type="pres">
      <dgm:prSet presAssocID="{1CF8D868-512D-4195-B252-FAB9CFC1F069}" presName="parTxOnlySpace" presStyleCnt="0"/>
      <dgm:spPr/>
    </dgm:pt>
    <dgm:pt modelId="{5EB3262C-3F8F-4B2C-BED6-9F445658E96D}" type="pres">
      <dgm:prSet presAssocID="{0294B60E-6ED8-4B51-A839-8C985CE64225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D87B92F2-4B78-4C72-A7B6-1B85AE931590}" srcId="{8D0D27DB-17C8-4933-B440-269A0A6B046B}" destId="{A358BBB2-B0D8-410C-97E4-9F87503E986D}" srcOrd="2" destOrd="0" parTransId="{38624BCE-AC19-4242-9589-59FF9826AA78}" sibTransId="{3BB3B16D-0AFE-4FB4-AFC0-A41F5AB0CDCD}"/>
    <dgm:cxn modelId="{92CCB197-4F18-4BB0-9E33-A8CB7EB3255C}" type="presOf" srcId="{8D0D27DB-17C8-4933-B440-269A0A6B046B}" destId="{89326826-250E-4422-BEE1-17FE83042396}" srcOrd="0" destOrd="0" presId="urn:microsoft.com/office/officeart/2005/8/layout/chevron1"/>
    <dgm:cxn modelId="{45954E23-9572-426C-A821-AB956A93E307}" srcId="{8D0D27DB-17C8-4933-B440-269A0A6B046B}" destId="{C44E4557-4B8D-4B7D-B11E-573E83C92551}" srcOrd="0" destOrd="0" parTransId="{6B38CB67-CA6D-40EF-8104-352248E147DF}" sibTransId="{CF5C36AD-D3D4-4D00-9528-447D5CAD980D}"/>
    <dgm:cxn modelId="{7F488E24-6087-4594-8CB1-195C45FE11C3}" type="presOf" srcId="{12D0A71A-8EA5-4CDF-ACBC-93827ABA764B}" destId="{82CE2AD6-5168-45A8-91B7-2F6D8199806B}" srcOrd="0" destOrd="0" presId="urn:microsoft.com/office/officeart/2005/8/layout/chevron1"/>
    <dgm:cxn modelId="{49B1589C-8E16-41B7-8DE7-6696D5B0E97C}" type="presOf" srcId="{0294B60E-6ED8-4B51-A839-8C985CE64225}" destId="{5EB3262C-3F8F-4B2C-BED6-9F445658E96D}" srcOrd="0" destOrd="0" presId="urn:microsoft.com/office/officeart/2005/8/layout/chevron1"/>
    <dgm:cxn modelId="{9FB473CA-736F-4F5D-9BB5-32C4D4B5C227}" type="presOf" srcId="{A358BBB2-B0D8-410C-97E4-9F87503E986D}" destId="{B181F8EE-A344-42D4-85F0-379A6F9A3E09}" srcOrd="0" destOrd="0" presId="urn:microsoft.com/office/officeart/2005/8/layout/chevron1"/>
    <dgm:cxn modelId="{6C37FFBE-F027-4198-A92D-9A2A6AC7935F}" type="presOf" srcId="{4AFFD6A4-9242-4842-B48B-70AF50DF3D5E}" destId="{008ACFDA-1B9C-48A0-B214-E31E872FC6D0}" srcOrd="0" destOrd="0" presId="urn:microsoft.com/office/officeart/2005/8/layout/chevron1"/>
    <dgm:cxn modelId="{11B42A54-FDD3-4D92-8839-13671E137B87}" type="presOf" srcId="{C44E4557-4B8D-4B7D-B11E-573E83C92551}" destId="{467ED3BA-AFFE-4B93-8B3E-C0A0089E1B2A}" srcOrd="0" destOrd="0" presId="urn:microsoft.com/office/officeart/2005/8/layout/chevron1"/>
    <dgm:cxn modelId="{32C5F88A-8BB4-4ADB-BD09-606FF7990B32}" srcId="{8D0D27DB-17C8-4933-B440-269A0A6B046B}" destId="{0294B60E-6ED8-4B51-A839-8C985CE64225}" srcOrd="5" destOrd="0" parTransId="{49E2DC80-BF73-4428-A00F-5F39EF0F8C57}" sibTransId="{F4D63BCA-27EC-45C9-A9DC-0558FADBD1F4}"/>
    <dgm:cxn modelId="{FE2B2C2E-A154-4463-B651-3E771E3C0FB6}" srcId="{8D0D27DB-17C8-4933-B440-269A0A6B046B}" destId="{86190804-C798-4D74-A945-00E0F0061E7D}" srcOrd="3" destOrd="0" parTransId="{18821DA0-02D9-4170-B348-3BF55452CD19}" sibTransId="{048298C8-2684-4A3A-B11A-40C38FC7AC10}"/>
    <dgm:cxn modelId="{952ECF7A-7E74-44DD-B42D-1F656DD0A9EE}" srcId="{8D0D27DB-17C8-4933-B440-269A0A6B046B}" destId="{4AFFD6A4-9242-4842-B48B-70AF50DF3D5E}" srcOrd="1" destOrd="0" parTransId="{D4F4099E-087F-41F3-ACC1-96E26ECF460E}" sibTransId="{0402D23D-4116-4D81-8B6A-CAF0F3A8331B}"/>
    <dgm:cxn modelId="{C34CEB52-51C2-413A-BE07-4B373D5322EF}" srcId="{8D0D27DB-17C8-4933-B440-269A0A6B046B}" destId="{12D0A71A-8EA5-4CDF-ACBC-93827ABA764B}" srcOrd="4" destOrd="0" parTransId="{31A2D8B2-8372-4186-9C71-B8A2684F12FA}" sibTransId="{1CF8D868-512D-4195-B252-FAB9CFC1F069}"/>
    <dgm:cxn modelId="{8D03432B-5A58-426B-A2D1-2D835DD86035}" type="presOf" srcId="{86190804-C798-4D74-A945-00E0F0061E7D}" destId="{EDDECF90-8BB3-4DA1-8C8C-78182594AEC0}" srcOrd="0" destOrd="0" presId="urn:microsoft.com/office/officeart/2005/8/layout/chevron1"/>
    <dgm:cxn modelId="{91551F63-5C16-41E6-9B5A-9F1B571A6E26}" type="presParOf" srcId="{89326826-250E-4422-BEE1-17FE83042396}" destId="{467ED3BA-AFFE-4B93-8B3E-C0A0089E1B2A}" srcOrd="0" destOrd="0" presId="urn:microsoft.com/office/officeart/2005/8/layout/chevron1"/>
    <dgm:cxn modelId="{CD83B3EB-2A99-4EF4-A9BD-B660756C5913}" type="presParOf" srcId="{89326826-250E-4422-BEE1-17FE83042396}" destId="{2B6CCD52-631D-40EC-A29D-EF905DCD2980}" srcOrd="1" destOrd="0" presId="urn:microsoft.com/office/officeart/2005/8/layout/chevron1"/>
    <dgm:cxn modelId="{D2BCE809-0B11-46E4-8A25-E73437F5B1E6}" type="presParOf" srcId="{89326826-250E-4422-BEE1-17FE83042396}" destId="{008ACFDA-1B9C-48A0-B214-E31E872FC6D0}" srcOrd="2" destOrd="0" presId="urn:microsoft.com/office/officeart/2005/8/layout/chevron1"/>
    <dgm:cxn modelId="{B671F9C2-A6C6-4ECE-82D0-A448AC40AA41}" type="presParOf" srcId="{89326826-250E-4422-BEE1-17FE83042396}" destId="{B7AAFF36-03C1-424D-BB2C-AF4DA7052CA5}" srcOrd="3" destOrd="0" presId="urn:microsoft.com/office/officeart/2005/8/layout/chevron1"/>
    <dgm:cxn modelId="{F2EB445B-65CD-4B52-B78F-11BDB2CE384F}" type="presParOf" srcId="{89326826-250E-4422-BEE1-17FE83042396}" destId="{B181F8EE-A344-42D4-85F0-379A6F9A3E09}" srcOrd="4" destOrd="0" presId="urn:microsoft.com/office/officeart/2005/8/layout/chevron1"/>
    <dgm:cxn modelId="{955CF82E-78B0-4BE2-855E-8DE29F09E60A}" type="presParOf" srcId="{89326826-250E-4422-BEE1-17FE83042396}" destId="{D8A8CDF3-4952-46F7-97C7-87B88213ADAD}" srcOrd="5" destOrd="0" presId="urn:microsoft.com/office/officeart/2005/8/layout/chevron1"/>
    <dgm:cxn modelId="{7116F1B0-DC64-4DD8-BD41-11F69265F6F8}" type="presParOf" srcId="{89326826-250E-4422-BEE1-17FE83042396}" destId="{EDDECF90-8BB3-4DA1-8C8C-78182594AEC0}" srcOrd="6" destOrd="0" presId="urn:microsoft.com/office/officeart/2005/8/layout/chevron1"/>
    <dgm:cxn modelId="{8EB9B383-1C48-47D4-855E-F9DCB38269F1}" type="presParOf" srcId="{89326826-250E-4422-BEE1-17FE83042396}" destId="{889026C8-5A6F-4443-941E-58AB4AD879FA}" srcOrd="7" destOrd="0" presId="urn:microsoft.com/office/officeart/2005/8/layout/chevron1"/>
    <dgm:cxn modelId="{DD3585D2-A7DD-4F2E-973D-1D2BC75E5EB4}" type="presParOf" srcId="{89326826-250E-4422-BEE1-17FE83042396}" destId="{82CE2AD6-5168-45A8-91B7-2F6D8199806B}" srcOrd="8" destOrd="0" presId="urn:microsoft.com/office/officeart/2005/8/layout/chevron1"/>
    <dgm:cxn modelId="{7275306F-60B7-48F3-A4AE-C3D49F904754}" type="presParOf" srcId="{89326826-250E-4422-BEE1-17FE83042396}" destId="{857CF87D-BEF3-4AC1-AD2C-ECA6FA53FC82}" srcOrd="9" destOrd="0" presId="urn:microsoft.com/office/officeart/2005/8/layout/chevron1"/>
    <dgm:cxn modelId="{C7CDD2E2-D75B-4194-B7DE-9D8B532F92E1}" type="presParOf" srcId="{89326826-250E-4422-BEE1-17FE83042396}" destId="{5EB3262C-3F8F-4B2C-BED6-9F445658E96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8D0D27DB-17C8-4933-B440-269A0A6B046B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C44E4557-4B8D-4B7D-B11E-573E83C92551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Introduction</a:t>
          </a:r>
          <a:endParaRPr lang="fr-FR" dirty="0"/>
        </a:p>
      </dgm:t>
    </dgm:pt>
    <dgm:pt modelId="{6B38CB67-CA6D-40EF-8104-352248E147DF}" type="parTrans" cxnId="{45954E23-9572-426C-A821-AB956A93E307}">
      <dgm:prSet/>
      <dgm:spPr/>
      <dgm:t>
        <a:bodyPr/>
        <a:lstStyle/>
        <a:p>
          <a:endParaRPr lang="fr-FR"/>
        </a:p>
      </dgm:t>
    </dgm:pt>
    <dgm:pt modelId="{CF5C36AD-D3D4-4D00-9528-447D5CAD980D}" type="sibTrans" cxnId="{45954E23-9572-426C-A821-AB956A93E307}">
      <dgm:prSet/>
      <dgm:spPr/>
      <dgm:t>
        <a:bodyPr/>
        <a:lstStyle/>
        <a:p>
          <a:endParaRPr lang="fr-FR"/>
        </a:p>
      </dgm:t>
    </dgm:pt>
    <dgm:pt modelId="{4AFFD6A4-9242-4842-B48B-70AF50DF3D5E}">
      <dgm:prSet phldrT="[Texte]"/>
      <dgm:spPr>
        <a:solidFill>
          <a:schemeClr val="accent2"/>
        </a:solidFill>
        <a:ln>
          <a:solidFill>
            <a:schemeClr val="accent2"/>
          </a:solidFill>
        </a:ln>
      </dgm:spPr>
      <dgm:t>
        <a:bodyPr/>
        <a:lstStyle/>
        <a:p>
          <a:r>
            <a:rPr lang="fr-FR" dirty="0" smtClean="0"/>
            <a:t>Analyse de la situation</a:t>
          </a:r>
          <a:endParaRPr lang="fr-FR" dirty="0"/>
        </a:p>
      </dgm:t>
    </dgm:pt>
    <dgm:pt modelId="{D4F4099E-087F-41F3-ACC1-96E26ECF460E}" type="parTrans" cxnId="{952ECF7A-7E74-44DD-B42D-1F656DD0A9EE}">
      <dgm:prSet/>
      <dgm:spPr/>
      <dgm:t>
        <a:bodyPr/>
        <a:lstStyle/>
        <a:p>
          <a:endParaRPr lang="fr-FR"/>
        </a:p>
      </dgm:t>
    </dgm:pt>
    <dgm:pt modelId="{0402D23D-4116-4D81-8B6A-CAF0F3A8331B}" type="sibTrans" cxnId="{952ECF7A-7E74-44DD-B42D-1F656DD0A9EE}">
      <dgm:prSet/>
      <dgm:spPr/>
      <dgm:t>
        <a:bodyPr/>
        <a:lstStyle/>
        <a:p>
          <a:endParaRPr lang="fr-FR"/>
        </a:p>
      </dgm:t>
    </dgm:pt>
    <dgm:pt modelId="{A358BBB2-B0D8-410C-97E4-9F87503E986D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Tests utilisateurs</a:t>
          </a:r>
          <a:endParaRPr lang="fr-FR" dirty="0"/>
        </a:p>
      </dgm:t>
    </dgm:pt>
    <dgm:pt modelId="{38624BCE-AC19-4242-9589-59FF9826AA78}" type="parTrans" cxnId="{D87B92F2-4B78-4C72-A7B6-1B85AE931590}">
      <dgm:prSet/>
      <dgm:spPr/>
      <dgm:t>
        <a:bodyPr/>
        <a:lstStyle/>
        <a:p>
          <a:endParaRPr lang="fr-FR"/>
        </a:p>
      </dgm:t>
    </dgm:pt>
    <dgm:pt modelId="{3BB3B16D-0AFE-4FB4-AFC0-A41F5AB0CDCD}" type="sibTrans" cxnId="{D87B92F2-4B78-4C72-A7B6-1B85AE931590}">
      <dgm:prSet/>
      <dgm:spPr/>
      <dgm:t>
        <a:bodyPr/>
        <a:lstStyle/>
        <a:p>
          <a:endParaRPr lang="fr-FR"/>
        </a:p>
      </dgm:t>
    </dgm:pt>
    <dgm:pt modelId="{0294B60E-6ED8-4B51-A839-8C985CE64225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Conclusion et recommandations</a:t>
          </a:r>
          <a:endParaRPr lang="fr-FR" dirty="0"/>
        </a:p>
      </dgm:t>
    </dgm:pt>
    <dgm:pt modelId="{49E2DC80-BF73-4428-A00F-5F39EF0F8C57}" type="parTrans" cxnId="{32C5F88A-8BB4-4ADB-BD09-606FF7990B32}">
      <dgm:prSet/>
      <dgm:spPr/>
      <dgm:t>
        <a:bodyPr/>
        <a:lstStyle/>
        <a:p>
          <a:endParaRPr lang="fr-FR"/>
        </a:p>
      </dgm:t>
    </dgm:pt>
    <dgm:pt modelId="{F4D63BCA-27EC-45C9-A9DC-0558FADBD1F4}" type="sibTrans" cxnId="{32C5F88A-8BB4-4ADB-BD09-606FF7990B32}">
      <dgm:prSet/>
      <dgm:spPr/>
      <dgm:t>
        <a:bodyPr/>
        <a:lstStyle/>
        <a:p>
          <a:endParaRPr lang="fr-FR"/>
        </a:p>
      </dgm:t>
    </dgm:pt>
    <dgm:pt modelId="{86190804-C798-4D74-A945-00E0F0061E7D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Analyse cognitive</a:t>
          </a:r>
          <a:endParaRPr lang="fr-FR" dirty="0"/>
        </a:p>
      </dgm:t>
    </dgm:pt>
    <dgm:pt modelId="{18821DA0-02D9-4170-B348-3BF55452CD19}" type="parTrans" cxnId="{FE2B2C2E-A154-4463-B651-3E771E3C0FB6}">
      <dgm:prSet/>
      <dgm:spPr/>
      <dgm:t>
        <a:bodyPr/>
        <a:lstStyle/>
        <a:p>
          <a:endParaRPr lang="fr-FR"/>
        </a:p>
      </dgm:t>
    </dgm:pt>
    <dgm:pt modelId="{048298C8-2684-4A3A-B11A-40C38FC7AC10}" type="sibTrans" cxnId="{FE2B2C2E-A154-4463-B651-3E771E3C0FB6}">
      <dgm:prSet/>
      <dgm:spPr/>
      <dgm:t>
        <a:bodyPr/>
        <a:lstStyle/>
        <a:p>
          <a:endParaRPr lang="fr-FR"/>
        </a:p>
      </dgm:t>
    </dgm:pt>
    <dgm:pt modelId="{12D0A71A-8EA5-4CDF-ACBC-93827ABA764B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Prototype et amélioration</a:t>
          </a:r>
          <a:endParaRPr lang="fr-FR" dirty="0"/>
        </a:p>
      </dgm:t>
    </dgm:pt>
    <dgm:pt modelId="{31A2D8B2-8372-4186-9C71-B8A2684F12FA}" type="parTrans" cxnId="{C34CEB52-51C2-413A-BE07-4B373D5322EF}">
      <dgm:prSet/>
      <dgm:spPr/>
      <dgm:t>
        <a:bodyPr/>
        <a:lstStyle/>
        <a:p>
          <a:endParaRPr lang="fr-FR"/>
        </a:p>
      </dgm:t>
    </dgm:pt>
    <dgm:pt modelId="{1CF8D868-512D-4195-B252-FAB9CFC1F069}" type="sibTrans" cxnId="{C34CEB52-51C2-413A-BE07-4B373D5322EF}">
      <dgm:prSet/>
      <dgm:spPr/>
      <dgm:t>
        <a:bodyPr/>
        <a:lstStyle/>
        <a:p>
          <a:endParaRPr lang="fr-FR"/>
        </a:p>
      </dgm:t>
    </dgm:pt>
    <dgm:pt modelId="{89326826-250E-4422-BEE1-17FE83042396}" type="pres">
      <dgm:prSet presAssocID="{8D0D27DB-17C8-4933-B440-269A0A6B046B}" presName="Name0" presStyleCnt="0">
        <dgm:presLayoutVars>
          <dgm:dir/>
          <dgm:animLvl val="lvl"/>
          <dgm:resizeHandles val="exact"/>
        </dgm:presLayoutVars>
      </dgm:prSet>
      <dgm:spPr/>
    </dgm:pt>
    <dgm:pt modelId="{467ED3BA-AFFE-4B93-8B3E-C0A0089E1B2A}" type="pres">
      <dgm:prSet presAssocID="{C44E4557-4B8D-4B7D-B11E-573E83C92551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B6CCD52-631D-40EC-A29D-EF905DCD2980}" type="pres">
      <dgm:prSet presAssocID="{CF5C36AD-D3D4-4D00-9528-447D5CAD980D}" presName="parTxOnlySpace" presStyleCnt="0"/>
      <dgm:spPr/>
    </dgm:pt>
    <dgm:pt modelId="{008ACFDA-1B9C-48A0-B214-E31E872FC6D0}" type="pres">
      <dgm:prSet presAssocID="{4AFFD6A4-9242-4842-B48B-70AF50DF3D5E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7AAFF36-03C1-424D-BB2C-AF4DA7052CA5}" type="pres">
      <dgm:prSet presAssocID="{0402D23D-4116-4D81-8B6A-CAF0F3A8331B}" presName="parTxOnlySpace" presStyleCnt="0"/>
      <dgm:spPr/>
    </dgm:pt>
    <dgm:pt modelId="{B181F8EE-A344-42D4-85F0-379A6F9A3E09}" type="pres">
      <dgm:prSet presAssocID="{A358BBB2-B0D8-410C-97E4-9F87503E986D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8A8CDF3-4952-46F7-97C7-87B88213ADAD}" type="pres">
      <dgm:prSet presAssocID="{3BB3B16D-0AFE-4FB4-AFC0-A41F5AB0CDCD}" presName="parTxOnlySpace" presStyleCnt="0"/>
      <dgm:spPr/>
    </dgm:pt>
    <dgm:pt modelId="{EDDECF90-8BB3-4DA1-8C8C-78182594AEC0}" type="pres">
      <dgm:prSet presAssocID="{86190804-C798-4D74-A945-00E0F0061E7D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89026C8-5A6F-4443-941E-58AB4AD879FA}" type="pres">
      <dgm:prSet presAssocID="{048298C8-2684-4A3A-B11A-40C38FC7AC10}" presName="parTxOnlySpace" presStyleCnt="0"/>
      <dgm:spPr/>
    </dgm:pt>
    <dgm:pt modelId="{82CE2AD6-5168-45A8-91B7-2F6D8199806B}" type="pres">
      <dgm:prSet presAssocID="{12D0A71A-8EA5-4CDF-ACBC-93827ABA764B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57CF87D-BEF3-4AC1-AD2C-ECA6FA53FC82}" type="pres">
      <dgm:prSet presAssocID="{1CF8D868-512D-4195-B252-FAB9CFC1F069}" presName="parTxOnlySpace" presStyleCnt="0"/>
      <dgm:spPr/>
    </dgm:pt>
    <dgm:pt modelId="{5EB3262C-3F8F-4B2C-BED6-9F445658E96D}" type="pres">
      <dgm:prSet presAssocID="{0294B60E-6ED8-4B51-A839-8C985CE64225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D87B92F2-4B78-4C72-A7B6-1B85AE931590}" srcId="{8D0D27DB-17C8-4933-B440-269A0A6B046B}" destId="{A358BBB2-B0D8-410C-97E4-9F87503E986D}" srcOrd="2" destOrd="0" parTransId="{38624BCE-AC19-4242-9589-59FF9826AA78}" sibTransId="{3BB3B16D-0AFE-4FB4-AFC0-A41F5AB0CDCD}"/>
    <dgm:cxn modelId="{92CCB197-4F18-4BB0-9E33-A8CB7EB3255C}" type="presOf" srcId="{8D0D27DB-17C8-4933-B440-269A0A6B046B}" destId="{89326826-250E-4422-BEE1-17FE83042396}" srcOrd="0" destOrd="0" presId="urn:microsoft.com/office/officeart/2005/8/layout/chevron1"/>
    <dgm:cxn modelId="{45954E23-9572-426C-A821-AB956A93E307}" srcId="{8D0D27DB-17C8-4933-B440-269A0A6B046B}" destId="{C44E4557-4B8D-4B7D-B11E-573E83C92551}" srcOrd="0" destOrd="0" parTransId="{6B38CB67-CA6D-40EF-8104-352248E147DF}" sibTransId="{CF5C36AD-D3D4-4D00-9528-447D5CAD980D}"/>
    <dgm:cxn modelId="{7F488E24-6087-4594-8CB1-195C45FE11C3}" type="presOf" srcId="{12D0A71A-8EA5-4CDF-ACBC-93827ABA764B}" destId="{82CE2AD6-5168-45A8-91B7-2F6D8199806B}" srcOrd="0" destOrd="0" presId="urn:microsoft.com/office/officeart/2005/8/layout/chevron1"/>
    <dgm:cxn modelId="{49B1589C-8E16-41B7-8DE7-6696D5B0E97C}" type="presOf" srcId="{0294B60E-6ED8-4B51-A839-8C985CE64225}" destId="{5EB3262C-3F8F-4B2C-BED6-9F445658E96D}" srcOrd="0" destOrd="0" presId="urn:microsoft.com/office/officeart/2005/8/layout/chevron1"/>
    <dgm:cxn modelId="{9FB473CA-736F-4F5D-9BB5-32C4D4B5C227}" type="presOf" srcId="{A358BBB2-B0D8-410C-97E4-9F87503E986D}" destId="{B181F8EE-A344-42D4-85F0-379A6F9A3E09}" srcOrd="0" destOrd="0" presId="urn:microsoft.com/office/officeart/2005/8/layout/chevron1"/>
    <dgm:cxn modelId="{6C37FFBE-F027-4198-A92D-9A2A6AC7935F}" type="presOf" srcId="{4AFFD6A4-9242-4842-B48B-70AF50DF3D5E}" destId="{008ACFDA-1B9C-48A0-B214-E31E872FC6D0}" srcOrd="0" destOrd="0" presId="urn:microsoft.com/office/officeart/2005/8/layout/chevron1"/>
    <dgm:cxn modelId="{11B42A54-FDD3-4D92-8839-13671E137B87}" type="presOf" srcId="{C44E4557-4B8D-4B7D-B11E-573E83C92551}" destId="{467ED3BA-AFFE-4B93-8B3E-C0A0089E1B2A}" srcOrd="0" destOrd="0" presId="urn:microsoft.com/office/officeart/2005/8/layout/chevron1"/>
    <dgm:cxn modelId="{32C5F88A-8BB4-4ADB-BD09-606FF7990B32}" srcId="{8D0D27DB-17C8-4933-B440-269A0A6B046B}" destId="{0294B60E-6ED8-4B51-A839-8C985CE64225}" srcOrd="5" destOrd="0" parTransId="{49E2DC80-BF73-4428-A00F-5F39EF0F8C57}" sibTransId="{F4D63BCA-27EC-45C9-A9DC-0558FADBD1F4}"/>
    <dgm:cxn modelId="{FE2B2C2E-A154-4463-B651-3E771E3C0FB6}" srcId="{8D0D27DB-17C8-4933-B440-269A0A6B046B}" destId="{86190804-C798-4D74-A945-00E0F0061E7D}" srcOrd="3" destOrd="0" parTransId="{18821DA0-02D9-4170-B348-3BF55452CD19}" sibTransId="{048298C8-2684-4A3A-B11A-40C38FC7AC10}"/>
    <dgm:cxn modelId="{952ECF7A-7E74-44DD-B42D-1F656DD0A9EE}" srcId="{8D0D27DB-17C8-4933-B440-269A0A6B046B}" destId="{4AFFD6A4-9242-4842-B48B-70AF50DF3D5E}" srcOrd="1" destOrd="0" parTransId="{D4F4099E-087F-41F3-ACC1-96E26ECF460E}" sibTransId="{0402D23D-4116-4D81-8B6A-CAF0F3A8331B}"/>
    <dgm:cxn modelId="{C34CEB52-51C2-413A-BE07-4B373D5322EF}" srcId="{8D0D27DB-17C8-4933-B440-269A0A6B046B}" destId="{12D0A71A-8EA5-4CDF-ACBC-93827ABA764B}" srcOrd="4" destOrd="0" parTransId="{31A2D8B2-8372-4186-9C71-B8A2684F12FA}" sibTransId="{1CF8D868-512D-4195-B252-FAB9CFC1F069}"/>
    <dgm:cxn modelId="{8D03432B-5A58-426B-A2D1-2D835DD86035}" type="presOf" srcId="{86190804-C798-4D74-A945-00E0F0061E7D}" destId="{EDDECF90-8BB3-4DA1-8C8C-78182594AEC0}" srcOrd="0" destOrd="0" presId="urn:microsoft.com/office/officeart/2005/8/layout/chevron1"/>
    <dgm:cxn modelId="{91551F63-5C16-41E6-9B5A-9F1B571A6E26}" type="presParOf" srcId="{89326826-250E-4422-BEE1-17FE83042396}" destId="{467ED3BA-AFFE-4B93-8B3E-C0A0089E1B2A}" srcOrd="0" destOrd="0" presId="urn:microsoft.com/office/officeart/2005/8/layout/chevron1"/>
    <dgm:cxn modelId="{CD83B3EB-2A99-4EF4-A9BD-B660756C5913}" type="presParOf" srcId="{89326826-250E-4422-BEE1-17FE83042396}" destId="{2B6CCD52-631D-40EC-A29D-EF905DCD2980}" srcOrd="1" destOrd="0" presId="urn:microsoft.com/office/officeart/2005/8/layout/chevron1"/>
    <dgm:cxn modelId="{D2BCE809-0B11-46E4-8A25-E73437F5B1E6}" type="presParOf" srcId="{89326826-250E-4422-BEE1-17FE83042396}" destId="{008ACFDA-1B9C-48A0-B214-E31E872FC6D0}" srcOrd="2" destOrd="0" presId="urn:microsoft.com/office/officeart/2005/8/layout/chevron1"/>
    <dgm:cxn modelId="{B671F9C2-A6C6-4ECE-82D0-A448AC40AA41}" type="presParOf" srcId="{89326826-250E-4422-BEE1-17FE83042396}" destId="{B7AAFF36-03C1-424D-BB2C-AF4DA7052CA5}" srcOrd="3" destOrd="0" presId="urn:microsoft.com/office/officeart/2005/8/layout/chevron1"/>
    <dgm:cxn modelId="{F2EB445B-65CD-4B52-B78F-11BDB2CE384F}" type="presParOf" srcId="{89326826-250E-4422-BEE1-17FE83042396}" destId="{B181F8EE-A344-42D4-85F0-379A6F9A3E09}" srcOrd="4" destOrd="0" presId="urn:microsoft.com/office/officeart/2005/8/layout/chevron1"/>
    <dgm:cxn modelId="{955CF82E-78B0-4BE2-855E-8DE29F09E60A}" type="presParOf" srcId="{89326826-250E-4422-BEE1-17FE83042396}" destId="{D8A8CDF3-4952-46F7-97C7-87B88213ADAD}" srcOrd="5" destOrd="0" presId="urn:microsoft.com/office/officeart/2005/8/layout/chevron1"/>
    <dgm:cxn modelId="{7116F1B0-DC64-4DD8-BD41-11F69265F6F8}" type="presParOf" srcId="{89326826-250E-4422-BEE1-17FE83042396}" destId="{EDDECF90-8BB3-4DA1-8C8C-78182594AEC0}" srcOrd="6" destOrd="0" presId="urn:microsoft.com/office/officeart/2005/8/layout/chevron1"/>
    <dgm:cxn modelId="{8EB9B383-1C48-47D4-855E-F9DCB38269F1}" type="presParOf" srcId="{89326826-250E-4422-BEE1-17FE83042396}" destId="{889026C8-5A6F-4443-941E-58AB4AD879FA}" srcOrd="7" destOrd="0" presId="urn:microsoft.com/office/officeart/2005/8/layout/chevron1"/>
    <dgm:cxn modelId="{DD3585D2-A7DD-4F2E-973D-1D2BC75E5EB4}" type="presParOf" srcId="{89326826-250E-4422-BEE1-17FE83042396}" destId="{82CE2AD6-5168-45A8-91B7-2F6D8199806B}" srcOrd="8" destOrd="0" presId="urn:microsoft.com/office/officeart/2005/8/layout/chevron1"/>
    <dgm:cxn modelId="{7275306F-60B7-48F3-A4AE-C3D49F904754}" type="presParOf" srcId="{89326826-250E-4422-BEE1-17FE83042396}" destId="{857CF87D-BEF3-4AC1-AD2C-ECA6FA53FC82}" srcOrd="9" destOrd="0" presId="urn:microsoft.com/office/officeart/2005/8/layout/chevron1"/>
    <dgm:cxn modelId="{C7CDD2E2-D75B-4194-B7DE-9D8B532F92E1}" type="presParOf" srcId="{89326826-250E-4422-BEE1-17FE83042396}" destId="{5EB3262C-3F8F-4B2C-BED6-9F445658E96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8D0D27DB-17C8-4933-B440-269A0A6B046B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C44E4557-4B8D-4B7D-B11E-573E83C92551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Introduction</a:t>
          </a:r>
          <a:endParaRPr lang="fr-FR" dirty="0"/>
        </a:p>
      </dgm:t>
    </dgm:pt>
    <dgm:pt modelId="{6B38CB67-CA6D-40EF-8104-352248E147DF}" type="parTrans" cxnId="{45954E23-9572-426C-A821-AB956A93E307}">
      <dgm:prSet/>
      <dgm:spPr/>
      <dgm:t>
        <a:bodyPr/>
        <a:lstStyle/>
        <a:p>
          <a:endParaRPr lang="fr-FR"/>
        </a:p>
      </dgm:t>
    </dgm:pt>
    <dgm:pt modelId="{CF5C36AD-D3D4-4D00-9528-447D5CAD980D}" type="sibTrans" cxnId="{45954E23-9572-426C-A821-AB956A93E307}">
      <dgm:prSet/>
      <dgm:spPr/>
      <dgm:t>
        <a:bodyPr/>
        <a:lstStyle/>
        <a:p>
          <a:endParaRPr lang="fr-FR"/>
        </a:p>
      </dgm:t>
    </dgm:pt>
    <dgm:pt modelId="{4AFFD6A4-9242-4842-B48B-70AF50DF3D5E}">
      <dgm:prSet phldrT="[Texte]"/>
      <dgm:spPr>
        <a:solidFill>
          <a:schemeClr val="accent2"/>
        </a:solidFill>
        <a:ln>
          <a:solidFill>
            <a:schemeClr val="accent2"/>
          </a:solidFill>
        </a:ln>
      </dgm:spPr>
      <dgm:t>
        <a:bodyPr/>
        <a:lstStyle/>
        <a:p>
          <a:r>
            <a:rPr lang="fr-FR" dirty="0" smtClean="0"/>
            <a:t>Analyse de la situation</a:t>
          </a:r>
          <a:endParaRPr lang="fr-FR" dirty="0"/>
        </a:p>
      </dgm:t>
    </dgm:pt>
    <dgm:pt modelId="{D4F4099E-087F-41F3-ACC1-96E26ECF460E}" type="parTrans" cxnId="{952ECF7A-7E74-44DD-B42D-1F656DD0A9EE}">
      <dgm:prSet/>
      <dgm:spPr/>
      <dgm:t>
        <a:bodyPr/>
        <a:lstStyle/>
        <a:p>
          <a:endParaRPr lang="fr-FR"/>
        </a:p>
      </dgm:t>
    </dgm:pt>
    <dgm:pt modelId="{0402D23D-4116-4D81-8B6A-CAF0F3A8331B}" type="sibTrans" cxnId="{952ECF7A-7E74-44DD-B42D-1F656DD0A9EE}">
      <dgm:prSet/>
      <dgm:spPr/>
      <dgm:t>
        <a:bodyPr/>
        <a:lstStyle/>
        <a:p>
          <a:endParaRPr lang="fr-FR"/>
        </a:p>
      </dgm:t>
    </dgm:pt>
    <dgm:pt modelId="{A358BBB2-B0D8-410C-97E4-9F87503E986D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Tests utilisateurs</a:t>
          </a:r>
          <a:endParaRPr lang="fr-FR" dirty="0"/>
        </a:p>
      </dgm:t>
    </dgm:pt>
    <dgm:pt modelId="{38624BCE-AC19-4242-9589-59FF9826AA78}" type="parTrans" cxnId="{D87B92F2-4B78-4C72-A7B6-1B85AE931590}">
      <dgm:prSet/>
      <dgm:spPr/>
      <dgm:t>
        <a:bodyPr/>
        <a:lstStyle/>
        <a:p>
          <a:endParaRPr lang="fr-FR"/>
        </a:p>
      </dgm:t>
    </dgm:pt>
    <dgm:pt modelId="{3BB3B16D-0AFE-4FB4-AFC0-A41F5AB0CDCD}" type="sibTrans" cxnId="{D87B92F2-4B78-4C72-A7B6-1B85AE931590}">
      <dgm:prSet/>
      <dgm:spPr/>
      <dgm:t>
        <a:bodyPr/>
        <a:lstStyle/>
        <a:p>
          <a:endParaRPr lang="fr-FR"/>
        </a:p>
      </dgm:t>
    </dgm:pt>
    <dgm:pt modelId="{0294B60E-6ED8-4B51-A839-8C985CE64225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Conclusion et recommandations</a:t>
          </a:r>
          <a:endParaRPr lang="fr-FR" dirty="0"/>
        </a:p>
      </dgm:t>
    </dgm:pt>
    <dgm:pt modelId="{49E2DC80-BF73-4428-A00F-5F39EF0F8C57}" type="parTrans" cxnId="{32C5F88A-8BB4-4ADB-BD09-606FF7990B32}">
      <dgm:prSet/>
      <dgm:spPr/>
      <dgm:t>
        <a:bodyPr/>
        <a:lstStyle/>
        <a:p>
          <a:endParaRPr lang="fr-FR"/>
        </a:p>
      </dgm:t>
    </dgm:pt>
    <dgm:pt modelId="{F4D63BCA-27EC-45C9-A9DC-0558FADBD1F4}" type="sibTrans" cxnId="{32C5F88A-8BB4-4ADB-BD09-606FF7990B32}">
      <dgm:prSet/>
      <dgm:spPr/>
      <dgm:t>
        <a:bodyPr/>
        <a:lstStyle/>
        <a:p>
          <a:endParaRPr lang="fr-FR"/>
        </a:p>
      </dgm:t>
    </dgm:pt>
    <dgm:pt modelId="{86190804-C798-4D74-A945-00E0F0061E7D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Analyse cognitive</a:t>
          </a:r>
          <a:endParaRPr lang="fr-FR" dirty="0"/>
        </a:p>
      </dgm:t>
    </dgm:pt>
    <dgm:pt modelId="{18821DA0-02D9-4170-B348-3BF55452CD19}" type="parTrans" cxnId="{FE2B2C2E-A154-4463-B651-3E771E3C0FB6}">
      <dgm:prSet/>
      <dgm:spPr/>
      <dgm:t>
        <a:bodyPr/>
        <a:lstStyle/>
        <a:p>
          <a:endParaRPr lang="fr-FR"/>
        </a:p>
      </dgm:t>
    </dgm:pt>
    <dgm:pt modelId="{048298C8-2684-4A3A-B11A-40C38FC7AC10}" type="sibTrans" cxnId="{FE2B2C2E-A154-4463-B651-3E771E3C0FB6}">
      <dgm:prSet/>
      <dgm:spPr/>
      <dgm:t>
        <a:bodyPr/>
        <a:lstStyle/>
        <a:p>
          <a:endParaRPr lang="fr-FR"/>
        </a:p>
      </dgm:t>
    </dgm:pt>
    <dgm:pt modelId="{12D0A71A-8EA5-4CDF-ACBC-93827ABA764B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Prototype et amélioration</a:t>
          </a:r>
          <a:endParaRPr lang="fr-FR" dirty="0"/>
        </a:p>
      </dgm:t>
    </dgm:pt>
    <dgm:pt modelId="{31A2D8B2-8372-4186-9C71-B8A2684F12FA}" type="parTrans" cxnId="{C34CEB52-51C2-413A-BE07-4B373D5322EF}">
      <dgm:prSet/>
      <dgm:spPr/>
      <dgm:t>
        <a:bodyPr/>
        <a:lstStyle/>
        <a:p>
          <a:endParaRPr lang="fr-FR"/>
        </a:p>
      </dgm:t>
    </dgm:pt>
    <dgm:pt modelId="{1CF8D868-512D-4195-B252-FAB9CFC1F069}" type="sibTrans" cxnId="{C34CEB52-51C2-413A-BE07-4B373D5322EF}">
      <dgm:prSet/>
      <dgm:spPr/>
      <dgm:t>
        <a:bodyPr/>
        <a:lstStyle/>
        <a:p>
          <a:endParaRPr lang="fr-FR"/>
        </a:p>
      </dgm:t>
    </dgm:pt>
    <dgm:pt modelId="{89326826-250E-4422-BEE1-17FE83042396}" type="pres">
      <dgm:prSet presAssocID="{8D0D27DB-17C8-4933-B440-269A0A6B046B}" presName="Name0" presStyleCnt="0">
        <dgm:presLayoutVars>
          <dgm:dir/>
          <dgm:animLvl val="lvl"/>
          <dgm:resizeHandles val="exact"/>
        </dgm:presLayoutVars>
      </dgm:prSet>
      <dgm:spPr/>
    </dgm:pt>
    <dgm:pt modelId="{467ED3BA-AFFE-4B93-8B3E-C0A0089E1B2A}" type="pres">
      <dgm:prSet presAssocID="{C44E4557-4B8D-4B7D-B11E-573E83C92551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B6CCD52-631D-40EC-A29D-EF905DCD2980}" type="pres">
      <dgm:prSet presAssocID="{CF5C36AD-D3D4-4D00-9528-447D5CAD980D}" presName="parTxOnlySpace" presStyleCnt="0"/>
      <dgm:spPr/>
    </dgm:pt>
    <dgm:pt modelId="{008ACFDA-1B9C-48A0-B214-E31E872FC6D0}" type="pres">
      <dgm:prSet presAssocID="{4AFFD6A4-9242-4842-B48B-70AF50DF3D5E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7AAFF36-03C1-424D-BB2C-AF4DA7052CA5}" type="pres">
      <dgm:prSet presAssocID="{0402D23D-4116-4D81-8B6A-CAF0F3A8331B}" presName="parTxOnlySpace" presStyleCnt="0"/>
      <dgm:spPr/>
    </dgm:pt>
    <dgm:pt modelId="{B181F8EE-A344-42D4-85F0-379A6F9A3E09}" type="pres">
      <dgm:prSet presAssocID="{A358BBB2-B0D8-410C-97E4-9F87503E986D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8A8CDF3-4952-46F7-97C7-87B88213ADAD}" type="pres">
      <dgm:prSet presAssocID="{3BB3B16D-0AFE-4FB4-AFC0-A41F5AB0CDCD}" presName="parTxOnlySpace" presStyleCnt="0"/>
      <dgm:spPr/>
    </dgm:pt>
    <dgm:pt modelId="{EDDECF90-8BB3-4DA1-8C8C-78182594AEC0}" type="pres">
      <dgm:prSet presAssocID="{86190804-C798-4D74-A945-00E0F0061E7D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89026C8-5A6F-4443-941E-58AB4AD879FA}" type="pres">
      <dgm:prSet presAssocID="{048298C8-2684-4A3A-B11A-40C38FC7AC10}" presName="parTxOnlySpace" presStyleCnt="0"/>
      <dgm:spPr/>
    </dgm:pt>
    <dgm:pt modelId="{82CE2AD6-5168-45A8-91B7-2F6D8199806B}" type="pres">
      <dgm:prSet presAssocID="{12D0A71A-8EA5-4CDF-ACBC-93827ABA764B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57CF87D-BEF3-4AC1-AD2C-ECA6FA53FC82}" type="pres">
      <dgm:prSet presAssocID="{1CF8D868-512D-4195-B252-FAB9CFC1F069}" presName="parTxOnlySpace" presStyleCnt="0"/>
      <dgm:spPr/>
    </dgm:pt>
    <dgm:pt modelId="{5EB3262C-3F8F-4B2C-BED6-9F445658E96D}" type="pres">
      <dgm:prSet presAssocID="{0294B60E-6ED8-4B51-A839-8C985CE64225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D87B92F2-4B78-4C72-A7B6-1B85AE931590}" srcId="{8D0D27DB-17C8-4933-B440-269A0A6B046B}" destId="{A358BBB2-B0D8-410C-97E4-9F87503E986D}" srcOrd="2" destOrd="0" parTransId="{38624BCE-AC19-4242-9589-59FF9826AA78}" sibTransId="{3BB3B16D-0AFE-4FB4-AFC0-A41F5AB0CDCD}"/>
    <dgm:cxn modelId="{92CCB197-4F18-4BB0-9E33-A8CB7EB3255C}" type="presOf" srcId="{8D0D27DB-17C8-4933-B440-269A0A6B046B}" destId="{89326826-250E-4422-BEE1-17FE83042396}" srcOrd="0" destOrd="0" presId="urn:microsoft.com/office/officeart/2005/8/layout/chevron1"/>
    <dgm:cxn modelId="{45954E23-9572-426C-A821-AB956A93E307}" srcId="{8D0D27DB-17C8-4933-B440-269A0A6B046B}" destId="{C44E4557-4B8D-4B7D-B11E-573E83C92551}" srcOrd="0" destOrd="0" parTransId="{6B38CB67-CA6D-40EF-8104-352248E147DF}" sibTransId="{CF5C36AD-D3D4-4D00-9528-447D5CAD980D}"/>
    <dgm:cxn modelId="{7F488E24-6087-4594-8CB1-195C45FE11C3}" type="presOf" srcId="{12D0A71A-8EA5-4CDF-ACBC-93827ABA764B}" destId="{82CE2AD6-5168-45A8-91B7-2F6D8199806B}" srcOrd="0" destOrd="0" presId="urn:microsoft.com/office/officeart/2005/8/layout/chevron1"/>
    <dgm:cxn modelId="{49B1589C-8E16-41B7-8DE7-6696D5B0E97C}" type="presOf" srcId="{0294B60E-6ED8-4B51-A839-8C985CE64225}" destId="{5EB3262C-3F8F-4B2C-BED6-9F445658E96D}" srcOrd="0" destOrd="0" presId="urn:microsoft.com/office/officeart/2005/8/layout/chevron1"/>
    <dgm:cxn modelId="{9FB473CA-736F-4F5D-9BB5-32C4D4B5C227}" type="presOf" srcId="{A358BBB2-B0D8-410C-97E4-9F87503E986D}" destId="{B181F8EE-A344-42D4-85F0-379A6F9A3E09}" srcOrd="0" destOrd="0" presId="urn:microsoft.com/office/officeart/2005/8/layout/chevron1"/>
    <dgm:cxn modelId="{6C37FFBE-F027-4198-A92D-9A2A6AC7935F}" type="presOf" srcId="{4AFFD6A4-9242-4842-B48B-70AF50DF3D5E}" destId="{008ACFDA-1B9C-48A0-B214-E31E872FC6D0}" srcOrd="0" destOrd="0" presId="urn:microsoft.com/office/officeart/2005/8/layout/chevron1"/>
    <dgm:cxn modelId="{11B42A54-FDD3-4D92-8839-13671E137B87}" type="presOf" srcId="{C44E4557-4B8D-4B7D-B11E-573E83C92551}" destId="{467ED3BA-AFFE-4B93-8B3E-C0A0089E1B2A}" srcOrd="0" destOrd="0" presId="urn:microsoft.com/office/officeart/2005/8/layout/chevron1"/>
    <dgm:cxn modelId="{32C5F88A-8BB4-4ADB-BD09-606FF7990B32}" srcId="{8D0D27DB-17C8-4933-B440-269A0A6B046B}" destId="{0294B60E-6ED8-4B51-A839-8C985CE64225}" srcOrd="5" destOrd="0" parTransId="{49E2DC80-BF73-4428-A00F-5F39EF0F8C57}" sibTransId="{F4D63BCA-27EC-45C9-A9DC-0558FADBD1F4}"/>
    <dgm:cxn modelId="{FE2B2C2E-A154-4463-B651-3E771E3C0FB6}" srcId="{8D0D27DB-17C8-4933-B440-269A0A6B046B}" destId="{86190804-C798-4D74-A945-00E0F0061E7D}" srcOrd="3" destOrd="0" parTransId="{18821DA0-02D9-4170-B348-3BF55452CD19}" sibTransId="{048298C8-2684-4A3A-B11A-40C38FC7AC10}"/>
    <dgm:cxn modelId="{952ECF7A-7E74-44DD-B42D-1F656DD0A9EE}" srcId="{8D0D27DB-17C8-4933-B440-269A0A6B046B}" destId="{4AFFD6A4-9242-4842-B48B-70AF50DF3D5E}" srcOrd="1" destOrd="0" parTransId="{D4F4099E-087F-41F3-ACC1-96E26ECF460E}" sibTransId="{0402D23D-4116-4D81-8B6A-CAF0F3A8331B}"/>
    <dgm:cxn modelId="{C34CEB52-51C2-413A-BE07-4B373D5322EF}" srcId="{8D0D27DB-17C8-4933-B440-269A0A6B046B}" destId="{12D0A71A-8EA5-4CDF-ACBC-93827ABA764B}" srcOrd="4" destOrd="0" parTransId="{31A2D8B2-8372-4186-9C71-B8A2684F12FA}" sibTransId="{1CF8D868-512D-4195-B252-FAB9CFC1F069}"/>
    <dgm:cxn modelId="{8D03432B-5A58-426B-A2D1-2D835DD86035}" type="presOf" srcId="{86190804-C798-4D74-A945-00E0F0061E7D}" destId="{EDDECF90-8BB3-4DA1-8C8C-78182594AEC0}" srcOrd="0" destOrd="0" presId="urn:microsoft.com/office/officeart/2005/8/layout/chevron1"/>
    <dgm:cxn modelId="{91551F63-5C16-41E6-9B5A-9F1B571A6E26}" type="presParOf" srcId="{89326826-250E-4422-BEE1-17FE83042396}" destId="{467ED3BA-AFFE-4B93-8B3E-C0A0089E1B2A}" srcOrd="0" destOrd="0" presId="urn:microsoft.com/office/officeart/2005/8/layout/chevron1"/>
    <dgm:cxn modelId="{CD83B3EB-2A99-4EF4-A9BD-B660756C5913}" type="presParOf" srcId="{89326826-250E-4422-BEE1-17FE83042396}" destId="{2B6CCD52-631D-40EC-A29D-EF905DCD2980}" srcOrd="1" destOrd="0" presId="urn:microsoft.com/office/officeart/2005/8/layout/chevron1"/>
    <dgm:cxn modelId="{D2BCE809-0B11-46E4-8A25-E73437F5B1E6}" type="presParOf" srcId="{89326826-250E-4422-BEE1-17FE83042396}" destId="{008ACFDA-1B9C-48A0-B214-E31E872FC6D0}" srcOrd="2" destOrd="0" presId="urn:microsoft.com/office/officeart/2005/8/layout/chevron1"/>
    <dgm:cxn modelId="{B671F9C2-A6C6-4ECE-82D0-A448AC40AA41}" type="presParOf" srcId="{89326826-250E-4422-BEE1-17FE83042396}" destId="{B7AAFF36-03C1-424D-BB2C-AF4DA7052CA5}" srcOrd="3" destOrd="0" presId="urn:microsoft.com/office/officeart/2005/8/layout/chevron1"/>
    <dgm:cxn modelId="{F2EB445B-65CD-4B52-B78F-11BDB2CE384F}" type="presParOf" srcId="{89326826-250E-4422-BEE1-17FE83042396}" destId="{B181F8EE-A344-42D4-85F0-379A6F9A3E09}" srcOrd="4" destOrd="0" presId="urn:microsoft.com/office/officeart/2005/8/layout/chevron1"/>
    <dgm:cxn modelId="{955CF82E-78B0-4BE2-855E-8DE29F09E60A}" type="presParOf" srcId="{89326826-250E-4422-BEE1-17FE83042396}" destId="{D8A8CDF3-4952-46F7-97C7-87B88213ADAD}" srcOrd="5" destOrd="0" presId="urn:microsoft.com/office/officeart/2005/8/layout/chevron1"/>
    <dgm:cxn modelId="{7116F1B0-DC64-4DD8-BD41-11F69265F6F8}" type="presParOf" srcId="{89326826-250E-4422-BEE1-17FE83042396}" destId="{EDDECF90-8BB3-4DA1-8C8C-78182594AEC0}" srcOrd="6" destOrd="0" presId="urn:microsoft.com/office/officeart/2005/8/layout/chevron1"/>
    <dgm:cxn modelId="{8EB9B383-1C48-47D4-855E-F9DCB38269F1}" type="presParOf" srcId="{89326826-250E-4422-BEE1-17FE83042396}" destId="{889026C8-5A6F-4443-941E-58AB4AD879FA}" srcOrd="7" destOrd="0" presId="urn:microsoft.com/office/officeart/2005/8/layout/chevron1"/>
    <dgm:cxn modelId="{DD3585D2-A7DD-4F2E-973D-1D2BC75E5EB4}" type="presParOf" srcId="{89326826-250E-4422-BEE1-17FE83042396}" destId="{82CE2AD6-5168-45A8-91B7-2F6D8199806B}" srcOrd="8" destOrd="0" presId="urn:microsoft.com/office/officeart/2005/8/layout/chevron1"/>
    <dgm:cxn modelId="{7275306F-60B7-48F3-A4AE-C3D49F904754}" type="presParOf" srcId="{89326826-250E-4422-BEE1-17FE83042396}" destId="{857CF87D-BEF3-4AC1-AD2C-ECA6FA53FC82}" srcOrd="9" destOrd="0" presId="urn:microsoft.com/office/officeart/2005/8/layout/chevron1"/>
    <dgm:cxn modelId="{C7CDD2E2-D75B-4194-B7DE-9D8B532F92E1}" type="presParOf" srcId="{89326826-250E-4422-BEE1-17FE83042396}" destId="{5EB3262C-3F8F-4B2C-BED6-9F445658E96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8D0D27DB-17C8-4933-B440-269A0A6B046B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C44E4557-4B8D-4B7D-B11E-573E83C92551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Introduction</a:t>
          </a:r>
          <a:endParaRPr lang="fr-FR" dirty="0"/>
        </a:p>
      </dgm:t>
    </dgm:pt>
    <dgm:pt modelId="{6B38CB67-CA6D-40EF-8104-352248E147DF}" type="parTrans" cxnId="{45954E23-9572-426C-A821-AB956A93E307}">
      <dgm:prSet/>
      <dgm:spPr/>
      <dgm:t>
        <a:bodyPr/>
        <a:lstStyle/>
        <a:p>
          <a:endParaRPr lang="fr-FR"/>
        </a:p>
      </dgm:t>
    </dgm:pt>
    <dgm:pt modelId="{CF5C36AD-D3D4-4D00-9528-447D5CAD980D}" type="sibTrans" cxnId="{45954E23-9572-426C-A821-AB956A93E307}">
      <dgm:prSet/>
      <dgm:spPr/>
      <dgm:t>
        <a:bodyPr/>
        <a:lstStyle/>
        <a:p>
          <a:endParaRPr lang="fr-FR"/>
        </a:p>
      </dgm:t>
    </dgm:pt>
    <dgm:pt modelId="{4AFFD6A4-9242-4842-B48B-70AF50DF3D5E}">
      <dgm:prSet phldrT="[Texte]"/>
      <dgm:spPr>
        <a:solidFill>
          <a:schemeClr val="accent2"/>
        </a:solidFill>
        <a:ln>
          <a:solidFill>
            <a:schemeClr val="accent2"/>
          </a:solidFill>
        </a:ln>
      </dgm:spPr>
      <dgm:t>
        <a:bodyPr/>
        <a:lstStyle/>
        <a:p>
          <a:r>
            <a:rPr lang="fr-FR" dirty="0" smtClean="0"/>
            <a:t>Analyse de la situation</a:t>
          </a:r>
          <a:endParaRPr lang="fr-FR" dirty="0"/>
        </a:p>
      </dgm:t>
    </dgm:pt>
    <dgm:pt modelId="{D4F4099E-087F-41F3-ACC1-96E26ECF460E}" type="parTrans" cxnId="{952ECF7A-7E74-44DD-B42D-1F656DD0A9EE}">
      <dgm:prSet/>
      <dgm:spPr/>
      <dgm:t>
        <a:bodyPr/>
        <a:lstStyle/>
        <a:p>
          <a:endParaRPr lang="fr-FR"/>
        </a:p>
      </dgm:t>
    </dgm:pt>
    <dgm:pt modelId="{0402D23D-4116-4D81-8B6A-CAF0F3A8331B}" type="sibTrans" cxnId="{952ECF7A-7E74-44DD-B42D-1F656DD0A9EE}">
      <dgm:prSet/>
      <dgm:spPr/>
      <dgm:t>
        <a:bodyPr/>
        <a:lstStyle/>
        <a:p>
          <a:endParaRPr lang="fr-FR"/>
        </a:p>
      </dgm:t>
    </dgm:pt>
    <dgm:pt modelId="{A358BBB2-B0D8-410C-97E4-9F87503E986D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Tests utilisateurs</a:t>
          </a:r>
          <a:endParaRPr lang="fr-FR" dirty="0"/>
        </a:p>
      </dgm:t>
    </dgm:pt>
    <dgm:pt modelId="{38624BCE-AC19-4242-9589-59FF9826AA78}" type="parTrans" cxnId="{D87B92F2-4B78-4C72-A7B6-1B85AE931590}">
      <dgm:prSet/>
      <dgm:spPr/>
      <dgm:t>
        <a:bodyPr/>
        <a:lstStyle/>
        <a:p>
          <a:endParaRPr lang="fr-FR"/>
        </a:p>
      </dgm:t>
    </dgm:pt>
    <dgm:pt modelId="{3BB3B16D-0AFE-4FB4-AFC0-A41F5AB0CDCD}" type="sibTrans" cxnId="{D87B92F2-4B78-4C72-A7B6-1B85AE931590}">
      <dgm:prSet/>
      <dgm:spPr/>
      <dgm:t>
        <a:bodyPr/>
        <a:lstStyle/>
        <a:p>
          <a:endParaRPr lang="fr-FR"/>
        </a:p>
      </dgm:t>
    </dgm:pt>
    <dgm:pt modelId="{0294B60E-6ED8-4B51-A839-8C985CE64225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Conclusion et recommandations</a:t>
          </a:r>
          <a:endParaRPr lang="fr-FR" dirty="0"/>
        </a:p>
      </dgm:t>
    </dgm:pt>
    <dgm:pt modelId="{49E2DC80-BF73-4428-A00F-5F39EF0F8C57}" type="parTrans" cxnId="{32C5F88A-8BB4-4ADB-BD09-606FF7990B32}">
      <dgm:prSet/>
      <dgm:spPr/>
      <dgm:t>
        <a:bodyPr/>
        <a:lstStyle/>
        <a:p>
          <a:endParaRPr lang="fr-FR"/>
        </a:p>
      </dgm:t>
    </dgm:pt>
    <dgm:pt modelId="{F4D63BCA-27EC-45C9-A9DC-0558FADBD1F4}" type="sibTrans" cxnId="{32C5F88A-8BB4-4ADB-BD09-606FF7990B32}">
      <dgm:prSet/>
      <dgm:spPr/>
      <dgm:t>
        <a:bodyPr/>
        <a:lstStyle/>
        <a:p>
          <a:endParaRPr lang="fr-FR"/>
        </a:p>
      </dgm:t>
    </dgm:pt>
    <dgm:pt modelId="{86190804-C798-4D74-A945-00E0F0061E7D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Analyse cognitive</a:t>
          </a:r>
          <a:endParaRPr lang="fr-FR" dirty="0"/>
        </a:p>
      </dgm:t>
    </dgm:pt>
    <dgm:pt modelId="{18821DA0-02D9-4170-B348-3BF55452CD19}" type="parTrans" cxnId="{FE2B2C2E-A154-4463-B651-3E771E3C0FB6}">
      <dgm:prSet/>
      <dgm:spPr/>
      <dgm:t>
        <a:bodyPr/>
        <a:lstStyle/>
        <a:p>
          <a:endParaRPr lang="fr-FR"/>
        </a:p>
      </dgm:t>
    </dgm:pt>
    <dgm:pt modelId="{048298C8-2684-4A3A-B11A-40C38FC7AC10}" type="sibTrans" cxnId="{FE2B2C2E-A154-4463-B651-3E771E3C0FB6}">
      <dgm:prSet/>
      <dgm:spPr/>
      <dgm:t>
        <a:bodyPr/>
        <a:lstStyle/>
        <a:p>
          <a:endParaRPr lang="fr-FR"/>
        </a:p>
      </dgm:t>
    </dgm:pt>
    <dgm:pt modelId="{12D0A71A-8EA5-4CDF-ACBC-93827ABA764B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Prototype et amélioration</a:t>
          </a:r>
          <a:endParaRPr lang="fr-FR" dirty="0"/>
        </a:p>
      </dgm:t>
    </dgm:pt>
    <dgm:pt modelId="{31A2D8B2-8372-4186-9C71-B8A2684F12FA}" type="parTrans" cxnId="{C34CEB52-51C2-413A-BE07-4B373D5322EF}">
      <dgm:prSet/>
      <dgm:spPr/>
      <dgm:t>
        <a:bodyPr/>
        <a:lstStyle/>
        <a:p>
          <a:endParaRPr lang="fr-FR"/>
        </a:p>
      </dgm:t>
    </dgm:pt>
    <dgm:pt modelId="{1CF8D868-512D-4195-B252-FAB9CFC1F069}" type="sibTrans" cxnId="{C34CEB52-51C2-413A-BE07-4B373D5322EF}">
      <dgm:prSet/>
      <dgm:spPr/>
      <dgm:t>
        <a:bodyPr/>
        <a:lstStyle/>
        <a:p>
          <a:endParaRPr lang="fr-FR"/>
        </a:p>
      </dgm:t>
    </dgm:pt>
    <dgm:pt modelId="{89326826-250E-4422-BEE1-17FE83042396}" type="pres">
      <dgm:prSet presAssocID="{8D0D27DB-17C8-4933-B440-269A0A6B046B}" presName="Name0" presStyleCnt="0">
        <dgm:presLayoutVars>
          <dgm:dir/>
          <dgm:animLvl val="lvl"/>
          <dgm:resizeHandles val="exact"/>
        </dgm:presLayoutVars>
      </dgm:prSet>
      <dgm:spPr/>
    </dgm:pt>
    <dgm:pt modelId="{467ED3BA-AFFE-4B93-8B3E-C0A0089E1B2A}" type="pres">
      <dgm:prSet presAssocID="{C44E4557-4B8D-4B7D-B11E-573E83C92551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B6CCD52-631D-40EC-A29D-EF905DCD2980}" type="pres">
      <dgm:prSet presAssocID="{CF5C36AD-D3D4-4D00-9528-447D5CAD980D}" presName="parTxOnlySpace" presStyleCnt="0"/>
      <dgm:spPr/>
    </dgm:pt>
    <dgm:pt modelId="{008ACFDA-1B9C-48A0-B214-E31E872FC6D0}" type="pres">
      <dgm:prSet presAssocID="{4AFFD6A4-9242-4842-B48B-70AF50DF3D5E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7AAFF36-03C1-424D-BB2C-AF4DA7052CA5}" type="pres">
      <dgm:prSet presAssocID="{0402D23D-4116-4D81-8B6A-CAF0F3A8331B}" presName="parTxOnlySpace" presStyleCnt="0"/>
      <dgm:spPr/>
    </dgm:pt>
    <dgm:pt modelId="{B181F8EE-A344-42D4-85F0-379A6F9A3E09}" type="pres">
      <dgm:prSet presAssocID="{A358BBB2-B0D8-410C-97E4-9F87503E986D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8A8CDF3-4952-46F7-97C7-87B88213ADAD}" type="pres">
      <dgm:prSet presAssocID="{3BB3B16D-0AFE-4FB4-AFC0-A41F5AB0CDCD}" presName="parTxOnlySpace" presStyleCnt="0"/>
      <dgm:spPr/>
    </dgm:pt>
    <dgm:pt modelId="{EDDECF90-8BB3-4DA1-8C8C-78182594AEC0}" type="pres">
      <dgm:prSet presAssocID="{86190804-C798-4D74-A945-00E0F0061E7D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89026C8-5A6F-4443-941E-58AB4AD879FA}" type="pres">
      <dgm:prSet presAssocID="{048298C8-2684-4A3A-B11A-40C38FC7AC10}" presName="parTxOnlySpace" presStyleCnt="0"/>
      <dgm:spPr/>
    </dgm:pt>
    <dgm:pt modelId="{82CE2AD6-5168-45A8-91B7-2F6D8199806B}" type="pres">
      <dgm:prSet presAssocID="{12D0A71A-8EA5-4CDF-ACBC-93827ABA764B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57CF87D-BEF3-4AC1-AD2C-ECA6FA53FC82}" type="pres">
      <dgm:prSet presAssocID="{1CF8D868-512D-4195-B252-FAB9CFC1F069}" presName="parTxOnlySpace" presStyleCnt="0"/>
      <dgm:spPr/>
    </dgm:pt>
    <dgm:pt modelId="{5EB3262C-3F8F-4B2C-BED6-9F445658E96D}" type="pres">
      <dgm:prSet presAssocID="{0294B60E-6ED8-4B51-A839-8C985CE64225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D87B92F2-4B78-4C72-A7B6-1B85AE931590}" srcId="{8D0D27DB-17C8-4933-B440-269A0A6B046B}" destId="{A358BBB2-B0D8-410C-97E4-9F87503E986D}" srcOrd="2" destOrd="0" parTransId="{38624BCE-AC19-4242-9589-59FF9826AA78}" sibTransId="{3BB3B16D-0AFE-4FB4-AFC0-A41F5AB0CDCD}"/>
    <dgm:cxn modelId="{92CCB197-4F18-4BB0-9E33-A8CB7EB3255C}" type="presOf" srcId="{8D0D27DB-17C8-4933-B440-269A0A6B046B}" destId="{89326826-250E-4422-BEE1-17FE83042396}" srcOrd="0" destOrd="0" presId="urn:microsoft.com/office/officeart/2005/8/layout/chevron1"/>
    <dgm:cxn modelId="{45954E23-9572-426C-A821-AB956A93E307}" srcId="{8D0D27DB-17C8-4933-B440-269A0A6B046B}" destId="{C44E4557-4B8D-4B7D-B11E-573E83C92551}" srcOrd="0" destOrd="0" parTransId="{6B38CB67-CA6D-40EF-8104-352248E147DF}" sibTransId="{CF5C36AD-D3D4-4D00-9528-447D5CAD980D}"/>
    <dgm:cxn modelId="{7F488E24-6087-4594-8CB1-195C45FE11C3}" type="presOf" srcId="{12D0A71A-8EA5-4CDF-ACBC-93827ABA764B}" destId="{82CE2AD6-5168-45A8-91B7-2F6D8199806B}" srcOrd="0" destOrd="0" presId="urn:microsoft.com/office/officeart/2005/8/layout/chevron1"/>
    <dgm:cxn modelId="{49B1589C-8E16-41B7-8DE7-6696D5B0E97C}" type="presOf" srcId="{0294B60E-6ED8-4B51-A839-8C985CE64225}" destId="{5EB3262C-3F8F-4B2C-BED6-9F445658E96D}" srcOrd="0" destOrd="0" presId="urn:microsoft.com/office/officeart/2005/8/layout/chevron1"/>
    <dgm:cxn modelId="{9FB473CA-736F-4F5D-9BB5-32C4D4B5C227}" type="presOf" srcId="{A358BBB2-B0D8-410C-97E4-9F87503E986D}" destId="{B181F8EE-A344-42D4-85F0-379A6F9A3E09}" srcOrd="0" destOrd="0" presId="urn:microsoft.com/office/officeart/2005/8/layout/chevron1"/>
    <dgm:cxn modelId="{6C37FFBE-F027-4198-A92D-9A2A6AC7935F}" type="presOf" srcId="{4AFFD6A4-9242-4842-B48B-70AF50DF3D5E}" destId="{008ACFDA-1B9C-48A0-B214-E31E872FC6D0}" srcOrd="0" destOrd="0" presId="urn:microsoft.com/office/officeart/2005/8/layout/chevron1"/>
    <dgm:cxn modelId="{11B42A54-FDD3-4D92-8839-13671E137B87}" type="presOf" srcId="{C44E4557-4B8D-4B7D-B11E-573E83C92551}" destId="{467ED3BA-AFFE-4B93-8B3E-C0A0089E1B2A}" srcOrd="0" destOrd="0" presId="urn:microsoft.com/office/officeart/2005/8/layout/chevron1"/>
    <dgm:cxn modelId="{32C5F88A-8BB4-4ADB-BD09-606FF7990B32}" srcId="{8D0D27DB-17C8-4933-B440-269A0A6B046B}" destId="{0294B60E-6ED8-4B51-A839-8C985CE64225}" srcOrd="5" destOrd="0" parTransId="{49E2DC80-BF73-4428-A00F-5F39EF0F8C57}" sibTransId="{F4D63BCA-27EC-45C9-A9DC-0558FADBD1F4}"/>
    <dgm:cxn modelId="{FE2B2C2E-A154-4463-B651-3E771E3C0FB6}" srcId="{8D0D27DB-17C8-4933-B440-269A0A6B046B}" destId="{86190804-C798-4D74-A945-00E0F0061E7D}" srcOrd="3" destOrd="0" parTransId="{18821DA0-02D9-4170-B348-3BF55452CD19}" sibTransId="{048298C8-2684-4A3A-B11A-40C38FC7AC10}"/>
    <dgm:cxn modelId="{952ECF7A-7E74-44DD-B42D-1F656DD0A9EE}" srcId="{8D0D27DB-17C8-4933-B440-269A0A6B046B}" destId="{4AFFD6A4-9242-4842-B48B-70AF50DF3D5E}" srcOrd="1" destOrd="0" parTransId="{D4F4099E-087F-41F3-ACC1-96E26ECF460E}" sibTransId="{0402D23D-4116-4D81-8B6A-CAF0F3A8331B}"/>
    <dgm:cxn modelId="{C34CEB52-51C2-413A-BE07-4B373D5322EF}" srcId="{8D0D27DB-17C8-4933-B440-269A0A6B046B}" destId="{12D0A71A-8EA5-4CDF-ACBC-93827ABA764B}" srcOrd="4" destOrd="0" parTransId="{31A2D8B2-8372-4186-9C71-B8A2684F12FA}" sibTransId="{1CF8D868-512D-4195-B252-FAB9CFC1F069}"/>
    <dgm:cxn modelId="{8D03432B-5A58-426B-A2D1-2D835DD86035}" type="presOf" srcId="{86190804-C798-4D74-A945-00E0F0061E7D}" destId="{EDDECF90-8BB3-4DA1-8C8C-78182594AEC0}" srcOrd="0" destOrd="0" presId="urn:microsoft.com/office/officeart/2005/8/layout/chevron1"/>
    <dgm:cxn modelId="{91551F63-5C16-41E6-9B5A-9F1B571A6E26}" type="presParOf" srcId="{89326826-250E-4422-BEE1-17FE83042396}" destId="{467ED3BA-AFFE-4B93-8B3E-C0A0089E1B2A}" srcOrd="0" destOrd="0" presId="urn:microsoft.com/office/officeart/2005/8/layout/chevron1"/>
    <dgm:cxn modelId="{CD83B3EB-2A99-4EF4-A9BD-B660756C5913}" type="presParOf" srcId="{89326826-250E-4422-BEE1-17FE83042396}" destId="{2B6CCD52-631D-40EC-A29D-EF905DCD2980}" srcOrd="1" destOrd="0" presId="urn:microsoft.com/office/officeart/2005/8/layout/chevron1"/>
    <dgm:cxn modelId="{D2BCE809-0B11-46E4-8A25-E73437F5B1E6}" type="presParOf" srcId="{89326826-250E-4422-BEE1-17FE83042396}" destId="{008ACFDA-1B9C-48A0-B214-E31E872FC6D0}" srcOrd="2" destOrd="0" presId="urn:microsoft.com/office/officeart/2005/8/layout/chevron1"/>
    <dgm:cxn modelId="{B671F9C2-A6C6-4ECE-82D0-A448AC40AA41}" type="presParOf" srcId="{89326826-250E-4422-BEE1-17FE83042396}" destId="{B7AAFF36-03C1-424D-BB2C-AF4DA7052CA5}" srcOrd="3" destOrd="0" presId="urn:microsoft.com/office/officeart/2005/8/layout/chevron1"/>
    <dgm:cxn modelId="{F2EB445B-65CD-4B52-B78F-11BDB2CE384F}" type="presParOf" srcId="{89326826-250E-4422-BEE1-17FE83042396}" destId="{B181F8EE-A344-42D4-85F0-379A6F9A3E09}" srcOrd="4" destOrd="0" presId="urn:microsoft.com/office/officeart/2005/8/layout/chevron1"/>
    <dgm:cxn modelId="{955CF82E-78B0-4BE2-855E-8DE29F09E60A}" type="presParOf" srcId="{89326826-250E-4422-BEE1-17FE83042396}" destId="{D8A8CDF3-4952-46F7-97C7-87B88213ADAD}" srcOrd="5" destOrd="0" presId="urn:microsoft.com/office/officeart/2005/8/layout/chevron1"/>
    <dgm:cxn modelId="{7116F1B0-DC64-4DD8-BD41-11F69265F6F8}" type="presParOf" srcId="{89326826-250E-4422-BEE1-17FE83042396}" destId="{EDDECF90-8BB3-4DA1-8C8C-78182594AEC0}" srcOrd="6" destOrd="0" presId="urn:microsoft.com/office/officeart/2005/8/layout/chevron1"/>
    <dgm:cxn modelId="{8EB9B383-1C48-47D4-855E-F9DCB38269F1}" type="presParOf" srcId="{89326826-250E-4422-BEE1-17FE83042396}" destId="{889026C8-5A6F-4443-941E-58AB4AD879FA}" srcOrd="7" destOrd="0" presId="urn:microsoft.com/office/officeart/2005/8/layout/chevron1"/>
    <dgm:cxn modelId="{DD3585D2-A7DD-4F2E-973D-1D2BC75E5EB4}" type="presParOf" srcId="{89326826-250E-4422-BEE1-17FE83042396}" destId="{82CE2AD6-5168-45A8-91B7-2F6D8199806B}" srcOrd="8" destOrd="0" presId="urn:microsoft.com/office/officeart/2005/8/layout/chevron1"/>
    <dgm:cxn modelId="{7275306F-60B7-48F3-A4AE-C3D49F904754}" type="presParOf" srcId="{89326826-250E-4422-BEE1-17FE83042396}" destId="{857CF87D-BEF3-4AC1-AD2C-ECA6FA53FC82}" srcOrd="9" destOrd="0" presId="urn:microsoft.com/office/officeart/2005/8/layout/chevron1"/>
    <dgm:cxn modelId="{C7CDD2E2-D75B-4194-B7DE-9D8B532F92E1}" type="presParOf" srcId="{89326826-250E-4422-BEE1-17FE83042396}" destId="{5EB3262C-3F8F-4B2C-BED6-9F445658E96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8D0D27DB-17C8-4933-B440-269A0A6B046B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C44E4557-4B8D-4B7D-B11E-573E83C92551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Introduction</a:t>
          </a:r>
          <a:endParaRPr lang="fr-FR" dirty="0"/>
        </a:p>
      </dgm:t>
    </dgm:pt>
    <dgm:pt modelId="{6B38CB67-CA6D-40EF-8104-352248E147DF}" type="parTrans" cxnId="{45954E23-9572-426C-A821-AB956A93E307}">
      <dgm:prSet/>
      <dgm:spPr/>
      <dgm:t>
        <a:bodyPr/>
        <a:lstStyle/>
        <a:p>
          <a:endParaRPr lang="fr-FR"/>
        </a:p>
      </dgm:t>
    </dgm:pt>
    <dgm:pt modelId="{CF5C36AD-D3D4-4D00-9528-447D5CAD980D}" type="sibTrans" cxnId="{45954E23-9572-426C-A821-AB956A93E307}">
      <dgm:prSet/>
      <dgm:spPr/>
      <dgm:t>
        <a:bodyPr/>
        <a:lstStyle/>
        <a:p>
          <a:endParaRPr lang="fr-FR"/>
        </a:p>
      </dgm:t>
    </dgm:pt>
    <dgm:pt modelId="{4AFFD6A4-9242-4842-B48B-70AF50DF3D5E}">
      <dgm:prSet phldrT="[Texte]"/>
      <dgm:spPr>
        <a:solidFill>
          <a:srgbClr val="0070C0"/>
        </a:solidFill>
        <a:ln>
          <a:solidFill>
            <a:schemeClr val="accent2"/>
          </a:solidFill>
        </a:ln>
      </dgm:spPr>
      <dgm:t>
        <a:bodyPr/>
        <a:lstStyle/>
        <a:p>
          <a:r>
            <a:rPr lang="fr-FR" dirty="0" smtClean="0"/>
            <a:t>Analyse de la situation</a:t>
          </a:r>
          <a:endParaRPr lang="fr-FR" dirty="0"/>
        </a:p>
      </dgm:t>
    </dgm:pt>
    <dgm:pt modelId="{D4F4099E-087F-41F3-ACC1-96E26ECF460E}" type="parTrans" cxnId="{952ECF7A-7E74-44DD-B42D-1F656DD0A9EE}">
      <dgm:prSet/>
      <dgm:spPr/>
      <dgm:t>
        <a:bodyPr/>
        <a:lstStyle/>
        <a:p>
          <a:endParaRPr lang="fr-FR"/>
        </a:p>
      </dgm:t>
    </dgm:pt>
    <dgm:pt modelId="{0402D23D-4116-4D81-8B6A-CAF0F3A8331B}" type="sibTrans" cxnId="{952ECF7A-7E74-44DD-B42D-1F656DD0A9EE}">
      <dgm:prSet/>
      <dgm:spPr/>
      <dgm:t>
        <a:bodyPr/>
        <a:lstStyle/>
        <a:p>
          <a:endParaRPr lang="fr-FR"/>
        </a:p>
      </dgm:t>
    </dgm:pt>
    <dgm:pt modelId="{A358BBB2-B0D8-410C-97E4-9F87503E986D}">
      <dgm:prSet phldrT="[Texte]"/>
      <dgm:spPr>
        <a:solidFill>
          <a:schemeClr val="accent2"/>
        </a:solidFill>
      </dgm:spPr>
      <dgm:t>
        <a:bodyPr/>
        <a:lstStyle/>
        <a:p>
          <a:r>
            <a:rPr lang="fr-FR" dirty="0" smtClean="0"/>
            <a:t>Tests utilisateurs</a:t>
          </a:r>
          <a:endParaRPr lang="fr-FR" dirty="0"/>
        </a:p>
      </dgm:t>
    </dgm:pt>
    <dgm:pt modelId="{38624BCE-AC19-4242-9589-59FF9826AA78}" type="parTrans" cxnId="{D87B92F2-4B78-4C72-A7B6-1B85AE931590}">
      <dgm:prSet/>
      <dgm:spPr/>
      <dgm:t>
        <a:bodyPr/>
        <a:lstStyle/>
        <a:p>
          <a:endParaRPr lang="fr-FR"/>
        </a:p>
      </dgm:t>
    </dgm:pt>
    <dgm:pt modelId="{3BB3B16D-0AFE-4FB4-AFC0-A41F5AB0CDCD}" type="sibTrans" cxnId="{D87B92F2-4B78-4C72-A7B6-1B85AE931590}">
      <dgm:prSet/>
      <dgm:spPr/>
      <dgm:t>
        <a:bodyPr/>
        <a:lstStyle/>
        <a:p>
          <a:endParaRPr lang="fr-FR"/>
        </a:p>
      </dgm:t>
    </dgm:pt>
    <dgm:pt modelId="{0294B60E-6ED8-4B51-A839-8C985CE64225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Conclusion et recommandations</a:t>
          </a:r>
          <a:endParaRPr lang="fr-FR" dirty="0"/>
        </a:p>
      </dgm:t>
    </dgm:pt>
    <dgm:pt modelId="{49E2DC80-BF73-4428-A00F-5F39EF0F8C57}" type="parTrans" cxnId="{32C5F88A-8BB4-4ADB-BD09-606FF7990B32}">
      <dgm:prSet/>
      <dgm:spPr/>
      <dgm:t>
        <a:bodyPr/>
        <a:lstStyle/>
        <a:p>
          <a:endParaRPr lang="fr-FR"/>
        </a:p>
      </dgm:t>
    </dgm:pt>
    <dgm:pt modelId="{F4D63BCA-27EC-45C9-A9DC-0558FADBD1F4}" type="sibTrans" cxnId="{32C5F88A-8BB4-4ADB-BD09-606FF7990B32}">
      <dgm:prSet/>
      <dgm:spPr/>
      <dgm:t>
        <a:bodyPr/>
        <a:lstStyle/>
        <a:p>
          <a:endParaRPr lang="fr-FR"/>
        </a:p>
      </dgm:t>
    </dgm:pt>
    <dgm:pt modelId="{86190804-C798-4D74-A945-00E0F0061E7D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Analyse cognitive</a:t>
          </a:r>
          <a:endParaRPr lang="fr-FR" dirty="0"/>
        </a:p>
      </dgm:t>
    </dgm:pt>
    <dgm:pt modelId="{18821DA0-02D9-4170-B348-3BF55452CD19}" type="parTrans" cxnId="{FE2B2C2E-A154-4463-B651-3E771E3C0FB6}">
      <dgm:prSet/>
      <dgm:spPr/>
      <dgm:t>
        <a:bodyPr/>
        <a:lstStyle/>
        <a:p>
          <a:endParaRPr lang="fr-FR"/>
        </a:p>
      </dgm:t>
    </dgm:pt>
    <dgm:pt modelId="{048298C8-2684-4A3A-B11A-40C38FC7AC10}" type="sibTrans" cxnId="{FE2B2C2E-A154-4463-B651-3E771E3C0FB6}">
      <dgm:prSet/>
      <dgm:spPr/>
      <dgm:t>
        <a:bodyPr/>
        <a:lstStyle/>
        <a:p>
          <a:endParaRPr lang="fr-FR"/>
        </a:p>
      </dgm:t>
    </dgm:pt>
    <dgm:pt modelId="{12D0A71A-8EA5-4CDF-ACBC-93827ABA764B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Prototype et amélioration</a:t>
          </a:r>
          <a:endParaRPr lang="fr-FR" dirty="0"/>
        </a:p>
      </dgm:t>
    </dgm:pt>
    <dgm:pt modelId="{31A2D8B2-8372-4186-9C71-B8A2684F12FA}" type="parTrans" cxnId="{C34CEB52-51C2-413A-BE07-4B373D5322EF}">
      <dgm:prSet/>
      <dgm:spPr/>
      <dgm:t>
        <a:bodyPr/>
        <a:lstStyle/>
        <a:p>
          <a:endParaRPr lang="fr-FR"/>
        </a:p>
      </dgm:t>
    </dgm:pt>
    <dgm:pt modelId="{1CF8D868-512D-4195-B252-FAB9CFC1F069}" type="sibTrans" cxnId="{C34CEB52-51C2-413A-BE07-4B373D5322EF}">
      <dgm:prSet/>
      <dgm:spPr/>
      <dgm:t>
        <a:bodyPr/>
        <a:lstStyle/>
        <a:p>
          <a:endParaRPr lang="fr-FR"/>
        </a:p>
      </dgm:t>
    </dgm:pt>
    <dgm:pt modelId="{89326826-250E-4422-BEE1-17FE83042396}" type="pres">
      <dgm:prSet presAssocID="{8D0D27DB-17C8-4933-B440-269A0A6B046B}" presName="Name0" presStyleCnt="0">
        <dgm:presLayoutVars>
          <dgm:dir/>
          <dgm:animLvl val="lvl"/>
          <dgm:resizeHandles val="exact"/>
        </dgm:presLayoutVars>
      </dgm:prSet>
      <dgm:spPr/>
    </dgm:pt>
    <dgm:pt modelId="{467ED3BA-AFFE-4B93-8B3E-C0A0089E1B2A}" type="pres">
      <dgm:prSet presAssocID="{C44E4557-4B8D-4B7D-B11E-573E83C92551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B6CCD52-631D-40EC-A29D-EF905DCD2980}" type="pres">
      <dgm:prSet presAssocID="{CF5C36AD-D3D4-4D00-9528-447D5CAD980D}" presName="parTxOnlySpace" presStyleCnt="0"/>
      <dgm:spPr/>
    </dgm:pt>
    <dgm:pt modelId="{008ACFDA-1B9C-48A0-B214-E31E872FC6D0}" type="pres">
      <dgm:prSet presAssocID="{4AFFD6A4-9242-4842-B48B-70AF50DF3D5E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7AAFF36-03C1-424D-BB2C-AF4DA7052CA5}" type="pres">
      <dgm:prSet presAssocID="{0402D23D-4116-4D81-8B6A-CAF0F3A8331B}" presName="parTxOnlySpace" presStyleCnt="0"/>
      <dgm:spPr/>
    </dgm:pt>
    <dgm:pt modelId="{B181F8EE-A344-42D4-85F0-379A6F9A3E09}" type="pres">
      <dgm:prSet presAssocID="{A358BBB2-B0D8-410C-97E4-9F87503E986D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8A8CDF3-4952-46F7-97C7-87B88213ADAD}" type="pres">
      <dgm:prSet presAssocID="{3BB3B16D-0AFE-4FB4-AFC0-A41F5AB0CDCD}" presName="parTxOnlySpace" presStyleCnt="0"/>
      <dgm:spPr/>
    </dgm:pt>
    <dgm:pt modelId="{EDDECF90-8BB3-4DA1-8C8C-78182594AEC0}" type="pres">
      <dgm:prSet presAssocID="{86190804-C798-4D74-A945-00E0F0061E7D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89026C8-5A6F-4443-941E-58AB4AD879FA}" type="pres">
      <dgm:prSet presAssocID="{048298C8-2684-4A3A-B11A-40C38FC7AC10}" presName="parTxOnlySpace" presStyleCnt="0"/>
      <dgm:spPr/>
    </dgm:pt>
    <dgm:pt modelId="{82CE2AD6-5168-45A8-91B7-2F6D8199806B}" type="pres">
      <dgm:prSet presAssocID="{12D0A71A-8EA5-4CDF-ACBC-93827ABA764B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57CF87D-BEF3-4AC1-AD2C-ECA6FA53FC82}" type="pres">
      <dgm:prSet presAssocID="{1CF8D868-512D-4195-B252-FAB9CFC1F069}" presName="parTxOnlySpace" presStyleCnt="0"/>
      <dgm:spPr/>
    </dgm:pt>
    <dgm:pt modelId="{5EB3262C-3F8F-4B2C-BED6-9F445658E96D}" type="pres">
      <dgm:prSet presAssocID="{0294B60E-6ED8-4B51-A839-8C985CE64225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D87B92F2-4B78-4C72-A7B6-1B85AE931590}" srcId="{8D0D27DB-17C8-4933-B440-269A0A6B046B}" destId="{A358BBB2-B0D8-410C-97E4-9F87503E986D}" srcOrd="2" destOrd="0" parTransId="{38624BCE-AC19-4242-9589-59FF9826AA78}" sibTransId="{3BB3B16D-0AFE-4FB4-AFC0-A41F5AB0CDCD}"/>
    <dgm:cxn modelId="{92CCB197-4F18-4BB0-9E33-A8CB7EB3255C}" type="presOf" srcId="{8D0D27DB-17C8-4933-B440-269A0A6B046B}" destId="{89326826-250E-4422-BEE1-17FE83042396}" srcOrd="0" destOrd="0" presId="urn:microsoft.com/office/officeart/2005/8/layout/chevron1"/>
    <dgm:cxn modelId="{45954E23-9572-426C-A821-AB956A93E307}" srcId="{8D0D27DB-17C8-4933-B440-269A0A6B046B}" destId="{C44E4557-4B8D-4B7D-B11E-573E83C92551}" srcOrd="0" destOrd="0" parTransId="{6B38CB67-CA6D-40EF-8104-352248E147DF}" sibTransId="{CF5C36AD-D3D4-4D00-9528-447D5CAD980D}"/>
    <dgm:cxn modelId="{7F488E24-6087-4594-8CB1-195C45FE11C3}" type="presOf" srcId="{12D0A71A-8EA5-4CDF-ACBC-93827ABA764B}" destId="{82CE2AD6-5168-45A8-91B7-2F6D8199806B}" srcOrd="0" destOrd="0" presId="urn:microsoft.com/office/officeart/2005/8/layout/chevron1"/>
    <dgm:cxn modelId="{49B1589C-8E16-41B7-8DE7-6696D5B0E97C}" type="presOf" srcId="{0294B60E-6ED8-4B51-A839-8C985CE64225}" destId="{5EB3262C-3F8F-4B2C-BED6-9F445658E96D}" srcOrd="0" destOrd="0" presId="urn:microsoft.com/office/officeart/2005/8/layout/chevron1"/>
    <dgm:cxn modelId="{9FB473CA-736F-4F5D-9BB5-32C4D4B5C227}" type="presOf" srcId="{A358BBB2-B0D8-410C-97E4-9F87503E986D}" destId="{B181F8EE-A344-42D4-85F0-379A6F9A3E09}" srcOrd="0" destOrd="0" presId="urn:microsoft.com/office/officeart/2005/8/layout/chevron1"/>
    <dgm:cxn modelId="{6C37FFBE-F027-4198-A92D-9A2A6AC7935F}" type="presOf" srcId="{4AFFD6A4-9242-4842-B48B-70AF50DF3D5E}" destId="{008ACFDA-1B9C-48A0-B214-E31E872FC6D0}" srcOrd="0" destOrd="0" presId="urn:microsoft.com/office/officeart/2005/8/layout/chevron1"/>
    <dgm:cxn modelId="{11B42A54-FDD3-4D92-8839-13671E137B87}" type="presOf" srcId="{C44E4557-4B8D-4B7D-B11E-573E83C92551}" destId="{467ED3BA-AFFE-4B93-8B3E-C0A0089E1B2A}" srcOrd="0" destOrd="0" presId="urn:microsoft.com/office/officeart/2005/8/layout/chevron1"/>
    <dgm:cxn modelId="{32C5F88A-8BB4-4ADB-BD09-606FF7990B32}" srcId="{8D0D27DB-17C8-4933-B440-269A0A6B046B}" destId="{0294B60E-6ED8-4B51-A839-8C985CE64225}" srcOrd="5" destOrd="0" parTransId="{49E2DC80-BF73-4428-A00F-5F39EF0F8C57}" sibTransId="{F4D63BCA-27EC-45C9-A9DC-0558FADBD1F4}"/>
    <dgm:cxn modelId="{FE2B2C2E-A154-4463-B651-3E771E3C0FB6}" srcId="{8D0D27DB-17C8-4933-B440-269A0A6B046B}" destId="{86190804-C798-4D74-A945-00E0F0061E7D}" srcOrd="3" destOrd="0" parTransId="{18821DA0-02D9-4170-B348-3BF55452CD19}" sibTransId="{048298C8-2684-4A3A-B11A-40C38FC7AC10}"/>
    <dgm:cxn modelId="{952ECF7A-7E74-44DD-B42D-1F656DD0A9EE}" srcId="{8D0D27DB-17C8-4933-B440-269A0A6B046B}" destId="{4AFFD6A4-9242-4842-B48B-70AF50DF3D5E}" srcOrd="1" destOrd="0" parTransId="{D4F4099E-087F-41F3-ACC1-96E26ECF460E}" sibTransId="{0402D23D-4116-4D81-8B6A-CAF0F3A8331B}"/>
    <dgm:cxn modelId="{C34CEB52-51C2-413A-BE07-4B373D5322EF}" srcId="{8D0D27DB-17C8-4933-B440-269A0A6B046B}" destId="{12D0A71A-8EA5-4CDF-ACBC-93827ABA764B}" srcOrd="4" destOrd="0" parTransId="{31A2D8B2-8372-4186-9C71-B8A2684F12FA}" sibTransId="{1CF8D868-512D-4195-B252-FAB9CFC1F069}"/>
    <dgm:cxn modelId="{8D03432B-5A58-426B-A2D1-2D835DD86035}" type="presOf" srcId="{86190804-C798-4D74-A945-00E0F0061E7D}" destId="{EDDECF90-8BB3-4DA1-8C8C-78182594AEC0}" srcOrd="0" destOrd="0" presId="urn:microsoft.com/office/officeart/2005/8/layout/chevron1"/>
    <dgm:cxn modelId="{91551F63-5C16-41E6-9B5A-9F1B571A6E26}" type="presParOf" srcId="{89326826-250E-4422-BEE1-17FE83042396}" destId="{467ED3BA-AFFE-4B93-8B3E-C0A0089E1B2A}" srcOrd="0" destOrd="0" presId="urn:microsoft.com/office/officeart/2005/8/layout/chevron1"/>
    <dgm:cxn modelId="{CD83B3EB-2A99-4EF4-A9BD-B660756C5913}" type="presParOf" srcId="{89326826-250E-4422-BEE1-17FE83042396}" destId="{2B6CCD52-631D-40EC-A29D-EF905DCD2980}" srcOrd="1" destOrd="0" presId="urn:microsoft.com/office/officeart/2005/8/layout/chevron1"/>
    <dgm:cxn modelId="{D2BCE809-0B11-46E4-8A25-E73437F5B1E6}" type="presParOf" srcId="{89326826-250E-4422-BEE1-17FE83042396}" destId="{008ACFDA-1B9C-48A0-B214-E31E872FC6D0}" srcOrd="2" destOrd="0" presId="urn:microsoft.com/office/officeart/2005/8/layout/chevron1"/>
    <dgm:cxn modelId="{B671F9C2-A6C6-4ECE-82D0-A448AC40AA41}" type="presParOf" srcId="{89326826-250E-4422-BEE1-17FE83042396}" destId="{B7AAFF36-03C1-424D-BB2C-AF4DA7052CA5}" srcOrd="3" destOrd="0" presId="urn:microsoft.com/office/officeart/2005/8/layout/chevron1"/>
    <dgm:cxn modelId="{F2EB445B-65CD-4B52-B78F-11BDB2CE384F}" type="presParOf" srcId="{89326826-250E-4422-BEE1-17FE83042396}" destId="{B181F8EE-A344-42D4-85F0-379A6F9A3E09}" srcOrd="4" destOrd="0" presId="urn:microsoft.com/office/officeart/2005/8/layout/chevron1"/>
    <dgm:cxn modelId="{955CF82E-78B0-4BE2-855E-8DE29F09E60A}" type="presParOf" srcId="{89326826-250E-4422-BEE1-17FE83042396}" destId="{D8A8CDF3-4952-46F7-97C7-87B88213ADAD}" srcOrd="5" destOrd="0" presId="urn:microsoft.com/office/officeart/2005/8/layout/chevron1"/>
    <dgm:cxn modelId="{7116F1B0-DC64-4DD8-BD41-11F69265F6F8}" type="presParOf" srcId="{89326826-250E-4422-BEE1-17FE83042396}" destId="{EDDECF90-8BB3-4DA1-8C8C-78182594AEC0}" srcOrd="6" destOrd="0" presId="urn:microsoft.com/office/officeart/2005/8/layout/chevron1"/>
    <dgm:cxn modelId="{8EB9B383-1C48-47D4-855E-F9DCB38269F1}" type="presParOf" srcId="{89326826-250E-4422-BEE1-17FE83042396}" destId="{889026C8-5A6F-4443-941E-58AB4AD879FA}" srcOrd="7" destOrd="0" presId="urn:microsoft.com/office/officeart/2005/8/layout/chevron1"/>
    <dgm:cxn modelId="{DD3585D2-A7DD-4F2E-973D-1D2BC75E5EB4}" type="presParOf" srcId="{89326826-250E-4422-BEE1-17FE83042396}" destId="{82CE2AD6-5168-45A8-91B7-2F6D8199806B}" srcOrd="8" destOrd="0" presId="urn:microsoft.com/office/officeart/2005/8/layout/chevron1"/>
    <dgm:cxn modelId="{7275306F-60B7-48F3-A4AE-C3D49F904754}" type="presParOf" srcId="{89326826-250E-4422-BEE1-17FE83042396}" destId="{857CF87D-BEF3-4AC1-AD2C-ECA6FA53FC82}" srcOrd="9" destOrd="0" presId="urn:microsoft.com/office/officeart/2005/8/layout/chevron1"/>
    <dgm:cxn modelId="{C7CDD2E2-D75B-4194-B7DE-9D8B532F92E1}" type="presParOf" srcId="{89326826-250E-4422-BEE1-17FE83042396}" destId="{5EB3262C-3F8F-4B2C-BED6-9F445658E96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67E0F216-5F54-4849-9B7E-102AB8BD54DD}" type="doc">
      <dgm:prSet loTypeId="urn:microsoft.com/office/officeart/2005/8/layout/hProcess6" loCatId="process" qsTypeId="urn:microsoft.com/office/officeart/2005/8/quickstyle/3d1" qsCatId="3D" csTypeId="urn:microsoft.com/office/officeart/2005/8/colors/colorful1" csCatId="colorful" phldr="1"/>
      <dgm:spPr/>
      <dgm:t>
        <a:bodyPr/>
        <a:lstStyle/>
        <a:p>
          <a:endParaRPr lang="fr-FR"/>
        </a:p>
      </dgm:t>
    </dgm:pt>
    <dgm:pt modelId="{2A0CB711-2E09-4AD3-A326-BB28569332F8}">
      <dgm:prSet phldrT="[Texte]"/>
      <dgm:spPr>
        <a:solidFill>
          <a:srgbClr val="92D050"/>
        </a:solidFill>
      </dgm:spPr>
      <dgm:t>
        <a:bodyPr/>
        <a:lstStyle/>
        <a:p>
          <a:r>
            <a:rPr lang="fr-FR" dirty="0" smtClean="0"/>
            <a:t>Accueil</a:t>
          </a:r>
          <a:endParaRPr lang="fr-FR" dirty="0"/>
        </a:p>
      </dgm:t>
    </dgm:pt>
    <dgm:pt modelId="{9AD8886C-0C1F-42CE-A4D1-D752D47CBF1C}" type="parTrans" cxnId="{B47174FA-92C2-4510-BE31-01F065F752B3}">
      <dgm:prSet/>
      <dgm:spPr/>
      <dgm:t>
        <a:bodyPr/>
        <a:lstStyle/>
        <a:p>
          <a:endParaRPr lang="fr-FR"/>
        </a:p>
      </dgm:t>
    </dgm:pt>
    <dgm:pt modelId="{9A881159-07B3-4439-B7F4-FAF82E21E25C}" type="sibTrans" cxnId="{B47174FA-92C2-4510-BE31-01F065F752B3}">
      <dgm:prSet/>
      <dgm:spPr/>
      <dgm:t>
        <a:bodyPr/>
        <a:lstStyle/>
        <a:p>
          <a:endParaRPr lang="fr-FR"/>
        </a:p>
      </dgm:t>
    </dgm:pt>
    <dgm:pt modelId="{282ECBE8-D49E-43A9-84AB-8491730DB164}">
      <dgm:prSet phldrT="[Texte]"/>
      <dgm:spPr>
        <a:gradFill flip="none" rotWithShape="0">
          <a:gsLst>
            <a:gs pos="0">
              <a:srgbClr val="92D050">
                <a:tint val="66000"/>
                <a:satMod val="160000"/>
              </a:srgbClr>
            </a:gs>
            <a:gs pos="50000">
              <a:srgbClr val="92D050">
                <a:tint val="44500"/>
                <a:satMod val="160000"/>
              </a:srgbClr>
            </a:gs>
            <a:gs pos="100000">
              <a:srgbClr val="92D050">
                <a:tint val="23500"/>
                <a:satMod val="160000"/>
              </a:srgbClr>
            </a:gs>
          </a:gsLst>
          <a:lin ang="0" scaled="1"/>
          <a:tileRect/>
        </a:gradFill>
      </dgm:spPr>
      <dgm:t>
        <a:bodyPr/>
        <a:lstStyle/>
        <a:p>
          <a:r>
            <a:rPr lang="fr-FR" dirty="0" smtClean="0"/>
            <a:t>6 secondes</a:t>
          </a:r>
          <a:endParaRPr lang="fr-FR" dirty="0"/>
        </a:p>
      </dgm:t>
    </dgm:pt>
    <dgm:pt modelId="{356402F1-2B41-40DE-B691-31E6F1045AE6}" type="parTrans" cxnId="{13564126-7FE7-47D8-BBBE-AC75E724B34D}">
      <dgm:prSet/>
      <dgm:spPr/>
      <dgm:t>
        <a:bodyPr/>
        <a:lstStyle/>
        <a:p>
          <a:endParaRPr lang="fr-FR"/>
        </a:p>
      </dgm:t>
    </dgm:pt>
    <dgm:pt modelId="{F46F3682-BF1A-46E3-B09E-1A9252805448}" type="sibTrans" cxnId="{13564126-7FE7-47D8-BBBE-AC75E724B34D}">
      <dgm:prSet/>
      <dgm:spPr/>
      <dgm:t>
        <a:bodyPr/>
        <a:lstStyle/>
        <a:p>
          <a:endParaRPr lang="fr-FR"/>
        </a:p>
      </dgm:t>
    </dgm:pt>
    <dgm:pt modelId="{587139BD-3B45-4A48-BCD8-7D63A46984F1}">
      <dgm:prSet phldrT="[Texte]"/>
      <dgm:spPr>
        <a:solidFill>
          <a:srgbClr val="92D050"/>
        </a:solidFill>
      </dgm:spPr>
      <dgm:t>
        <a:bodyPr/>
        <a:lstStyle/>
        <a:p>
          <a:r>
            <a:rPr lang="fr-FR" dirty="0" smtClean="0"/>
            <a:t>Recherche</a:t>
          </a:r>
          <a:endParaRPr lang="fr-FR" dirty="0"/>
        </a:p>
      </dgm:t>
    </dgm:pt>
    <dgm:pt modelId="{FAC23F8F-710B-473E-B74E-BAC77446B9E1}" type="parTrans" cxnId="{4D1252EF-1C96-4C8F-8775-A5E978321211}">
      <dgm:prSet/>
      <dgm:spPr/>
      <dgm:t>
        <a:bodyPr/>
        <a:lstStyle/>
        <a:p>
          <a:endParaRPr lang="fr-FR"/>
        </a:p>
      </dgm:t>
    </dgm:pt>
    <dgm:pt modelId="{7EEC05D6-CA1B-4BB0-A71E-86C2B0401E89}" type="sibTrans" cxnId="{4D1252EF-1C96-4C8F-8775-A5E978321211}">
      <dgm:prSet/>
      <dgm:spPr/>
      <dgm:t>
        <a:bodyPr/>
        <a:lstStyle/>
        <a:p>
          <a:endParaRPr lang="fr-FR"/>
        </a:p>
      </dgm:t>
    </dgm:pt>
    <dgm:pt modelId="{F97A780F-CD7F-4AE7-A22B-A4FCC0769404}">
      <dgm:prSet phldrT="[Texte]"/>
      <dgm:spPr>
        <a:gradFill flip="none" rotWithShape="0">
          <a:gsLst>
            <a:gs pos="0">
              <a:srgbClr val="92D050">
                <a:tint val="66000"/>
                <a:satMod val="160000"/>
              </a:srgbClr>
            </a:gs>
            <a:gs pos="50000">
              <a:srgbClr val="92D050">
                <a:tint val="44500"/>
                <a:satMod val="160000"/>
              </a:srgbClr>
            </a:gs>
            <a:gs pos="100000">
              <a:srgbClr val="92D050">
                <a:tint val="23500"/>
                <a:satMod val="160000"/>
              </a:srgbClr>
            </a:gs>
          </a:gsLst>
          <a:lin ang="0" scaled="1"/>
          <a:tileRect/>
        </a:gradFill>
      </dgm:spPr>
      <dgm:t>
        <a:bodyPr/>
        <a:lstStyle/>
        <a:p>
          <a:r>
            <a:rPr lang="fr-FR" dirty="0" smtClean="0"/>
            <a:t>10 secondes</a:t>
          </a:r>
          <a:endParaRPr lang="fr-FR" dirty="0"/>
        </a:p>
      </dgm:t>
    </dgm:pt>
    <dgm:pt modelId="{4653E855-0EA4-459A-93AC-86B448F5CA81}" type="parTrans" cxnId="{51334A19-128A-459E-9ACA-9B6884667F02}">
      <dgm:prSet/>
      <dgm:spPr/>
      <dgm:t>
        <a:bodyPr/>
        <a:lstStyle/>
        <a:p>
          <a:endParaRPr lang="fr-FR"/>
        </a:p>
      </dgm:t>
    </dgm:pt>
    <dgm:pt modelId="{1C210AF3-E7C2-4515-A124-8C7348A425A4}" type="sibTrans" cxnId="{51334A19-128A-459E-9ACA-9B6884667F02}">
      <dgm:prSet/>
      <dgm:spPr/>
      <dgm:t>
        <a:bodyPr/>
        <a:lstStyle/>
        <a:p>
          <a:endParaRPr lang="fr-FR"/>
        </a:p>
      </dgm:t>
    </dgm:pt>
    <dgm:pt modelId="{63D7A1D5-9EE9-4817-975D-8651FE213749}">
      <dgm:prSet phldrT="[Texte]"/>
      <dgm:spPr>
        <a:gradFill flip="none" rotWithShape="0">
          <a:gsLst>
            <a:gs pos="0">
              <a:srgbClr val="92D050">
                <a:tint val="66000"/>
                <a:satMod val="160000"/>
              </a:srgbClr>
            </a:gs>
            <a:gs pos="50000">
              <a:srgbClr val="92D050">
                <a:tint val="44500"/>
                <a:satMod val="160000"/>
              </a:srgbClr>
            </a:gs>
            <a:gs pos="100000">
              <a:srgbClr val="92D050">
                <a:tint val="23500"/>
                <a:satMod val="160000"/>
              </a:srgbClr>
            </a:gs>
          </a:gsLst>
          <a:lin ang="0" scaled="1"/>
          <a:tileRect/>
        </a:gradFill>
      </dgm:spPr>
      <dgm:t>
        <a:bodyPr/>
        <a:lstStyle/>
        <a:p>
          <a:r>
            <a:rPr lang="fr-FR" dirty="0" smtClean="0"/>
            <a:t>Facile, intuitive</a:t>
          </a:r>
          <a:endParaRPr lang="fr-FR" dirty="0"/>
        </a:p>
      </dgm:t>
    </dgm:pt>
    <dgm:pt modelId="{EA33B524-D82C-4657-9C12-CB0E87CCF3B2}" type="parTrans" cxnId="{8848290D-121C-4B1A-BE08-CDF590D54BC2}">
      <dgm:prSet/>
      <dgm:spPr/>
      <dgm:t>
        <a:bodyPr/>
        <a:lstStyle/>
        <a:p>
          <a:endParaRPr lang="fr-FR"/>
        </a:p>
      </dgm:t>
    </dgm:pt>
    <dgm:pt modelId="{B51C2BD4-8EB6-4235-916D-37F501F1F8CB}" type="sibTrans" cxnId="{8848290D-121C-4B1A-BE08-CDF590D54BC2}">
      <dgm:prSet/>
      <dgm:spPr/>
      <dgm:t>
        <a:bodyPr/>
        <a:lstStyle/>
        <a:p>
          <a:endParaRPr lang="fr-FR"/>
        </a:p>
      </dgm:t>
    </dgm:pt>
    <dgm:pt modelId="{E4823488-9A64-43D5-83FE-504D44835978}">
      <dgm:prSet phldrT="[Texte]"/>
      <dgm:spPr>
        <a:solidFill>
          <a:srgbClr val="FF0000"/>
        </a:solidFill>
      </dgm:spPr>
      <dgm:t>
        <a:bodyPr/>
        <a:lstStyle/>
        <a:p>
          <a:r>
            <a:rPr lang="fr-FR" dirty="0" smtClean="0"/>
            <a:t>Filtres</a:t>
          </a:r>
          <a:endParaRPr lang="fr-FR" dirty="0"/>
        </a:p>
      </dgm:t>
    </dgm:pt>
    <dgm:pt modelId="{7B1978D0-4FC6-42B1-9CFA-28ECEE9FEC4F}" type="parTrans" cxnId="{C6B6D410-94E8-4302-AEF6-EC59650D0C73}">
      <dgm:prSet/>
      <dgm:spPr/>
      <dgm:t>
        <a:bodyPr/>
        <a:lstStyle/>
        <a:p>
          <a:endParaRPr lang="fr-FR"/>
        </a:p>
      </dgm:t>
    </dgm:pt>
    <dgm:pt modelId="{6DBF9181-0CEB-4799-85FC-6E4CFB87E7DB}" type="sibTrans" cxnId="{C6B6D410-94E8-4302-AEF6-EC59650D0C73}">
      <dgm:prSet/>
      <dgm:spPr/>
      <dgm:t>
        <a:bodyPr/>
        <a:lstStyle/>
        <a:p>
          <a:endParaRPr lang="fr-FR"/>
        </a:p>
      </dgm:t>
    </dgm:pt>
    <dgm:pt modelId="{A76BAFAC-60FA-4C59-97B5-25277CEC148A}">
      <dgm:prSet phldrT="[Texte]"/>
      <dgm:spPr>
        <a:gradFill flip="none" rotWithShape="0">
          <a:gsLst>
            <a:gs pos="0">
              <a:srgbClr val="FF0000">
                <a:tint val="66000"/>
                <a:satMod val="160000"/>
              </a:srgbClr>
            </a:gs>
            <a:gs pos="50000">
              <a:srgbClr val="FF0000">
                <a:tint val="44500"/>
                <a:satMod val="160000"/>
              </a:srgbClr>
            </a:gs>
            <a:gs pos="100000">
              <a:srgbClr val="FF0000">
                <a:tint val="23500"/>
                <a:satMod val="160000"/>
              </a:srgbClr>
            </a:gs>
          </a:gsLst>
          <a:lin ang="0" scaled="1"/>
          <a:tileRect/>
        </a:gradFill>
      </dgm:spPr>
      <dgm:t>
        <a:bodyPr/>
        <a:lstStyle/>
        <a:p>
          <a:r>
            <a:rPr lang="fr-FR" dirty="0" smtClean="0"/>
            <a:t>22 secondes</a:t>
          </a:r>
          <a:endParaRPr lang="fr-FR" dirty="0"/>
        </a:p>
      </dgm:t>
    </dgm:pt>
    <dgm:pt modelId="{270DCD29-985A-42AD-A11F-B343934F1645}" type="parTrans" cxnId="{093DF1E0-0B81-4391-A093-FD232F2D9679}">
      <dgm:prSet/>
      <dgm:spPr/>
      <dgm:t>
        <a:bodyPr/>
        <a:lstStyle/>
        <a:p>
          <a:endParaRPr lang="fr-FR"/>
        </a:p>
      </dgm:t>
    </dgm:pt>
    <dgm:pt modelId="{F0541876-A234-43D3-BBA5-3A1D380C4C66}" type="sibTrans" cxnId="{093DF1E0-0B81-4391-A093-FD232F2D9679}">
      <dgm:prSet/>
      <dgm:spPr/>
      <dgm:t>
        <a:bodyPr/>
        <a:lstStyle/>
        <a:p>
          <a:endParaRPr lang="fr-FR"/>
        </a:p>
      </dgm:t>
    </dgm:pt>
    <dgm:pt modelId="{58CB83EB-07BA-434B-AFF5-3720F78184CE}">
      <dgm:prSet phldrT="[Texte]"/>
      <dgm:spPr>
        <a:gradFill flip="none" rotWithShape="0">
          <a:gsLst>
            <a:gs pos="0">
              <a:srgbClr val="FF0000">
                <a:tint val="66000"/>
                <a:satMod val="160000"/>
              </a:srgbClr>
            </a:gs>
            <a:gs pos="50000">
              <a:srgbClr val="FF0000">
                <a:tint val="44500"/>
                <a:satMod val="160000"/>
              </a:srgbClr>
            </a:gs>
            <a:gs pos="100000">
              <a:srgbClr val="FF0000">
                <a:tint val="23500"/>
                <a:satMod val="160000"/>
              </a:srgbClr>
            </a:gs>
          </a:gsLst>
          <a:lin ang="0" scaled="1"/>
          <a:tileRect/>
        </a:gradFill>
      </dgm:spPr>
      <dgm:t>
        <a:bodyPr/>
        <a:lstStyle/>
        <a:p>
          <a:r>
            <a:rPr lang="fr-FR" dirty="0" smtClean="0"/>
            <a:t>Longue -&gt; Surcharge</a:t>
          </a:r>
          <a:endParaRPr lang="fr-FR" dirty="0"/>
        </a:p>
      </dgm:t>
    </dgm:pt>
    <dgm:pt modelId="{40FE58D3-D33C-4864-A380-83DD9A308C61}" type="parTrans" cxnId="{54356B01-787D-4561-8A23-DD032C7F0691}">
      <dgm:prSet/>
      <dgm:spPr/>
      <dgm:t>
        <a:bodyPr/>
        <a:lstStyle/>
        <a:p>
          <a:endParaRPr lang="fr-FR"/>
        </a:p>
      </dgm:t>
    </dgm:pt>
    <dgm:pt modelId="{18C3AD78-A290-4BF3-AEC6-D9D1D734FFE5}" type="sibTrans" cxnId="{54356B01-787D-4561-8A23-DD032C7F0691}">
      <dgm:prSet/>
      <dgm:spPr/>
      <dgm:t>
        <a:bodyPr/>
        <a:lstStyle/>
        <a:p>
          <a:endParaRPr lang="fr-FR"/>
        </a:p>
      </dgm:t>
    </dgm:pt>
    <dgm:pt modelId="{2452FE79-E3E0-49FA-83ED-E3458C500C89}">
      <dgm:prSet phldrT="[Texte]"/>
      <dgm:spPr>
        <a:solidFill>
          <a:srgbClr val="FFC000"/>
        </a:solidFill>
      </dgm:spPr>
      <dgm:t>
        <a:bodyPr/>
        <a:lstStyle/>
        <a:p>
          <a:r>
            <a:rPr lang="fr-FR" dirty="0" smtClean="0"/>
            <a:t>Fiche produit</a:t>
          </a:r>
          <a:endParaRPr lang="fr-FR" dirty="0"/>
        </a:p>
      </dgm:t>
    </dgm:pt>
    <dgm:pt modelId="{FF1C8313-31B2-4086-BA36-58809BC68A29}" type="parTrans" cxnId="{D0C20B43-B3FF-4E3F-AD3D-2713352C5CDF}">
      <dgm:prSet/>
      <dgm:spPr/>
      <dgm:t>
        <a:bodyPr/>
        <a:lstStyle/>
        <a:p>
          <a:endParaRPr lang="fr-FR"/>
        </a:p>
      </dgm:t>
    </dgm:pt>
    <dgm:pt modelId="{F32AA18C-7177-4287-904E-264FB06976C7}" type="sibTrans" cxnId="{D0C20B43-B3FF-4E3F-AD3D-2713352C5CDF}">
      <dgm:prSet/>
      <dgm:spPr/>
      <dgm:t>
        <a:bodyPr/>
        <a:lstStyle/>
        <a:p>
          <a:endParaRPr lang="fr-FR"/>
        </a:p>
      </dgm:t>
    </dgm:pt>
    <dgm:pt modelId="{B2FE4111-B0B9-4262-87AC-51862C23E329}">
      <dgm:prSet phldrT="[Texte]"/>
      <dgm:spPr>
        <a:gradFill flip="none" rotWithShape="0">
          <a:gsLst>
            <a:gs pos="0">
              <a:srgbClr val="FFC000">
                <a:tint val="66000"/>
                <a:satMod val="160000"/>
              </a:srgbClr>
            </a:gs>
            <a:gs pos="50000">
              <a:srgbClr val="FFC000">
                <a:tint val="44500"/>
                <a:satMod val="160000"/>
              </a:srgbClr>
            </a:gs>
            <a:gs pos="100000">
              <a:srgbClr val="FFC000">
                <a:tint val="23500"/>
                <a:satMod val="160000"/>
              </a:srgbClr>
            </a:gs>
          </a:gsLst>
          <a:lin ang="0" scaled="1"/>
          <a:tileRect/>
        </a:gradFill>
      </dgm:spPr>
      <dgm:t>
        <a:bodyPr/>
        <a:lstStyle/>
        <a:p>
          <a:r>
            <a:rPr lang="fr-FR" dirty="0" smtClean="0"/>
            <a:t>18 secondes</a:t>
          </a:r>
          <a:endParaRPr lang="fr-FR" dirty="0"/>
        </a:p>
      </dgm:t>
    </dgm:pt>
    <dgm:pt modelId="{03497B0E-F384-4FE2-B8A9-6624B9055F54}" type="parTrans" cxnId="{54EEC081-C271-43D8-9359-F0F8F0E5AE9B}">
      <dgm:prSet/>
      <dgm:spPr/>
      <dgm:t>
        <a:bodyPr/>
        <a:lstStyle/>
        <a:p>
          <a:endParaRPr lang="fr-FR"/>
        </a:p>
      </dgm:t>
    </dgm:pt>
    <dgm:pt modelId="{85CD6C11-39B7-41D6-97A8-CFF0B6796877}" type="sibTrans" cxnId="{54EEC081-C271-43D8-9359-F0F8F0E5AE9B}">
      <dgm:prSet/>
      <dgm:spPr/>
      <dgm:t>
        <a:bodyPr/>
        <a:lstStyle/>
        <a:p>
          <a:endParaRPr lang="fr-FR"/>
        </a:p>
      </dgm:t>
    </dgm:pt>
    <dgm:pt modelId="{38201F7F-E1D3-4776-8220-9B2900E3049F}">
      <dgm:prSet phldrT="[Texte]"/>
      <dgm:spPr>
        <a:gradFill flip="none" rotWithShape="0">
          <a:gsLst>
            <a:gs pos="0">
              <a:srgbClr val="FFC000">
                <a:tint val="66000"/>
                <a:satMod val="160000"/>
              </a:srgbClr>
            </a:gs>
            <a:gs pos="50000">
              <a:srgbClr val="FFC000">
                <a:tint val="44500"/>
                <a:satMod val="160000"/>
              </a:srgbClr>
            </a:gs>
            <a:gs pos="100000">
              <a:srgbClr val="FFC000">
                <a:tint val="23500"/>
                <a:satMod val="160000"/>
              </a:srgbClr>
            </a:gs>
          </a:gsLst>
          <a:lin ang="0" scaled="1"/>
          <a:tileRect/>
        </a:gradFill>
      </dgm:spPr>
      <dgm:t>
        <a:bodyPr/>
        <a:lstStyle/>
        <a:p>
          <a:r>
            <a:rPr lang="fr-FR" dirty="0" smtClean="0"/>
            <a:t>Temps de lecture</a:t>
          </a:r>
          <a:endParaRPr lang="fr-FR" dirty="0"/>
        </a:p>
      </dgm:t>
    </dgm:pt>
    <dgm:pt modelId="{7F9B8481-B01B-42E2-BA3A-B0161BA9B222}" type="parTrans" cxnId="{A0E85A7A-68B1-4A5E-9BEA-E4482354896C}">
      <dgm:prSet/>
      <dgm:spPr/>
      <dgm:t>
        <a:bodyPr/>
        <a:lstStyle/>
        <a:p>
          <a:endParaRPr lang="fr-FR"/>
        </a:p>
      </dgm:t>
    </dgm:pt>
    <dgm:pt modelId="{D90C504E-C755-42B7-BCEB-D329A45A0D39}" type="sibTrans" cxnId="{A0E85A7A-68B1-4A5E-9BEA-E4482354896C}">
      <dgm:prSet/>
      <dgm:spPr/>
      <dgm:t>
        <a:bodyPr/>
        <a:lstStyle/>
        <a:p>
          <a:endParaRPr lang="fr-FR"/>
        </a:p>
      </dgm:t>
    </dgm:pt>
    <dgm:pt modelId="{042D57C3-3212-4CED-8FE7-D21CA8100C8E}">
      <dgm:prSet phldrT="[Texte]"/>
      <dgm:spPr>
        <a:gradFill flip="none" rotWithShape="0">
          <a:gsLst>
            <a:gs pos="0">
              <a:srgbClr val="92D050">
                <a:tint val="66000"/>
                <a:satMod val="160000"/>
              </a:srgbClr>
            </a:gs>
            <a:gs pos="50000">
              <a:srgbClr val="92D050">
                <a:tint val="44500"/>
                <a:satMod val="160000"/>
              </a:srgbClr>
            </a:gs>
            <a:gs pos="100000">
              <a:srgbClr val="92D050">
                <a:tint val="23500"/>
                <a:satMod val="160000"/>
              </a:srgbClr>
            </a:gs>
          </a:gsLst>
          <a:lin ang="0" scaled="1"/>
          <a:tileRect/>
        </a:gradFill>
      </dgm:spPr>
      <dgm:t>
        <a:bodyPr/>
        <a:lstStyle/>
        <a:p>
          <a:r>
            <a:rPr lang="fr-FR" dirty="0" smtClean="0"/>
            <a:t>Navigation simple</a:t>
          </a:r>
          <a:endParaRPr lang="fr-FR" dirty="0"/>
        </a:p>
      </dgm:t>
    </dgm:pt>
    <dgm:pt modelId="{448CCFAA-A341-4551-AB4E-55A769E25B7A}" type="sibTrans" cxnId="{951DF76F-B0D9-4ECE-A9AB-0F91861B21FE}">
      <dgm:prSet/>
      <dgm:spPr/>
      <dgm:t>
        <a:bodyPr/>
        <a:lstStyle/>
        <a:p>
          <a:endParaRPr lang="fr-FR"/>
        </a:p>
      </dgm:t>
    </dgm:pt>
    <dgm:pt modelId="{A1A69B4F-07C8-431F-8820-024CBB00D75D}" type="parTrans" cxnId="{951DF76F-B0D9-4ECE-A9AB-0F91861B21FE}">
      <dgm:prSet/>
      <dgm:spPr/>
      <dgm:t>
        <a:bodyPr/>
        <a:lstStyle/>
        <a:p>
          <a:endParaRPr lang="fr-FR"/>
        </a:p>
      </dgm:t>
    </dgm:pt>
    <dgm:pt modelId="{DB302BCB-3BB1-4165-90F3-E88CCAF2B112}" type="pres">
      <dgm:prSet presAssocID="{67E0F216-5F54-4849-9B7E-102AB8BD54DD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FFE82BFD-99CB-4D51-9FA7-C67C06639281}" type="pres">
      <dgm:prSet presAssocID="{2A0CB711-2E09-4AD3-A326-BB28569332F8}" presName="compNode" presStyleCnt="0"/>
      <dgm:spPr/>
    </dgm:pt>
    <dgm:pt modelId="{152BE211-0AFE-46BD-9FF1-07DB91BB0E8A}" type="pres">
      <dgm:prSet presAssocID="{2A0CB711-2E09-4AD3-A326-BB28569332F8}" presName="noGeometry" presStyleCnt="0"/>
      <dgm:spPr/>
    </dgm:pt>
    <dgm:pt modelId="{287D4E1A-0F0A-492D-916D-A2AB7D2BDD9E}" type="pres">
      <dgm:prSet presAssocID="{2A0CB711-2E09-4AD3-A326-BB28569332F8}" presName="childTextVisible" presStyleLbl="bg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EFF41FC2-51ED-4BA5-A8BF-16BC6A5F089A}" type="pres">
      <dgm:prSet presAssocID="{2A0CB711-2E09-4AD3-A326-BB28569332F8}" presName="childTextHidden" presStyleLbl="bgAccFollowNode1" presStyleIdx="0" presStyleCnt="4"/>
      <dgm:spPr/>
      <dgm:t>
        <a:bodyPr/>
        <a:lstStyle/>
        <a:p>
          <a:endParaRPr lang="fr-FR"/>
        </a:p>
      </dgm:t>
    </dgm:pt>
    <dgm:pt modelId="{003BD990-133E-4BBA-9CB4-E3540C0D6806}" type="pres">
      <dgm:prSet presAssocID="{2A0CB711-2E09-4AD3-A326-BB28569332F8}" presName="parentText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BA98940-7949-426C-8FF4-E6818B762CA2}" type="pres">
      <dgm:prSet presAssocID="{2A0CB711-2E09-4AD3-A326-BB28569332F8}" presName="aSpace" presStyleCnt="0"/>
      <dgm:spPr/>
    </dgm:pt>
    <dgm:pt modelId="{3D4AF61E-E65F-41D7-9332-DF79342EF5E5}" type="pres">
      <dgm:prSet presAssocID="{587139BD-3B45-4A48-BCD8-7D63A46984F1}" presName="compNode" presStyleCnt="0"/>
      <dgm:spPr/>
    </dgm:pt>
    <dgm:pt modelId="{02CF4F74-4581-47A1-BBBC-9D7D2D4D5903}" type="pres">
      <dgm:prSet presAssocID="{587139BD-3B45-4A48-BCD8-7D63A46984F1}" presName="noGeometry" presStyleCnt="0"/>
      <dgm:spPr/>
    </dgm:pt>
    <dgm:pt modelId="{688E0334-3448-4877-8B5A-C2AFEE60F41C}" type="pres">
      <dgm:prSet presAssocID="{587139BD-3B45-4A48-BCD8-7D63A46984F1}" presName="childTextVisible" presStyleLbl="bg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8722CEF-6231-4069-B7D0-3F46308F68CE}" type="pres">
      <dgm:prSet presAssocID="{587139BD-3B45-4A48-BCD8-7D63A46984F1}" presName="childTextHidden" presStyleLbl="bgAccFollowNode1" presStyleIdx="1" presStyleCnt="4"/>
      <dgm:spPr/>
      <dgm:t>
        <a:bodyPr/>
        <a:lstStyle/>
        <a:p>
          <a:endParaRPr lang="fr-FR"/>
        </a:p>
      </dgm:t>
    </dgm:pt>
    <dgm:pt modelId="{022BB9A9-4239-42D8-88A9-0A6088FE46CB}" type="pres">
      <dgm:prSet presAssocID="{587139BD-3B45-4A48-BCD8-7D63A46984F1}" presName="parentText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5DEDC476-3D3C-4CA8-94A2-63BDFC6CAF79}" type="pres">
      <dgm:prSet presAssocID="{587139BD-3B45-4A48-BCD8-7D63A46984F1}" presName="aSpace" presStyleCnt="0"/>
      <dgm:spPr/>
    </dgm:pt>
    <dgm:pt modelId="{27877777-47BC-426B-8D2B-58016CAED6F5}" type="pres">
      <dgm:prSet presAssocID="{E4823488-9A64-43D5-83FE-504D44835978}" presName="compNode" presStyleCnt="0"/>
      <dgm:spPr/>
    </dgm:pt>
    <dgm:pt modelId="{75E6BA77-66B3-480B-8CA3-47C2D466F352}" type="pres">
      <dgm:prSet presAssocID="{E4823488-9A64-43D5-83FE-504D44835978}" presName="noGeometry" presStyleCnt="0"/>
      <dgm:spPr/>
    </dgm:pt>
    <dgm:pt modelId="{334C33D5-6EF4-48B2-876D-44CD3E1156FE}" type="pres">
      <dgm:prSet presAssocID="{E4823488-9A64-43D5-83FE-504D44835978}" presName="childTextVisible" presStyleLbl="bg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98EB902E-A8CB-49E7-AD85-41B300657E43}" type="pres">
      <dgm:prSet presAssocID="{E4823488-9A64-43D5-83FE-504D44835978}" presName="childTextHidden" presStyleLbl="bgAccFollowNode1" presStyleIdx="2" presStyleCnt="4"/>
      <dgm:spPr/>
      <dgm:t>
        <a:bodyPr/>
        <a:lstStyle/>
        <a:p>
          <a:endParaRPr lang="fr-FR"/>
        </a:p>
      </dgm:t>
    </dgm:pt>
    <dgm:pt modelId="{8D79EA35-3BBA-4871-B249-C27B9054B58A}" type="pres">
      <dgm:prSet presAssocID="{E4823488-9A64-43D5-83FE-504D44835978}" presName="parentText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2BB7E40-0800-4F13-9195-52826D7EA005}" type="pres">
      <dgm:prSet presAssocID="{E4823488-9A64-43D5-83FE-504D44835978}" presName="aSpace" presStyleCnt="0"/>
      <dgm:spPr/>
    </dgm:pt>
    <dgm:pt modelId="{CAF3EF6F-8F46-488C-93D5-17DF31C1324E}" type="pres">
      <dgm:prSet presAssocID="{2452FE79-E3E0-49FA-83ED-E3458C500C89}" presName="compNode" presStyleCnt="0"/>
      <dgm:spPr/>
    </dgm:pt>
    <dgm:pt modelId="{EB9AADCE-A16F-480A-BD4D-DE43B3E12557}" type="pres">
      <dgm:prSet presAssocID="{2452FE79-E3E0-49FA-83ED-E3458C500C89}" presName="noGeometry" presStyleCnt="0"/>
      <dgm:spPr/>
    </dgm:pt>
    <dgm:pt modelId="{492BEEBE-8D45-4D3A-AE6A-47739559E894}" type="pres">
      <dgm:prSet presAssocID="{2452FE79-E3E0-49FA-83ED-E3458C500C89}" presName="childTextVisible" presStyleLbl="bg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51EE9A4-2CDF-4F85-B3DD-D1DBE71D40A4}" type="pres">
      <dgm:prSet presAssocID="{2452FE79-E3E0-49FA-83ED-E3458C500C89}" presName="childTextHidden" presStyleLbl="bgAccFollowNode1" presStyleIdx="3" presStyleCnt="4"/>
      <dgm:spPr/>
      <dgm:t>
        <a:bodyPr/>
        <a:lstStyle/>
        <a:p>
          <a:endParaRPr lang="fr-FR"/>
        </a:p>
      </dgm:t>
    </dgm:pt>
    <dgm:pt modelId="{E26B8BFB-206E-431B-AE75-E436D42C98D4}" type="pres">
      <dgm:prSet presAssocID="{2452FE79-E3E0-49FA-83ED-E3458C500C89}" presName="parentText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58F53BD9-3D49-4866-BF2B-D366B9D93F69}" type="presOf" srcId="{A76BAFAC-60FA-4C59-97B5-25277CEC148A}" destId="{334C33D5-6EF4-48B2-876D-44CD3E1156FE}" srcOrd="0" destOrd="0" presId="urn:microsoft.com/office/officeart/2005/8/layout/hProcess6"/>
    <dgm:cxn modelId="{093DF1E0-0B81-4391-A093-FD232F2D9679}" srcId="{E4823488-9A64-43D5-83FE-504D44835978}" destId="{A76BAFAC-60FA-4C59-97B5-25277CEC148A}" srcOrd="0" destOrd="0" parTransId="{270DCD29-985A-42AD-A11F-B343934F1645}" sibTransId="{F0541876-A234-43D3-BBA5-3A1D380C4C66}"/>
    <dgm:cxn modelId="{9ECA1198-C229-4367-9C66-D6B3C9D41617}" type="presOf" srcId="{042D57C3-3212-4CED-8FE7-D21CA8100C8E}" destId="{287D4E1A-0F0A-492D-916D-A2AB7D2BDD9E}" srcOrd="0" destOrd="1" presId="urn:microsoft.com/office/officeart/2005/8/layout/hProcess6"/>
    <dgm:cxn modelId="{13564126-7FE7-47D8-BBBE-AC75E724B34D}" srcId="{2A0CB711-2E09-4AD3-A326-BB28569332F8}" destId="{282ECBE8-D49E-43A9-84AB-8491730DB164}" srcOrd="0" destOrd="0" parTransId="{356402F1-2B41-40DE-B691-31E6F1045AE6}" sibTransId="{F46F3682-BF1A-46E3-B09E-1A9252805448}"/>
    <dgm:cxn modelId="{C6B6D410-94E8-4302-AEF6-EC59650D0C73}" srcId="{67E0F216-5F54-4849-9B7E-102AB8BD54DD}" destId="{E4823488-9A64-43D5-83FE-504D44835978}" srcOrd="2" destOrd="0" parTransId="{7B1978D0-4FC6-42B1-9CFA-28ECEE9FEC4F}" sibTransId="{6DBF9181-0CEB-4799-85FC-6E4CFB87E7DB}"/>
    <dgm:cxn modelId="{776FC9F3-6521-43FA-BB23-56960192F19E}" type="presOf" srcId="{282ECBE8-D49E-43A9-84AB-8491730DB164}" destId="{287D4E1A-0F0A-492D-916D-A2AB7D2BDD9E}" srcOrd="0" destOrd="0" presId="urn:microsoft.com/office/officeart/2005/8/layout/hProcess6"/>
    <dgm:cxn modelId="{951DF76F-B0D9-4ECE-A9AB-0F91861B21FE}" srcId="{2A0CB711-2E09-4AD3-A326-BB28569332F8}" destId="{042D57C3-3212-4CED-8FE7-D21CA8100C8E}" srcOrd="1" destOrd="0" parTransId="{A1A69B4F-07C8-431F-8820-024CBB00D75D}" sibTransId="{448CCFAA-A341-4551-AB4E-55A769E25B7A}"/>
    <dgm:cxn modelId="{8958839A-132C-421A-9E87-735A5B590A9F}" type="presOf" srcId="{38201F7F-E1D3-4776-8220-9B2900E3049F}" destId="{351EE9A4-2CDF-4F85-B3DD-D1DBE71D40A4}" srcOrd="1" destOrd="1" presId="urn:microsoft.com/office/officeart/2005/8/layout/hProcess6"/>
    <dgm:cxn modelId="{8848290D-121C-4B1A-BE08-CDF590D54BC2}" srcId="{587139BD-3B45-4A48-BCD8-7D63A46984F1}" destId="{63D7A1D5-9EE9-4817-975D-8651FE213749}" srcOrd="1" destOrd="0" parTransId="{EA33B524-D82C-4657-9C12-CB0E87CCF3B2}" sibTransId="{B51C2BD4-8EB6-4235-916D-37F501F1F8CB}"/>
    <dgm:cxn modelId="{643C384E-E6D2-49B3-BAA7-9B827ED9C07F}" type="presOf" srcId="{F97A780F-CD7F-4AE7-A22B-A4FCC0769404}" destId="{688E0334-3448-4877-8B5A-C2AFEE60F41C}" srcOrd="0" destOrd="0" presId="urn:microsoft.com/office/officeart/2005/8/layout/hProcess6"/>
    <dgm:cxn modelId="{BBEF4A29-2759-4791-9ABA-6AA7C7EC8E34}" type="presOf" srcId="{58CB83EB-07BA-434B-AFF5-3720F78184CE}" destId="{98EB902E-A8CB-49E7-AD85-41B300657E43}" srcOrd="1" destOrd="1" presId="urn:microsoft.com/office/officeart/2005/8/layout/hProcess6"/>
    <dgm:cxn modelId="{EB7B8337-9201-42FB-84F2-D374D89CD44B}" type="presOf" srcId="{F97A780F-CD7F-4AE7-A22B-A4FCC0769404}" destId="{B8722CEF-6231-4069-B7D0-3F46308F68CE}" srcOrd="1" destOrd="0" presId="urn:microsoft.com/office/officeart/2005/8/layout/hProcess6"/>
    <dgm:cxn modelId="{2BB40B40-FBB1-4EBA-B62C-BA094627D602}" type="presOf" srcId="{63D7A1D5-9EE9-4817-975D-8651FE213749}" destId="{B8722CEF-6231-4069-B7D0-3F46308F68CE}" srcOrd="1" destOrd="1" presId="urn:microsoft.com/office/officeart/2005/8/layout/hProcess6"/>
    <dgm:cxn modelId="{F452719B-2A7B-4B4B-9906-1221CE1F9FA2}" type="presOf" srcId="{58CB83EB-07BA-434B-AFF5-3720F78184CE}" destId="{334C33D5-6EF4-48B2-876D-44CD3E1156FE}" srcOrd="0" destOrd="1" presId="urn:microsoft.com/office/officeart/2005/8/layout/hProcess6"/>
    <dgm:cxn modelId="{AEE6A103-3074-46AE-8FCC-8764DB1308C7}" type="presOf" srcId="{67E0F216-5F54-4849-9B7E-102AB8BD54DD}" destId="{DB302BCB-3BB1-4165-90F3-E88CCAF2B112}" srcOrd="0" destOrd="0" presId="urn:microsoft.com/office/officeart/2005/8/layout/hProcess6"/>
    <dgm:cxn modelId="{5428C846-6387-416C-A5F3-99FBB2867E1D}" type="presOf" srcId="{2A0CB711-2E09-4AD3-A326-BB28569332F8}" destId="{003BD990-133E-4BBA-9CB4-E3540C0D6806}" srcOrd="0" destOrd="0" presId="urn:microsoft.com/office/officeart/2005/8/layout/hProcess6"/>
    <dgm:cxn modelId="{1D7E211E-3F7D-45AC-B458-A19B769C066F}" type="presOf" srcId="{63D7A1D5-9EE9-4817-975D-8651FE213749}" destId="{688E0334-3448-4877-8B5A-C2AFEE60F41C}" srcOrd="0" destOrd="1" presId="urn:microsoft.com/office/officeart/2005/8/layout/hProcess6"/>
    <dgm:cxn modelId="{51334A19-128A-459E-9ACA-9B6884667F02}" srcId="{587139BD-3B45-4A48-BCD8-7D63A46984F1}" destId="{F97A780F-CD7F-4AE7-A22B-A4FCC0769404}" srcOrd="0" destOrd="0" parTransId="{4653E855-0EA4-459A-93AC-86B448F5CA81}" sibTransId="{1C210AF3-E7C2-4515-A124-8C7348A425A4}"/>
    <dgm:cxn modelId="{1AF056D9-BF76-465A-9474-1DD220A62955}" type="presOf" srcId="{A76BAFAC-60FA-4C59-97B5-25277CEC148A}" destId="{98EB902E-A8CB-49E7-AD85-41B300657E43}" srcOrd="1" destOrd="0" presId="urn:microsoft.com/office/officeart/2005/8/layout/hProcess6"/>
    <dgm:cxn modelId="{E4DAEE45-337B-460F-B63D-2CB00186BEF3}" type="presOf" srcId="{38201F7F-E1D3-4776-8220-9B2900E3049F}" destId="{492BEEBE-8D45-4D3A-AE6A-47739559E894}" srcOrd="0" destOrd="1" presId="urn:microsoft.com/office/officeart/2005/8/layout/hProcess6"/>
    <dgm:cxn modelId="{B47174FA-92C2-4510-BE31-01F065F752B3}" srcId="{67E0F216-5F54-4849-9B7E-102AB8BD54DD}" destId="{2A0CB711-2E09-4AD3-A326-BB28569332F8}" srcOrd="0" destOrd="0" parTransId="{9AD8886C-0C1F-42CE-A4D1-D752D47CBF1C}" sibTransId="{9A881159-07B3-4439-B7F4-FAF82E21E25C}"/>
    <dgm:cxn modelId="{54356B01-787D-4561-8A23-DD032C7F0691}" srcId="{E4823488-9A64-43D5-83FE-504D44835978}" destId="{58CB83EB-07BA-434B-AFF5-3720F78184CE}" srcOrd="1" destOrd="0" parTransId="{40FE58D3-D33C-4864-A380-83DD9A308C61}" sibTransId="{18C3AD78-A290-4BF3-AEC6-D9D1D734FFE5}"/>
    <dgm:cxn modelId="{4D1252EF-1C96-4C8F-8775-A5E978321211}" srcId="{67E0F216-5F54-4849-9B7E-102AB8BD54DD}" destId="{587139BD-3B45-4A48-BCD8-7D63A46984F1}" srcOrd="1" destOrd="0" parTransId="{FAC23F8F-710B-473E-B74E-BAC77446B9E1}" sibTransId="{7EEC05D6-CA1B-4BB0-A71E-86C2B0401E89}"/>
    <dgm:cxn modelId="{00923375-F890-455D-858A-8CF578EB676F}" type="presOf" srcId="{282ECBE8-D49E-43A9-84AB-8491730DB164}" destId="{EFF41FC2-51ED-4BA5-A8BF-16BC6A5F089A}" srcOrd="1" destOrd="0" presId="urn:microsoft.com/office/officeart/2005/8/layout/hProcess6"/>
    <dgm:cxn modelId="{D0C20B43-B3FF-4E3F-AD3D-2713352C5CDF}" srcId="{67E0F216-5F54-4849-9B7E-102AB8BD54DD}" destId="{2452FE79-E3E0-49FA-83ED-E3458C500C89}" srcOrd="3" destOrd="0" parTransId="{FF1C8313-31B2-4086-BA36-58809BC68A29}" sibTransId="{F32AA18C-7177-4287-904E-264FB06976C7}"/>
    <dgm:cxn modelId="{1F60FA43-1ED3-4EC4-8E15-B1626DCEA2F2}" type="presOf" srcId="{587139BD-3B45-4A48-BCD8-7D63A46984F1}" destId="{022BB9A9-4239-42D8-88A9-0A6088FE46CB}" srcOrd="0" destOrd="0" presId="urn:microsoft.com/office/officeart/2005/8/layout/hProcess6"/>
    <dgm:cxn modelId="{A0E85A7A-68B1-4A5E-9BEA-E4482354896C}" srcId="{2452FE79-E3E0-49FA-83ED-E3458C500C89}" destId="{38201F7F-E1D3-4776-8220-9B2900E3049F}" srcOrd="1" destOrd="0" parTransId="{7F9B8481-B01B-42E2-BA3A-B0161BA9B222}" sibTransId="{D90C504E-C755-42B7-BCEB-D329A45A0D39}"/>
    <dgm:cxn modelId="{54EEC081-C271-43D8-9359-F0F8F0E5AE9B}" srcId="{2452FE79-E3E0-49FA-83ED-E3458C500C89}" destId="{B2FE4111-B0B9-4262-87AC-51862C23E329}" srcOrd="0" destOrd="0" parTransId="{03497B0E-F384-4FE2-B8A9-6624B9055F54}" sibTransId="{85CD6C11-39B7-41D6-97A8-CFF0B6796877}"/>
    <dgm:cxn modelId="{0FCCAEB5-85D3-4CF9-87F0-C9B3862F1C49}" type="presOf" srcId="{2452FE79-E3E0-49FA-83ED-E3458C500C89}" destId="{E26B8BFB-206E-431B-AE75-E436D42C98D4}" srcOrd="0" destOrd="0" presId="urn:microsoft.com/office/officeart/2005/8/layout/hProcess6"/>
    <dgm:cxn modelId="{2943974A-A688-4BB7-A605-C0F3CD24C1D0}" type="presOf" srcId="{B2FE4111-B0B9-4262-87AC-51862C23E329}" destId="{351EE9A4-2CDF-4F85-B3DD-D1DBE71D40A4}" srcOrd="1" destOrd="0" presId="urn:microsoft.com/office/officeart/2005/8/layout/hProcess6"/>
    <dgm:cxn modelId="{44C05EE7-B459-47BF-A3D7-3A555412A6BB}" type="presOf" srcId="{E4823488-9A64-43D5-83FE-504D44835978}" destId="{8D79EA35-3BBA-4871-B249-C27B9054B58A}" srcOrd="0" destOrd="0" presId="urn:microsoft.com/office/officeart/2005/8/layout/hProcess6"/>
    <dgm:cxn modelId="{120F5124-C25F-445C-B4EB-57AA4CB58561}" type="presOf" srcId="{042D57C3-3212-4CED-8FE7-D21CA8100C8E}" destId="{EFF41FC2-51ED-4BA5-A8BF-16BC6A5F089A}" srcOrd="1" destOrd="1" presId="urn:microsoft.com/office/officeart/2005/8/layout/hProcess6"/>
    <dgm:cxn modelId="{06C8E278-7159-459C-8805-8E3CFB9FA31A}" type="presOf" srcId="{B2FE4111-B0B9-4262-87AC-51862C23E329}" destId="{492BEEBE-8D45-4D3A-AE6A-47739559E894}" srcOrd="0" destOrd="0" presId="urn:microsoft.com/office/officeart/2005/8/layout/hProcess6"/>
    <dgm:cxn modelId="{0ACB74B4-83FF-49DE-B102-357143A88D0E}" type="presParOf" srcId="{DB302BCB-3BB1-4165-90F3-E88CCAF2B112}" destId="{FFE82BFD-99CB-4D51-9FA7-C67C06639281}" srcOrd="0" destOrd="0" presId="urn:microsoft.com/office/officeart/2005/8/layout/hProcess6"/>
    <dgm:cxn modelId="{07C6E4C0-7B2F-4F3E-AADA-9C7E00FEF5B0}" type="presParOf" srcId="{FFE82BFD-99CB-4D51-9FA7-C67C06639281}" destId="{152BE211-0AFE-46BD-9FF1-07DB91BB0E8A}" srcOrd="0" destOrd="0" presId="urn:microsoft.com/office/officeart/2005/8/layout/hProcess6"/>
    <dgm:cxn modelId="{D0A45D0D-6152-404D-B940-C511902523E0}" type="presParOf" srcId="{FFE82BFD-99CB-4D51-9FA7-C67C06639281}" destId="{287D4E1A-0F0A-492D-916D-A2AB7D2BDD9E}" srcOrd="1" destOrd="0" presId="urn:microsoft.com/office/officeart/2005/8/layout/hProcess6"/>
    <dgm:cxn modelId="{203400A1-9AF3-4D94-872D-6F3129D8AC59}" type="presParOf" srcId="{FFE82BFD-99CB-4D51-9FA7-C67C06639281}" destId="{EFF41FC2-51ED-4BA5-A8BF-16BC6A5F089A}" srcOrd="2" destOrd="0" presId="urn:microsoft.com/office/officeart/2005/8/layout/hProcess6"/>
    <dgm:cxn modelId="{D03F6121-E4AC-4ABB-B2E6-B37951373A6A}" type="presParOf" srcId="{FFE82BFD-99CB-4D51-9FA7-C67C06639281}" destId="{003BD990-133E-4BBA-9CB4-E3540C0D6806}" srcOrd="3" destOrd="0" presId="urn:microsoft.com/office/officeart/2005/8/layout/hProcess6"/>
    <dgm:cxn modelId="{F2F5B1F3-09BD-4F6C-96D7-D9AB6D4FB0D8}" type="presParOf" srcId="{DB302BCB-3BB1-4165-90F3-E88CCAF2B112}" destId="{ABA98940-7949-426C-8FF4-E6818B762CA2}" srcOrd="1" destOrd="0" presId="urn:microsoft.com/office/officeart/2005/8/layout/hProcess6"/>
    <dgm:cxn modelId="{409F3EEC-20FD-4C8A-82B5-430687AA5499}" type="presParOf" srcId="{DB302BCB-3BB1-4165-90F3-E88CCAF2B112}" destId="{3D4AF61E-E65F-41D7-9332-DF79342EF5E5}" srcOrd="2" destOrd="0" presId="urn:microsoft.com/office/officeart/2005/8/layout/hProcess6"/>
    <dgm:cxn modelId="{CC9C173A-8844-45D8-8312-5EA9EB247CCF}" type="presParOf" srcId="{3D4AF61E-E65F-41D7-9332-DF79342EF5E5}" destId="{02CF4F74-4581-47A1-BBBC-9D7D2D4D5903}" srcOrd="0" destOrd="0" presId="urn:microsoft.com/office/officeart/2005/8/layout/hProcess6"/>
    <dgm:cxn modelId="{5C233F7B-9C28-4A17-9E70-C6A5E791901F}" type="presParOf" srcId="{3D4AF61E-E65F-41D7-9332-DF79342EF5E5}" destId="{688E0334-3448-4877-8B5A-C2AFEE60F41C}" srcOrd="1" destOrd="0" presId="urn:microsoft.com/office/officeart/2005/8/layout/hProcess6"/>
    <dgm:cxn modelId="{A401A3CF-C3AD-4FCF-BA93-2DD28E86A0A9}" type="presParOf" srcId="{3D4AF61E-E65F-41D7-9332-DF79342EF5E5}" destId="{B8722CEF-6231-4069-B7D0-3F46308F68CE}" srcOrd="2" destOrd="0" presId="urn:microsoft.com/office/officeart/2005/8/layout/hProcess6"/>
    <dgm:cxn modelId="{5DC8A4E7-3899-452C-AA7E-A2C93A5C480B}" type="presParOf" srcId="{3D4AF61E-E65F-41D7-9332-DF79342EF5E5}" destId="{022BB9A9-4239-42D8-88A9-0A6088FE46CB}" srcOrd="3" destOrd="0" presId="urn:microsoft.com/office/officeart/2005/8/layout/hProcess6"/>
    <dgm:cxn modelId="{507F8DFA-645B-46A3-8D56-BAAAE2C640E0}" type="presParOf" srcId="{DB302BCB-3BB1-4165-90F3-E88CCAF2B112}" destId="{5DEDC476-3D3C-4CA8-94A2-63BDFC6CAF79}" srcOrd="3" destOrd="0" presId="urn:microsoft.com/office/officeart/2005/8/layout/hProcess6"/>
    <dgm:cxn modelId="{BE23C8EC-5751-4B95-A8B3-0099F18CE506}" type="presParOf" srcId="{DB302BCB-3BB1-4165-90F3-E88CCAF2B112}" destId="{27877777-47BC-426B-8D2B-58016CAED6F5}" srcOrd="4" destOrd="0" presId="urn:microsoft.com/office/officeart/2005/8/layout/hProcess6"/>
    <dgm:cxn modelId="{A6380667-8313-45BF-BFF9-D74AD6870719}" type="presParOf" srcId="{27877777-47BC-426B-8D2B-58016CAED6F5}" destId="{75E6BA77-66B3-480B-8CA3-47C2D466F352}" srcOrd="0" destOrd="0" presId="urn:microsoft.com/office/officeart/2005/8/layout/hProcess6"/>
    <dgm:cxn modelId="{E0900E1E-5ED2-4346-BE9C-2E4DB4CFDB53}" type="presParOf" srcId="{27877777-47BC-426B-8D2B-58016CAED6F5}" destId="{334C33D5-6EF4-48B2-876D-44CD3E1156FE}" srcOrd="1" destOrd="0" presId="urn:microsoft.com/office/officeart/2005/8/layout/hProcess6"/>
    <dgm:cxn modelId="{4EE02DE3-E5EE-4A52-A395-021354CECAB2}" type="presParOf" srcId="{27877777-47BC-426B-8D2B-58016CAED6F5}" destId="{98EB902E-A8CB-49E7-AD85-41B300657E43}" srcOrd="2" destOrd="0" presId="urn:microsoft.com/office/officeart/2005/8/layout/hProcess6"/>
    <dgm:cxn modelId="{E69E5558-1CA7-4762-BC52-9BBDD2E9971C}" type="presParOf" srcId="{27877777-47BC-426B-8D2B-58016CAED6F5}" destId="{8D79EA35-3BBA-4871-B249-C27B9054B58A}" srcOrd="3" destOrd="0" presId="urn:microsoft.com/office/officeart/2005/8/layout/hProcess6"/>
    <dgm:cxn modelId="{4BC604F2-A736-423B-A54A-18B50616BF01}" type="presParOf" srcId="{DB302BCB-3BB1-4165-90F3-E88CCAF2B112}" destId="{72BB7E40-0800-4F13-9195-52826D7EA005}" srcOrd="5" destOrd="0" presId="urn:microsoft.com/office/officeart/2005/8/layout/hProcess6"/>
    <dgm:cxn modelId="{6CEA7760-240C-41DD-9176-8514DA1F0194}" type="presParOf" srcId="{DB302BCB-3BB1-4165-90F3-E88CCAF2B112}" destId="{CAF3EF6F-8F46-488C-93D5-17DF31C1324E}" srcOrd="6" destOrd="0" presId="urn:microsoft.com/office/officeart/2005/8/layout/hProcess6"/>
    <dgm:cxn modelId="{6BFD9AFB-1162-4DFB-B6AD-A7991C8982A6}" type="presParOf" srcId="{CAF3EF6F-8F46-488C-93D5-17DF31C1324E}" destId="{EB9AADCE-A16F-480A-BD4D-DE43B3E12557}" srcOrd="0" destOrd="0" presId="urn:microsoft.com/office/officeart/2005/8/layout/hProcess6"/>
    <dgm:cxn modelId="{03821959-6625-4B6A-87EE-2864CADB5E48}" type="presParOf" srcId="{CAF3EF6F-8F46-488C-93D5-17DF31C1324E}" destId="{492BEEBE-8D45-4D3A-AE6A-47739559E894}" srcOrd="1" destOrd="0" presId="urn:microsoft.com/office/officeart/2005/8/layout/hProcess6"/>
    <dgm:cxn modelId="{BBF78C65-EDCA-4E24-B750-A040F6205DA3}" type="presParOf" srcId="{CAF3EF6F-8F46-488C-93D5-17DF31C1324E}" destId="{351EE9A4-2CDF-4F85-B3DD-D1DBE71D40A4}" srcOrd="2" destOrd="0" presId="urn:microsoft.com/office/officeart/2005/8/layout/hProcess6"/>
    <dgm:cxn modelId="{4A7EA22F-9F66-4507-B198-17E244136D8E}" type="presParOf" srcId="{CAF3EF6F-8F46-488C-93D5-17DF31C1324E}" destId="{E26B8BFB-206E-431B-AE75-E436D42C98D4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8D0D27DB-17C8-4933-B440-269A0A6B046B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C44E4557-4B8D-4B7D-B11E-573E83C92551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Introduction</a:t>
          </a:r>
          <a:endParaRPr lang="fr-FR" dirty="0"/>
        </a:p>
      </dgm:t>
    </dgm:pt>
    <dgm:pt modelId="{6B38CB67-CA6D-40EF-8104-352248E147DF}" type="parTrans" cxnId="{45954E23-9572-426C-A821-AB956A93E307}">
      <dgm:prSet/>
      <dgm:spPr/>
      <dgm:t>
        <a:bodyPr/>
        <a:lstStyle/>
        <a:p>
          <a:endParaRPr lang="fr-FR"/>
        </a:p>
      </dgm:t>
    </dgm:pt>
    <dgm:pt modelId="{CF5C36AD-D3D4-4D00-9528-447D5CAD980D}" type="sibTrans" cxnId="{45954E23-9572-426C-A821-AB956A93E307}">
      <dgm:prSet/>
      <dgm:spPr/>
      <dgm:t>
        <a:bodyPr/>
        <a:lstStyle/>
        <a:p>
          <a:endParaRPr lang="fr-FR"/>
        </a:p>
      </dgm:t>
    </dgm:pt>
    <dgm:pt modelId="{4AFFD6A4-9242-4842-B48B-70AF50DF3D5E}">
      <dgm:prSet phldrT="[Texte]"/>
      <dgm:spPr>
        <a:solidFill>
          <a:srgbClr val="0070C0"/>
        </a:solidFill>
        <a:ln>
          <a:solidFill>
            <a:schemeClr val="accent2"/>
          </a:solidFill>
        </a:ln>
      </dgm:spPr>
      <dgm:t>
        <a:bodyPr/>
        <a:lstStyle/>
        <a:p>
          <a:r>
            <a:rPr lang="fr-FR" dirty="0" smtClean="0"/>
            <a:t>Analyse de la situation</a:t>
          </a:r>
          <a:endParaRPr lang="fr-FR" dirty="0"/>
        </a:p>
      </dgm:t>
    </dgm:pt>
    <dgm:pt modelId="{D4F4099E-087F-41F3-ACC1-96E26ECF460E}" type="parTrans" cxnId="{952ECF7A-7E74-44DD-B42D-1F656DD0A9EE}">
      <dgm:prSet/>
      <dgm:spPr/>
      <dgm:t>
        <a:bodyPr/>
        <a:lstStyle/>
        <a:p>
          <a:endParaRPr lang="fr-FR"/>
        </a:p>
      </dgm:t>
    </dgm:pt>
    <dgm:pt modelId="{0402D23D-4116-4D81-8B6A-CAF0F3A8331B}" type="sibTrans" cxnId="{952ECF7A-7E74-44DD-B42D-1F656DD0A9EE}">
      <dgm:prSet/>
      <dgm:spPr/>
      <dgm:t>
        <a:bodyPr/>
        <a:lstStyle/>
        <a:p>
          <a:endParaRPr lang="fr-FR"/>
        </a:p>
      </dgm:t>
    </dgm:pt>
    <dgm:pt modelId="{A358BBB2-B0D8-410C-97E4-9F87503E986D}">
      <dgm:prSet phldrT="[Texte]"/>
      <dgm:spPr>
        <a:solidFill>
          <a:schemeClr val="accent2"/>
        </a:solidFill>
      </dgm:spPr>
      <dgm:t>
        <a:bodyPr/>
        <a:lstStyle/>
        <a:p>
          <a:r>
            <a:rPr lang="fr-FR" dirty="0" smtClean="0"/>
            <a:t>Tests utilisateurs</a:t>
          </a:r>
          <a:endParaRPr lang="fr-FR" dirty="0"/>
        </a:p>
      </dgm:t>
    </dgm:pt>
    <dgm:pt modelId="{38624BCE-AC19-4242-9589-59FF9826AA78}" type="parTrans" cxnId="{D87B92F2-4B78-4C72-A7B6-1B85AE931590}">
      <dgm:prSet/>
      <dgm:spPr/>
      <dgm:t>
        <a:bodyPr/>
        <a:lstStyle/>
        <a:p>
          <a:endParaRPr lang="fr-FR"/>
        </a:p>
      </dgm:t>
    </dgm:pt>
    <dgm:pt modelId="{3BB3B16D-0AFE-4FB4-AFC0-A41F5AB0CDCD}" type="sibTrans" cxnId="{D87B92F2-4B78-4C72-A7B6-1B85AE931590}">
      <dgm:prSet/>
      <dgm:spPr/>
      <dgm:t>
        <a:bodyPr/>
        <a:lstStyle/>
        <a:p>
          <a:endParaRPr lang="fr-FR"/>
        </a:p>
      </dgm:t>
    </dgm:pt>
    <dgm:pt modelId="{0294B60E-6ED8-4B51-A839-8C985CE64225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Conclusion et recommandations</a:t>
          </a:r>
          <a:endParaRPr lang="fr-FR" dirty="0"/>
        </a:p>
      </dgm:t>
    </dgm:pt>
    <dgm:pt modelId="{49E2DC80-BF73-4428-A00F-5F39EF0F8C57}" type="parTrans" cxnId="{32C5F88A-8BB4-4ADB-BD09-606FF7990B32}">
      <dgm:prSet/>
      <dgm:spPr/>
      <dgm:t>
        <a:bodyPr/>
        <a:lstStyle/>
        <a:p>
          <a:endParaRPr lang="fr-FR"/>
        </a:p>
      </dgm:t>
    </dgm:pt>
    <dgm:pt modelId="{F4D63BCA-27EC-45C9-A9DC-0558FADBD1F4}" type="sibTrans" cxnId="{32C5F88A-8BB4-4ADB-BD09-606FF7990B32}">
      <dgm:prSet/>
      <dgm:spPr/>
      <dgm:t>
        <a:bodyPr/>
        <a:lstStyle/>
        <a:p>
          <a:endParaRPr lang="fr-FR"/>
        </a:p>
      </dgm:t>
    </dgm:pt>
    <dgm:pt modelId="{86190804-C798-4D74-A945-00E0F0061E7D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Analyse cognitive</a:t>
          </a:r>
          <a:endParaRPr lang="fr-FR" dirty="0"/>
        </a:p>
      </dgm:t>
    </dgm:pt>
    <dgm:pt modelId="{18821DA0-02D9-4170-B348-3BF55452CD19}" type="parTrans" cxnId="{FE2B2C2E-A154-4463-B651-3E771E3C0FB6}">
      <dgm:prSet/>
      <dgm:spPr/>
      <dgm:t>
        <a:bodyPr/>
        <a:lstStyle/>
        <a:p>
          <a:endParaRPr lang="fr-FR"/>
        </a:p>
      </dgm:t>
    </dgm:pt>
    <dgm:pt modelId="{048298C8-2684-4A3A-B11A-40C38FC7AC10}" type="sibTrans" cxnId="{FE2B2C2E-A154-4463-B651-3E771E3C0FB6}">
      <dgm:prSet/>
      <dgm:spPr/>
      <dgm:t>
        <a:bodyPr/>
        <a:lstStyle/>
        <a:p>
          <a:endParaRPr lang="fr-FR"/>
        </a:p>
      </dgm:t>
    </dgm:pt>
    <dgm:pt modelId="{12D0A71A-8EA5-4CDF-ACBC-93827ABA764B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Prototype et amélioration</a:t>
          </a:r>
          <a:endParaRPr lang="fr-FR" dirty="0"/>
        </a:p>
      </dgm:t>
    </dgm:pt>
    <dgm:pt modelId="{31A2D8B2-8372-4186-9C71-B8A2684F12FA}" type="parTrans" cxnId="{C34CEB52-51C2-413A-BE07-4B373D5322EF}">
      <dgm:prSet/>
      <dgm:spPr/>
      <dgm:t>
        <a:bodyPr/>
        <a:lstStyle/>
        <a:p>
          <a:endParaRPr lang="fr-FR"/>
        </a:p>
      </dgm:t>
    </dgm:pt>
    <dgm:pt modelId="{1CF8D868-512D-4195-B252-FAB9CFC1F069}" type="sibTrans" cxnId="{C34CEB52-51C2-413A-BE07-4B373D5322EF}">
      <dgm:prSet/>
      <dgm:spPr/>
      <dgm:t>
        <a:bodyPr/>
        <a:lstStyle/>
        <a:p>
          <a:endParaRPr lang="fr-FR"/>
        </a:p>
      </dgm:t>
    </dgm:pt>
    <dgm:pt modelId="{89326826-250E-4422-BEE1-17FE83042396}" type="pres">
      <dgm:prSet presAssocID="{8D0D27DB-17C8-4933-B440-269A0A6B046B}" presName="Name0" presStyleCnt="0">
        <dgm:presLayoutVars>
          <dgm:dir/>
          <dgm:animLvl val="lvl"/>
          <dgm:resizeHandles val="exact"/>
        </dgm:presLayoutVars>
      </dgm:prSet>
      <dgm:spPr/>
    </dgm:pt>
    <dgm:pt modelId="{467ED3BA-AFFE-4B93-8B3E-C0A0089E1B2A}" type="pres">
      <dgm:prSet presAssocID="{C44E4557-4B8D-4B7D-B11E-573E83C92551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B6CCD52-631D-40EC-A29D-EF905DCD2980}" type="pres">
      <dgm:prSet presAssocID="{CF5C36AD-D3D4-4D00-9528-447D5CAD980D}" presName="parTxOnlySpace" presStyleCnt="0"/>
      <dgm:spPr/>
    </dgm:pt>
    <dgm:pt modelId="{008ACFDA-1B9C-48A0-B214-E31E872FC6D0}" type="pres">
      <dgm:prSet presAssocID="{4AFFD6A4-9242-4842-B48B-70AF50DF3D5E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7AAFF36-03C1-424D-BB2C-AF4DA7052CA5}" type="pres">
      <dgm:prSet presAssocID="{0402D23D-4116-4D81-8B6A-CAF0F3A8331B}" presName="parTxOnlySpace" presStyleCnt="0"/>
      <dgm:spPr/>
    </dgm:pt>
    <dgm:pt modelId="{B181F8EE-A344-42D4-85F0-379A6F9A3E09}" type="pres">
      <dgm:prSet presAssocID="{A358BBB2-B0D8-410C-97E4-9F87503E986D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8A8CDF3-4952-46F7-97C7-87B88213ADAD}" type="pres">
      <dgm:prSet presAssocID="{3BB3B16D-0AFE-4FB4-AFC0-A41F5AB0CDCD}" presName="parTxOnlySpace" presStyleCnt="0"/>
      <dgm:spPr/>
    </dgm:pt>
    <dgm:pt modelId="{EDDECF90-8BB3-4DA1-8C8C-78182594AEC0}" type="pres">
      <dgm:prSet presAssocID="{86190804-C798-4D74-A945-00E0F0061E7D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89026C8-5A6F-4443-941E-58AB4AD879FA}" type="pres">
      <dgm:prSet presAssocID="{048298C8-2684-4A3A-B11A-40C38FC7AC10}" presName="parTxOnlySpace" presStyleCnt="0"/>
      <dgm:spPr/>
    </dgm:pt>
    <dgm:pt modelId="{82CE2AD6-5168-45A8-91B7-2F6D8199806B}" type="pres">
      <dgm:prSet presAssocID="{12D0A71A-8EA5-4CDF-ACBC-93827ABA764B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57CF87D-BEF3-4AC1-AD2C-ECA6FA53FC82}" type="pres">
      <dgm:prSet presAssocID="{1CF8D868-512D-4195-B252-FAB9CFC1F069}" presName="parTxOnlySpace" presStyleCnt="0"/>
      <dgm:spPr/>
    </dgm:pt>
    <dgm:pt modelId="{5EB3262C-3F8F-4B2C-BED6-9F445658E96D}" type="pres">
      <dgm:prSet presAssocID="{0294B60E-6ED8-4B51-A839-8C985CE64225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D87B92F2-4B78-4C72-A7B6-1B85AE931590}" srcId="{8D0D27DB-17C8-4933-B440-269A0A6B046B}" destId="{A358BBB2-B0D8-410C-97E4-9F87503E986D}" srcOrd="2" destOrd="0" parTransId="{38624BCE-AC19-4242-9589-59FF9826AA78}" sibTransId="{3BB3B16D-0AFE-4FB4-AFC0-A41F5AB0CDCD}"/>
    <dgm:cxn modelId="{92CCB197-4F18-4BB0-9E33-A8CB7EB3255C}" type="presOf" srcId="{8D0D27DB-17C8-4933-B440-269A0A6B046B}" destId="{89326826-250E-4422-BEE1-17FE83042396}" srcOrd="0" destOrd="0" presId="urn:microsoft.com/office/officeart/2005/8/layout/chevron1"/>
    <dgm:cxn modelId="{45954E23-9572-426C-A821-AB956A93E307}" srcId="{8D0D27DB-17C8-4933-B440-269A0A6B046B}" destId="{C44E4557-4B8D-4B7D-B11E-573E83C92551}" srcOrd="0" destOrd="0" parTransId="{6B38CB67-CA6D-40EF-8104-352248E147DF}" sibTransId="{CF5C36AD-D3D4-4D00-9528-447D5CAD980D}"/>
    <dgm:cxn modelId="{7F488E24-6087-4594-8CB1-195C45FE11C3}" type="presOf" srcId="{12D0A71A-8EA5-4CDF-ACBC-93827ABA764B}" destId="{82CE2AD6-5168-45A8-91B7-2F6D8199806B}" srcOrd="0" destOrd="0" presId="urn:microsoft.com/office/officeart/2005/8/layout/chevron1"/>
    <dgm:cxn modelId="{49B1589C-8E16-41B7-8DE7-6696D5B0E97C}" type="presOf" srcId="{0294B60E-6ED8-4B51-A839-8C985CE64225}" destId="{5EB3262C-3F8F-4B2C-BED6-9F445658E96D}" srcOrd="0" destOrd="0" presId="urn:microsoft.com/office/officeart/2005/8/layout/chevron1"/>
    <dgm:cxn modelId="{9FB473CA-736F-4F5D-9BB5-32C4D4B5C227}" type="presOf" srcId="{A358BBB2-B0D8-410C-97E4-9F87503E986D}" destId="{B181F8EE-A344-42D4-85F0-379A6F9A3E09}" srcOrd="0" destOrd="0" presId="urn:microsoft.com/office/officeart/2005/8/layout/chevron1"/>
    <dgm:cxn modelId="{6C37FFBE-F027-4198-A92D-9A2A6AC7935F}" type="presOf" srcId="{4AFFD6A4-9242-4842-B48B-70AF50DF3D5E}" destId="{008ACFDA-1B9C-48A0-B214-E31E872FC6D0}" srcOrd="0" destOrd="0" presId="urn:microsoft.com/office/officeart/2005/8/layout/chevron1"/>
    <dgm:cxn modelId="{11B42A54-FDD3-4D92-8839-13671E137B87}" type="presOf" srcId="{C44E4557-4B8D-4B7D-B11E-573E83C92551}" destId="{467ED3BA-AFFE-4B93-8B3E-C0A0089E1B2A}" srcOrd="0" destOrd="0" presId="urn:microsoft.com/office/officeart/2005/8/layout/chevron1"/>
    <dgm:cxn modelId="{32C5F88A-8BB4-4ADB-BD09-606FF7990B32}" srcId="{8D0D27DB-17C8-4933-B440-269A0A6B046B}" destId="{0294B60E-6ED8-4B51-A839-8C985CE64225}" srcOrd="5" destOrd="0" parTransId="{49E2DC80-BF73-4428-A00F-5F39EF0F8C57}" sibTransId="{F4D63BCA-27EC-45C9-A9DC-0558FADBD1F4}"/>
    <dgm:cxn modelId="{FE2B2C2E-A154-4463-B651-3E771E3C0FB6}" srcId="{8D0D27DB-17C8-4933-B440-269A0A6B046B}" destId="{86190804-C798-4D74-A945-00E0F0061E7D}" srcOrd="3" destOrd="0" parTransId="{18821DA0-02D9-4170-B348-3BF55452CD19}" sibTransId="{048298C8-2684-4A3A-B11A-40C38FC7AC10}"/>
    <dgm:cxn modelId="{952ECF7A-7E74-44DD-B42D-1F656DD0A9EE}" srcId="{8D0D27DB-17C8-4933-B440-269A0A6B046B}" destId="{4AFFD6A4-9242-4842-B48B-70AF50DF3D5E}" srcOrd="1" destOrd="0" parTransId="{D4F4099E-087F-41F3-ACC1-96E26ECF460E}" sibTransId="{0402D23D-4116-4D81-8B6A-CAF0F3A8331B}"/>
    <dgm:cxn modelId="{C34CEB52-51C2-413A-BE07-4B373D5322EF}" srcId="{8D0D27DB-17C8-4933-B440-269A0A6B046B}" destId="{12D0A71A-8EA5-4CDF-ACBC-93827ABA764B}" srcOrd="4" destOrd="0" parTransId="{31A2D8B2-8372-4186-9C71-B8A2684F12FA}" sibTransId="{1CF8D868-512D-4195-B252-FAB9CFC1F069}"/>
    <dgm:cxn modelId="{8D03432B-5A58-426B-A2D1-2D835DD86035}" type="presOf" srcId="{86190804-C798-4D74-A945-00E0F0061E7D}" destId="{EDDECF90-8BB3-4DA1-8C8C-78182594AEC0}" srcOrd="0" destOrd="0" presId="urn:microsoft.com/office/officeart/2005/8/layout/chevron1"/>
    <dgm:cxn modelId="{91551F63-5C16-41E6-9B5A-9F1B571A6E26}" type="presParOf" srcId="{89326826-250E-4422-BEE1-17FE83042396}" destId="{467ED3BA-AFFE-4B93-8B3E-C0A0089E1B2A}" srcOrd="0" destOrd="0" presId="urn:microsoft.com/office/officeart/2005/8/layout/chevron1"/>
    <dgm:cxn modelId="{CD83B3EB-2A99-4EF4-A9BD-B660756C5913}" type="presParOf" srcId="{89326826-250E-4422-BEE1-17FE83042396}" destId="{2B6CCD52-631D-40EC-A29D-EF905DCD2980}" srcOrd="1" destOrd="0" presId="urn:microsoft.com/office/officeart/2005/8/layout/chevron1"/>
    <dgm:cxn modelId="{D2BCE809-0B11-46E4-8A25-E73437F5B1E6}" type="presParOf" srcId="{89326826-250E-4422-BEE1-17FE83042396}" destId="{008ACFDA-1B9C-48A0-B214-E31E872FC6D0}" srcOrd="2" destOrd="0" presId="urn:microsoft.com/office/officeart/2005/8/layout/chevron1"/>
    <dgm:cxn modelId="{B671F9C2-A6C6-4ECE-82D0-A448AC40AA41}" type="presParOf" srcId="{89326826-250E-4422-BEE1-17FE83042396}" destId="{B7AAFF36-03C1-424D-BB2C-AF4DA7052CA5}" srcOrd="3" destOrd="0" presId="urn:microsoft.com/office/officeart/2005/8/layout/chevron1"/>
    <dgm:cxn modelId="{F2EB445B-65CD-4B52-B78F-11BDB2CE384F}" type="presParOf" srcId="{89326826-250E-4422-BEE1-17FE83042396}" destId="{B181F8EE-A344-42D4-85F0-379A6F9A3E09}" srcOrd="4" destOrd="0" presId="urn:microsoft.com/office/officeart/2005/8/layout/chevron1"/>
    <dgm:cxn modelId="{955CF82E-78B0-4BE2-855E-8DE29F09E60A}" type="presParOf" srcId="{89326826-250E-4422-BEE1-17FE83042396}" destId="{D8A8CDF3-4952-46F7-97C7-87B88213ADAD}" srcOrd="5" destOrd="0" presId="urn:microsoft.com/office/officeart/2005/8/layout/chevron1"/>
    <dgm:cxn modelId="{7116F1B0-DC64-4DD8-BD41-11F69265F6F8}" type="presParOf" srcId="{89326826-250E-4422-BEE1-17FE83042396}" destId="{EDDECF90-8BB3-4DA1-8C8C-78182594AEC0}" srcOrd="6" destOrd="0" presId="urn:microsoft.com/office/officeart/2005/8/layout/chevron1"/>
    <dgm:cxn modelId="{8EB9B383-1C48-47D4-855E-F9DCB38269F1}" type="presParOf" srcId="{89326826-250E-4422-BEE1-17FE83042396}" destId="{889026C8-5A6F-4443-941E-58AB4AD879FA}" srcOrd="7" destOrd="0" presId="urn:microsoft.com/office/officeart/2005/8/layout/chevron1"/>
    <dgm:cxn modelId="{DD3585D2-A7DD-4F2E-973D-1D2BC75E5EB4}" type="presParOf" srcId="{89326826-250E-4422-BEE1-17FE83042396}" destId="{82CE2AD6-5168-45A8-91B7-2F6D8199806B}" srcOrd="8" destOrd="0" presId="urn:microsoft.com/office/officeart/2005/8/layout/chevron1"/>
    <dgm:cxn modelId="{7275306F-60B7-48F3-A4AE-C3D49F904754}" type="presParOf" srcId="{89326826-250E-4422-BEE1-17FE83042396}" destId="{857CF87D-BEF3-4AC1-AD2C-ECA6FA53FC82}" srcOrd="9" destOrd="0" presId="urn:microsoft.com/office/officeart/2005/8/layout/chevron1"/>
    <dgm:cxn modelId="{C7CDD2E2-D75B-4194-B7DE-9D8B532F92E1}" type="presParOf" srcId="{89326826-250E-4422-BEE1-17FE83042396}" destId="{5EB3262C-3F8F-4B2C-BED6-9F445658E96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550A8FBA-7A73-44CC-9C8E-A80678F4334D}" type="doc">
      <dgm:prSet loTypeId="urn:microsoft.com/office/officeart/2005/8/layout/hProcess10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fr-FR"/>
        </a:p>
      </dgm:t>
    </dgm:pt>
    <dgm:pt modelId="{8B864AD8-7B65-497A-8BF4-B461546BD169}">
      <dgm:prSet phldrT="[Texte]"/>
      <dgm:spPr/>
      <dgm:t>
        <a:bodyPr/>
        <a:lstStyle/>
        <a:p>
          <a:r>
            <a:rPr lang="fr-FR" dirty="0" smtClean="0"/>
            <a:t>Matériel</a:t>
          </a:r>
          <a:endParaRPr lang="fr-FR" dirty="0"/>
        </a:p>
      </dgm:t>
    </dgm:pt>
    <dgm:pt modelId="{7AA62A69-27FA-44E6-B799-F1026DF59D54}" type="parTrans" cxnId="{772D343C-DE6D-4EFC-BB91-C5BEA52F3012}">
      <dgm:prSet/>
      <dgm:spPr/>
      <dgm:t>
        <a:bodyPr/>
        <a:lstStyle/>
        <a:p>
          <a:endParaRPr lang="fr-FR"/>
        </a:p>
      </dgm:t>
    </dgm:pt>
    <dgm:pt modelId="{7DAD2DF3-DBA3-403D-9F5A-D1D5128571DD}" type="sibTrans" cxnId="{772D343C-DE6D-4EFC-BB91-C5BEA52F3012}">
      <dgm:prSet/>
      <dgm:spPr/>
      <dgm:t>
        <a:bodyPr/>
        <a:lstStyle/>
        <a:p>
          <a:endParaRPr lang="fr-FR"/>
        </a:p>
      </dgm:t>
    </dgm:pt>
    <dgm:pt modelId="{7F0004B6-A9D1-4F89-B7BA-0BD1C8D0CD33}">
      <dgm:prSet phldrT="[Texte]"/>
      <dgm:spPr/>
      <dgm:t>
        <a:bodyPr/>
        <a:lstStyle/>
        <a:p>
          <a:r>
            <a:rPr lang="fr-FR" dirty="0" smtClean="0"/>
            <a:t>Smartphone/Ordinateur</a:t>
          </a:r>
          <a:endParaRPr lang="fr-FR" dirty="0"/>
        </a:p>
      </dgm:t>
    </dgm:pt>
    <dgm:pt modelId="{54B3E07C-AB73-4156-8344-4AC5EDD4F9CD}" type="parTrans" cxnId="{5A6A13B6-2B26-4294-BE5A-6B5D6B44A0ED}">
      <dgm:prSet/>
      <dgm:spPr/>
      <dgm:t>
        <a:bodyPr/>
        <a:lstStyle/>
        <a:p>
          <a:endParaRPr lang="fr-FR"/>
        </a:p>
      </dgm:t>
    </dgm:pt>
    <dgm:pt modelId="{B3CFEC32-F926-460B-878E-5FA837934B2C}" type="sibTrans" cxnId="{5A6A13B6-2B26-4294-BE5A-6B5D6B44A0ED}">
      <dgm:prSet/>
      <dgm:spPr/>
      <dgm:t>
        <a:bodyPr/>
        <a:lstStyle/>
        <a:p>
          <a:endParaRPr lang="fr-FR"/>
        </a:p>
      </dgm:t>
    </dgm:pt>
    <dgm:pt modelId="{B8DD3822-28EA-424C-848F-6825C2DA7566}">
      <dgm:prSet phldrT="[Texte]"/>
      <dgm:spPr/>
      <dgm:t>
        <a:bodyPr/>
        <a:lstStyle/>
        <a:p>
          <a:r>
            <a:rPr lang="fr-FR" dirty="0" smtClean="0"/>
            <a:t>Chronomètre</a:t>
          </a:r>
          <a:endParaRPr lang="fr-FR" dirty="0"/>
        </a:p>
      </dgm:t>
    </dgm:pt>
    <dgm:pt modelId="{094E150D-6F55-4808-8287-460B3A5EB49B}" type="parTrans" cxnId="{83462BE6-3F67-45BE-8368-4759F2930EE2}">
      <dgm:prSet/>
      <dgm:spPr/>
      <dgm:t>
        <a:bodyPr/>
        <a:lstStyle/>
        <a:p>
          <a:endParaRPr lang="fr-FR"/>
        </a:p>
      </dgm:t>
    </dgm:pt>
    <dgm:pt modelId="{4325E312-6599-4DB6-9377-ADC421D452F7}" type="sibTrans" cxnId="{83462BE6-3F67-45BE-8368-4759F2930EE2}">
      <dgm:prSet/>
      <dgm:spPr/>
      <dgm:t>
        <a:bodyPr/>
        <a:lstStyle/>
        <a:p>
          <a:endParaRPr lang="fr-FR"/>
        </a:p>
      </dgm:t>
    </dgm:pt>
    <dgm:pt modelId="{9BA37825-D7D9-477F-A840-74B7CE1E5321}">
      <dgm:prSet phldrT="[Texte]"/>
      <dgm:spPr/>
      <dgm:t>
        <a:bodyPr/>
        <a:lstStyle/>
        <a:p>
          <a:r>
            <a:rPr lang="fr-FR" dirty="0" smtClean="0"/>
            <a:t>Tâches testées</a:t>
          </a:r>
          <a:endParaRPr lang="fr-FR" dirty="0"/>
        </a:p>
      </dgm:t>
    </dgm:pt>
    <dgm:pt modelId="{8927E34E-EEF5-490D-B87B-F7860D832E63}" type="parTrans" cxnId="{98B756DE-1917-485F-85C8-1678FEF519FD}">
      <dgm:prSet/>
      <dgm:spPr/>
      <dgm:t>
        <a:bodyPr/>
        <a:lstStyle/>
        <a:p>
          <a:endParaRPr lang="fr-FR"/>
        </a:p>
      </dgm:t>
    </dgm:pt>
    <dgm:pt modelId="{3894F6A6-BB16-42BC-81A3-EF6694E547C0}" type="sibTrans" cxnId="{98B756DE-1917-485F-85C8-1678FEF519FD}">
      <dgm:prSet/>
      <dgm:spPr/>
      <dgm:t>
        <a:bodyPr/>
        <a:lstStyle/>
        <a:p>
          <a:endParaRPr lang="fr-FR"/>
        </a:p>
      </dgm:t>
    </dgm:pt>
    <dgm:pt modelId="{BA1AA126-64D1-4058-A29E-DC80BA2A48F0}">
      <dgm:prSet phldrT="[Texte]"/>
      <dgm:spPr/>
      <dgm:t>
        <a:bodyPr/>
        <a:lstStyle/>
        <a:p>
          <a:r>
            <a:rPr lang="fr-FR" dirty="0" smtClean="0"/>
            <a:t>Cas 1 : Achat d’un bureau</a:t>
          </a:r>
          <a:endParaRPr lang="fr-FR" dirty="0"/>
        </a:p>
      </dgm:t>
    </dgm:pt>
    <dgm:pt modelId="{B11A5C9C-F244-4F05-9752-C1D48EEBA6B1}" type="parTrans" cxnId="{B6558EBF-D3C7-4207-840E-0D480D9D5243}">
      <dgm:prSet/>
      <dgm:spPr/>
      <dgm:t>
        <a:bodyPr/>
        <a:lstStyle/>
        <a:p>
          <a:endParaRPr lang="fr-FR"/>
        </a:p>
      </dgm:t>
    </dgm:pt>
    <dgm:pt modelId="{60A1B1D0-31CD-4248-A9AE-E1186CE59149}" type="sibTrans" cxnId="{B6558EBF-D3C7-4207-840E-0D480D9D5243}">
      <dgm:prSet/>
      <dgm:spPr/>
      <dgm:t>
        <a:bodyPr/>
        <a:lstStyle/>
        <a:p>
          <a:endParaRPr lang="fr-FR"/>
        </a:p>
      </dgm:t>
    </dgm:pt>
    <dgm:pt modelId="{7BD44439-169A-44C5-AD39-C421090B01CD}">
      <dgm:prSet phldrT="[Texte]"/>
      <dgm:spPr/>
      <dgm:t>
        <a:bodyPr/>
        <a:lstStyle/>
        <a:p>
          <a:r>
            <a:rPr lang="fr-FR" dirty="0" smtClean="0"/>
            <a:t>Cas 2 : Vérification d’un produit</a:t>
          </a:r>
          <a:endParaRPr lang="fr-FR" dirty="0"/>
        </a:p>
      </dgm:t>
    </dgm:pt>
    <dgm:pt modelId="{95B95A37-2274-467E-BC47-85902C04E5BB}" type="parTrans" cxnId="{7913AE19-862A-4308-8DC2-E3E24C641E48}">
      <dgm:prSet/>
      <dgm:spPr/>
      <dgm:t>
        <a:bodyPr/>
        <a:lstStyle/>
        <a:p>
          <a:endParaRPr lang="fr-FR"/>
        </a:p>
      </dgm:t>
    </dgm:pt>
    <dgm:pt modelId="{E39A5268-6109-48FE-A6D4-9E65E283B647}" type="sibTrans" cxnId="{7913AE19-862A-4308-8DC2-E3E24C641E48}">
      <dgm:prSet/>
      <dgm:spPr/>
      <dgm:t>
        <a:bodyPr/>
        <a:lstStyle/>
        <a:p>
          <a:endParaRPr lang="fr-FR"/>
        </a:p>
      </dgm:t>
    </dgm:pt>
    <dgm:pt modelId="{6D92DD0A-F230-40B4-B170-A3FBFDE9E121}">
      <dgm:prSet phldrT="[Texte]"/>
      <dgm:spPr/>
      <dgm:t>
        <a:bodyPr/>
        <a:lstStyle/>
        <a:p>
          <a:r>
            <a:rPr lang="fr-FR" dirty="0" smtClean="0"/>
            <a:t>Données collectées</a:t>
          </a:r>
          <a:endParaRPr lang="fr-FR" dirty="0"/>
        </a:p>
      </dgm:t>
    </dgm:pt>
    <dgm:pt modelId="{5EBEA431-1DC3-4CA3-A381-8F06F294EE3C}" type="parTrans" cxnId="{9485B704-479A-4C00-8F75-01073C812968}">
      <dgm:prSet/>
      <dgm:spPr/>
      <dgm:t>
        <a:bodyPr/>
        <a:lstStyle/>
        <a:p>
          <a:endParaRPr lang="fr-FR"/>
        </a:p>
      </dgm:t>
    </dgm:pt>
    <dgm:pt modelId="{53EDB28A-7411-4655-9881-F95BBE3E7683}" type="sibTrans" cxnId="{9485B704-479A-4C00-8F75-01073C812968}">
      <dgm:prSet/>
      <dgm:spPr/>
      <dgm:t>
        <a:bodyPr/>
        <a:lstStyle/>
        <a:p>
          <a:endParaRPr lang="fr-FR"/>
        </a:p>
      </dgm:t>
    </dgm:pt>
    <dgm:pt modelId="{B4C5EEAA-4DF5-43F4-9654-0F39C7DD9890}">
      <dgm:prSet phldrT="[Texte]"/>
      <dgm:spPr/>
      <dgm:t>
        <a:bodyPr/>
        <a:lstStyle/>
        <a:p>
          <a:r>
            <a:rPr lang="fr-FR" dirty="0" smtClean="0"/>
            <a:t>Temps (s)</a:t>
          </a:r>
          <a:endParaRPr lang="fr-FR" dirty="0"/>
        </a:p>
      </dgm:t>
    </dgm:pt>
    <dgm:pt modelId="{0844EFD1-1347-4C84-9B93-8391CAEE6977}" type="parTrans" cxnId="{CF1BBFC4-17C9-4B23-AA6C-C637A2707231}">
      <dgm:prSet/>
      <dgm:spPr/>
      <dgm:t>
        <a:bodyPr/>
        <a:lstStyle/>
        <a:p>
          <a:endParaRPr lang="fr-FR"/>
        </a:p>
      </dgm:t>
    </dgm:pt>
    <dgm:pt modelId="{29C7B4F3-C94E-4C87-A518-C3189A2D0AC6}" type="sibTrans" cxnId="{CF1BBFC4-17C9-4B23-AA6C-C637A2707231}">
      <dgm:prSet/>
      <dgm:spPr/>
      <dgm:t>
        <a:bodyPr/>
        <a:lstStyle/>
        <a:p>
          <a:endParaRPr lang="fr-FR"/>
        </a:p>
      </dgm:t>
    </dgm:pt>
    <dgm:pt modelId="{ADBE102B-81E1-4C87-9BE7-7F4C60FA7BEE}">
      <dgm:prSet phldrT="[Texte]"/>
      <dgm:spPr/>
      <dgm:t>
        <a:bodyPr/>
        <a:lstStyle/>
        <a:p>
          <a:r>
            <a:rPr lang="fr-FR" dirty="0" smtClean="0"/>
            <a:t>Clics</a:t>
          </a:r>
          <a:endParaRPr lang="fr-FR" dirty="0"/>
        </a:p>
      </dgm:t>
    </dgm:pt>
    <dgm:pt modelId="{2E77C0B2-4AE6-473A-8274-11DEC8EB55B7}" type="parTrans" cxnId="{ED57CB29-BA4E-4D04-89BA-82E15E5A565F}">
      <dgm:prSet/>
      <dgm:spPr/>
      <dgm:t>
        <a:bodyPr/>
        <a:lstStyle/>
        <a:p>
          <a:endParaRPr lang="fr-FR"/>
        </a:p>
      </dgm:t>
    </dgm:pt>
    <dgm:pt modelId="{3F3A4AC5-527F-4243-B9E8-B9D2F433071E}" type="sibTrans" cxnId="{ED57CB29-BA4E-4D04-89BA-82E15E5A565F}">
      <dgm:prSet/>
      <dgm:spPr/>
      <dgm:t>
        <a:bodyPr/>
        <a:lstStyle/>
        <a:p>
          <a:endParaRPr lang="fr-FR"/>
        </a:p>
      </dgm:t>
    </dgm:pt>
    <dgm:pt modelId="{F6060F49-1521-494E-B1DB-343B2E995203}">
      <dgm:prSet phldrT="[Texte]"/>
      <dgm:spPr/>
      <dgm:t>
        <a:bodyPr/>
        <a:lstStyle/>
        <a:p>
          <a:r>
            <a:rPr lang="fr-FR" dirty="0" smtClean="0"/>
            <a:t>Power BI</a:t>
          </a:r>
          <a:endParaRPr lang="fr-FR" dirty="0"/>
        </a:p>
      </dgm:t>
    </dgm:pt>
    <dgm:pt modelId="{3CA9C9B4-E1D7-4BC0-8CF5-901197E497BF}" type="parTrans" cxnId="{CEA34BE8-B25A-4E3A-B5FF-FE3472385741}">
      <dgm:prSet/>
      <dgm:spPr/>
      <dgm:t>
        <a:bodyPr/>
        <a:lstStyle/>
        <a:p>
          <a:endParaRPr lang="fr-FR"/>
        </a:p>
      </dgm:t>
    </dgm:pt>
    <dgm:pt modelId="{B553A25E-4199-4DCA-BA0D-E69568C4E1E1}" type="sibTrans" cxnId="{CEA34BE8-B25A-4E3A-B5FF-FE3472385741}">
      <dgm:prSet/>
      <dgm:spPr/>
      <dgm:t>
        <a:bodyPr/>
        <a:lstStyle/>
        <a:p>
          <a:endParaRPr lang="fr-FR"/>
        </a:p>
      </dgm:t>
    </dgm:pt>
    <dgm:pt modelId="{BAC32797-53CB-46A3-8C05-874E7023E9F7}">
      <dgm:prSet phldrT="[Texte]"/>
      <dgm:spPr/>
      <dgm:t>
        <a:bodyPr/>
        <a:lstStyle/>
        <a:p>
          <a:r>
            <a:rPr lang="fr-FR" dirty="0" smtClean="0"/>
            <a:t>Outils utilisés</a:t>
          </a:r>
          <a:endParaRPr lang="fr-FR" dirty="0"/>
        </a:p>
      </dgm:t>
    </dgm:pt>
    <dgm:pt modelId="{38E69FD1-C6E8-4113-A269-9819E76B0E87}" type="parTrans" cxnId="{D312A8F2-872B-49B6-BEA5-2387372F0C24}">
      <dgm:prSet/>
      <dgm:spPr/>
      <dgm:t>
        <a:bodyPr/>
        <a:lstStyle/>
        <a:p>
          <a:endParaRPr lang="fr-FR"/>
        </a:p>
      </dgm:t>
    </dgm:pt>
    <dgm:pt modelId="{594D6FD9-4E2E-4A39-BBAB-9B562E4C6F62}" type="sibTrans" cxnId="{D312A8F2-872B-49B6-BEA5-2387372F0C24}">
      <dgm:prSet/>
      <dgm:spPr/>
      <dgm:t>
        <a:bodyPr/>
        <a:lstStyle/>
        <a:p>
          <a:endParaRPr lang="fr-FR"/>
        </a:p>
      </dgm:t>
    </dgm:pt>
    <dgm:pt modelId="{AC07A114-A365-4D93-9D4D-EF49C05D933E}">
      <dgm:prSet phldrT="[Texte]"/>
      <dgm:spPr/>
      <dgm:t>
        <a:bodyPr/>
        <a:lstStyle/>
        <a:p>
          <a:r>
            <a:rPr lang="fr-FR" dirty="0" smtClean="0"/>
            <a:t>Excel</a:t>
          </a:r>
          <a:endParaRPr lang="fr-FR" dirty="0"/>
        </a:p>
      </dgm:t>
    </dgm:pt>
    <dgm:pt modelId="{801E822C-5600-492B-8A06-172E4E856517}" type="parTrans" cxnId="{37AEA044-C270-4BE4-AD64-7714CC28412B}">
      <dgm:prSet/>
      <dgm:spPr/>
      <dgm:t>
        <a:bodyPr/>
        <a:lstStyle/>
        <a:p>
          <a:endParaRPr lang="fr-FR"/>
        </a:p>
      </dgm:t>
    </dgm:pt>
    <dgm:pt modelId="{E4170607-A5AE-4DE3-8A8A-D2EE4CFA9489}" type="sibTrans" cxnId="{37AEA044-C270-4BE4-AD64-7714CC28412B}">
      <dgm:prSet/>
      <dgm:spPr/>
      <dgm:t>
        <a:bodyPr/>
        <a:lstStyle/>
        <a:p>
          <a:endParaRPr lang="fr-FR"/>
        </a:p>
      </dgm:t>
    </dgm:pt>
    <dgm:pt modelId="{B696103C-5070-4E25-8491-8BCFA4FB0BFD}">
      <dgm:prSet phldrT="[Texte]"/>
      <dgm:spPr/>
      <dgm:t>
        <a:bodyPr/>
        <a:lstStyle/>
        <a:p>
          <a:r>
            <a:rPr lang="fr-FR" dirty="0" smtClean="0"/>
            <a:t>Grille d’observation</a:t>
          </a:r>
          <a:endParaRPr lang="fr-FR" dirty="0"/>
        </a:p>
      </dgm:t>
    </dgm:pt>
    <dgm:pt modelId="{B3DB0BCF-DA6A-4DA7-9C84-303BFC2050E9}" type="parTrans" cxnId="{B4B891F6-C23F-442B-B335-B5D0A683D1C7}">
      <dgm:prSet/>
      <dgm:spPr/>
      <dgm:t>
        <a:bodyPr/>
        <a:lstStyle/>
        <a:p>
          <a:endParaRPr lang="fr-FR"/>
        </a:p>
      </dgm:t>
    </dgm:pt>
    <dgm:pt modelId="{D5C5BD30-0E9E-4938-BC47-342FF243871A}" type="sibTrans" cxnId="{B4B891F6-C23F-442B-B335-B5D0A683D1C7}">
      <dgm:prSet/>
      <dgm:spPr/>
      <dgm:t>
        <a:bodyPr/>
        <a:lstStyle/>
        <a:p>
          <a:endParaRPr lang="fr-FR"/>
        </a:p>
      </dgm:t>
    </dgm:pt>
    <dgm:pt modelId="{6D2E5707-55EB-41B9-AF4B-D9A7605C0D19}">
      <dgm:prSet phldrT="[Texte]"/>
      <dgm:spPr/>
      <dgm:t>
        <a:bodyPr/>
        <a:lstStyle/>
        <a:p>
          <a:r>
            <a:rPr lang="fr-FR" dirty="0" smtClean="0"/>
            <a:t>Erreurs</a:t>
          </a:r>
          <a:endParaRPr lang="fr-FR" dirty="0"/>
        </a:p>
      </dgm:t>
    </dgm:pt>
    <dgm:pt modelId="{59F015D5-1A5E-461E-BA2B-07F14D0F9BAE}" type="parTrans" cxnId="{3D4470F8-BC57-4520-A003-217EF0D9873D}">
      <dgm:prSet/>
      <dgm:spPr/>
      <dgm:t>
        <a:bodyPr/>
        <a:lstStyle/>
        <a:p>
          <a:endParaRPr lang="fr-FR"/>
        </a:p>
      </dgm:t>
    </dgm:pt>
    <dgm:pt modelId="{28EFD334-DB24-4B8E-A1BF-C152DFD7298F}" type="sibTrans" cxnId="{3D4470F8-BC57-4520-A003-217EF0D9873D}">
      <dgm:prSet/>
      <dgm:spPr/>
      <dgm:t>
        <a:bodyPr/>
        <a:lstStyle/>
        <a:p>
          <a:endParaRPr lang="fr-FR"/>
        </a:p>
      </dgm:t>
    </dgm:pt>
    <dgm:pt modelId="{8B522047-D56C-4138-BD3C-DD92A321D3A9}">
      <dgm:prSet phldrT="[Texte]"/>
      <dgm:spPr/>
      <dgm:t>
        <a:bodyPr/>
        <a:lstStyle/>
        <a:p>
          <a:r>
            <a:rPr lang="fr-FR" dirty="0" smtClean="0"/>
            <a:t>Satisfaction (1 à 5)</a:t>
          </a:r>
          <a:endParaRPr lang="fr-FR" dirty="0"/>
        </a:p>
      </dgm:t>
    </dgm:pt>
    <dgm:pt modelId="{CDFC30B9-69CD-4814-8019-F2A3EE7BF93E}" type="parTrans" cxnId="{77CEC7DF-51CF-43C4-A1F6-D91A80809886}">
      <dgm:prSet/>
      <dgm:spPr/>
      <dgm:t>
        <a:bodyPr/>
        <a:lstStyle/>
        <a:p>
          <a:endParaRPr lang="fr-FR"/>
        </a:p>
      </dgm:t>
    </dgm:pt>
    <dgm:pt modelId="{B46B4733-C633-4D9A-A1F5-F9383751C480}" type="sibTrans" cxnId="{77CEC7DF-51CF-43C4-A1F6-D91A80809886}">
      <dgm:prSet/>
      <dgm:spPr/>
      <dgm:t>
        <a:bodyPr/>
        <a:lstStyle/>
        <a:p>
          <a:endParaRPr lang="fr-FR"/>
        </a:p>
      </dgm:t>
    </dgm:pt>
    <dgm:pt modelId="{8FD3B5F0-29C0-4890-86A4-CF411FC37729}">
      <dgm:prSet phldrT="[Texte]"/>
      <dgm:spPr/>
      <dgm:t>
        <a:bodyPr/>
        <a:lstStyle/>
        <a:p>
          <a:r>
            <a:rPr lang="fr-FR" dirty="0" smtClean="0"/>
            <a:t>Google </a:t>
          </a:r>
          <a:r>
            <a:rPr lang="fr-FR" dirty="0" err="1" smtClean="0"/>
            <a:t>form</a:t>
          </a:r>
          <a:endParaRPr lang="fr-FR" dirty="0"/>
        </a:p>
      </dgm:t>
    </dgm:pt>
    <dgm:pt modelId="{95AF7DAE-B4CE-4F9A-994D-7A1360A9ED7C}" type="parTrans" cxnId="{442F02E9-C5F9-4384-8057-400276D05E1C}">
      <dgm:prSet/>
      <dgm:spPr/>
      <dgm:t>
        <a:bodyPr/>
        <a:lstStyle/>
        <a:p>
          <a:endParaRPr lang="fr-FR"/>
        </a:p>
      </dgm:t>
    </dgm:pt>
    <dgm:pt modelId="{FA44E11D-B659-4180-B2ED-6019BB9537D1}" type="sibTrans" cxnId="{442F02E9-C5F9-4384-8057-400276D05E1C}">
      <dgm:prSet/>
      <dgm:spPr/>
      <dgm:t>
        <a:bodyPr/>
        <a:lstStyle/>
        <a:p>
          <a:endParaRPr lang="fr-FR"/>
        </a:p>
      </dgm:t>
    </dgm:pt>
    <dgm:pt modelId="{9FDA31A3-3FBB-42EF-B6E1-86E7C07BAFCF}">
      <dgm:prSet phldrT="[Texte]"/>
      <dgm:spPr/>
      <dgm:t>
        <a:bodyPr/>
        <a:lstStyle/>
        <a:p>
          <a:r>
            <a:rPr lang="fr-FR" dirty="0" smtClean="0"/>
            <a:t>Commentaires</a:t>
          </a:r>
          <a:endParaRPr lang="fr-FR" dirty="0"/>
        </a:p>
      </dgm:t>
    </dgm:pt>
    <dgm:pt modelId="{A010F287-3D15-47E8-A268-31A3784A34E4}" type="parTrans" cxnId="{84B084AC-DD97-4E98-AF86-302282F9776D}">
      <dgm:prSet/>
      <dgm:spPr/>
      <dgm:t>
        <a:bodyPr/>
        <a:lstStyle/>
        <a:p>
          <a:endParaRPr lang="fr-FR"/>
        </a:p>
      </dgm:t>
    </dgm:pt>
    <dgm:pt modelId="{D96D6A15-05C9-459E-9DCF-D504EC899746}" type="sibTrans" cxnId="{84B084AC-DD97-4E98-AF86-302282F9776D}">
      <dgm:prSet/>
      <dgm:spPr/>
      <dgm:t>
        <a:bodyPr/>
        <a:lstStyle/>
        <a:p>
          <a:endParaRPr lang="fr-FR"/>
        </a:p>
      </dgm:t>
    </dgm:pt>
    <dgm:pt modelId="{7A60CE4E-D876-4284-885A-E166510C9C7F}">
      <dgm:prSet phldrT="[Texte]"/>
      <dgm:spPr/>
      <dgm:t>
        <a:bodyPr/>
        <a:lstStyle/>
        <a:p>
          <a:r>
            <a:rPr lang="fr-FR" dirty="0" smtClean="0"/>
            <a:t>La réussite de l’action</a:t>
          </a:r>
          <a:endParaRPr lang="fr-FR" dirty="0"/>
        </a:p>
      </dgm:t>
    </dgm:pt>
    <dgm:pt modelId="{63BB538B-F218-47B6-B13F-958F955ECD87}" type="parTrans" cxnId="{EB2C7613-A298-4B50-A626-4665040DDF4F}">
      <dgm:prSet/>
      <dgm:spPr/>
      <dgm:t>
        <a:bodyPr/>
        <a:lstStyle/>
        <a:p>
          <a:endParaRPr lang="fr-FR"/>
        </a:p>
      </dgm:t>
    </dgm:pt>
    <dgm:pt modelId="{EB35CBA0-BD58-4892-85F5-C3B7D45D4EA5}" type="sibTrans" cxnId="{EB2C7613-A298-4B50-A626-4665040DDF4F}">
      <dgm:prSet/>
      <dgm:spPr/>
      <dgm:t>
        <a:bodyPr/>
        <a:lstStyle/>
        <a:p>
          <a:endParaRPr lang="fr-FR"/>
        </a:p>
      </dgm:t>
    </dgm:pt>
    <dgm:pt modelId="{3A0D29EB-B4C1-4442-B401-695DA6CBD35F}">
      <dgm:prSet phldrT="[Texte]"/>
      <dgm:spPr/>
      <dgm:t>
        <a:bodyPr/>
        <a:lstStyle/>
        <a:p>
          <a:r>
            <a:rPr lang="fr-FR" dirty="0" smtClean="0"/>
            <a:t>La difficulté rencontré</a:t>
          </a:r>
          <a:endParaRPr lang="fr-FR" dirty="0"/>
        </a:p>
      </dgm:t>
    </dgm:pt>
    <dgm:pt modelId="{E84AED6C-7385-4BEC-A629-00BFCDE88E9E}" type="parTrans" cxnId="{00B87804-8BB6-4469-9818-C91B6C7B9EBE}">
      <dgm:prSet/>
      <dgm:spPr/>
      <dgm:t>
        <a:bodyPr/>
        <a:lstStyle/>
        <a:p>
          <a:endParaRPr lang="fr-FR"/>
        </a:p>
      </dgm:t>
    </dgm:pt>
    <dgm:pt modelId="{DA80D0F5-9BD9-43CF-88D7-4687D8E77922}" type="sibTrans" cxnId="{00B87804-8BB6-4469-9818-C91B6C7B9EBE}">
      <dgm:prSet/>
      <dgm:spPr/>
      <dgm:t>
        <a:bodyPr/>
        <a:lstStyle/>
        <a:p>
          <a:endParaRPr lang="fr-FR"/>
        </a:p>
      </dgm:t>
    </dgm:pt>
    <dgm:pt modelId="{AF85B89C-D9DE-443D-9410-8202AB2D242A}">
      <dgm:prSet phldrT="[Texte]"/>
      <dgm:spPr/>
      <dgm:t>
        <a:bodyPr/>
        <a:lstStyle/>
        <a:p>
          <a:r>
            <a:rPr lang="fr-FR" dirty="0" smtClean="0"/>
            <a:t>Eye </a:t>
          </a:r>
          <a:r>
            <a:rPr lang="fr-FR" dirty="0" err="1" smtClean="0"/>
            <a:t>tracking</a:t>
          </a:r>
          <a:endParaRPr lang="fr-FR" dirty="0"/>
        </a:p>
      </dgm:t>
    </dgm:pt>
    <dgm:pt modelId="{AD193E57-0140-41F7-900E-C9B8B6E32754}" type="parTrans" cxnId="{DFD63B4B-C4DC-454C-9B25-20D3964EF077}">
      <dgm:prSet/>
      <dgm:spPr/>
      <dgm:t>
        <a:bodyPr/>
        <a:lstStyle/>
        <a:p>
          <a:endParaRPr lang="fr-FR"/>
        </a:p>
      </dgm:t>
    </dgm:pt>
    <dgm:pt modelId="{EF7EB9B9-3833-4810-BCEC-DE6EF9321499}" type="sibTrans" cxnId="{DFD63B4B-C4DC-454C-9B25-20D3964EF077}">
      <dgm:prSet/>
      <dgm:spPr/>
      <dgm:t>
        <a:bodyPr/>
        <a:lstStyle/>
        <a:p>
          <a:endParaRPr lang="fr-FR"/>
        </a:p>
      </dgm:t>
    </dgm:pt>
    <dgm:pt modelId="{AF81A57D-9C08-4247-8C7D-F1AC58800C22}">
      <dgm:prSet phldrT="[Texte]"/>
      <dgm:spPr/>
      <dgm:t>
        <a:bodyPr/>
        <a:lstStyle/>
        <a:p>
          <a:r>
            <a:rPr lang="fr-FR" dirty="0" err="1" smtClean="0"/>
            <a:t>Figma</a:t>
          </a:r>
          <a:endParaRPr lang="fr-FR" dirty="0"/>
        </a:p>
      </dgm:t>
    </dgm:pt>
    <dgm:pt modelId="{2299743B-65C5-4AB8-8D74-F17D64D1DFCB}" type="parTrans" cxnId="{B56EF969-D332-4326-BDD2-3BFB1B735CBD}">
      <dgm:prSet/>
      <dgm:spPr/>
      <dgm:t>
        <a:bodyPr/>
        <a:lstStyle/>
        <a:p>
          <a:endParaRPr lang="fr-FR"/>
        </a:p>
      </dgm:t>
    </dgm:pt>
    <dgm:pt modelId="{ED32BD4A-B218-45FF-9C7E-C557CB3E771D}" type="sibTrans" cxnId="{B56EF969-D332-4326-BDD2-3BFB1B735CBD}">
      <dgm:prSet/>
      <dgm:spPr/>
      <dgm:t>
        <a:bodyPr/>
        <a:lstStyle/>
        <a:p>
          <a:endParaRPr lang="fr-FR"/>
        </a:p>
      </dgm:t>
    </dgm:pt>
    <dgm:pt modelId="{91148520-1496-49E3-B30B-B85F8FB1D40C}" type="pres">
      <dgm:prSet presAssocID="{550A8FBA-7A73-44CC-9C8E-A80678F4334D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1AFA518D-7797-4CBD-BD05-73B0CF0FDFE8}" type="pres">
      <dgm:prSet presAssocID="{8B864AD8-7B65-497A-8BF4-B461546BD169}" presName="composite" presStyleCnt="0"/>
      <dgm:spPr/>
    </dgm:pt>
    <dgm:pt modelId="{8F5FB3A2-0AF1-4BD3-BFDE-B2D529DE23D9}" type="pres">
      <dgm:prSet presAssocID="{8B864AD8-7B65-497A-8BF4-B461546BD169}" presName="imagSh" presStyleLbl="bgImgPlace1" presStyleIdx="0" presStyleCnt="4" custScaleX="103296" custScaleY="98495"/>
      <dgm:spPr>
        <a:blipFill rotWithShape="1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endParaRPr lang="fr-FR"/>
        </a:p>
      </dgm:t>
    </dgm:pt>
    <dgm:pt modelId="{627D078F-C35D-47C7-84F3-3A270DA93B64}" type="pres">
      <dgm:prSet presAssocID="{8B864AD8-7B65-497A-8BF4-B461546BD169}" presName="txNode" presStyleLbl="node1" presStyleIdx="0" presStyleCnt="4" custLinFactNeighborX="3909" custLinFactNeighborY="2029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A92BA62-B263-4A2A-9B14-8DDFBBF94682}" type="pres">
      <dgm:prSet presAssocID="{7DAD2DF3-DBA3-403D-9F5A-D1D5128571DD}" presName="sibTrans" presStyleLbl="sibTrans2D1" presStyleIdx="0" presStyleCnt="3" custScaleX="95217" custScaleY="95478"/>
      <dgm:spPr/>
      <dgm:t>
        <a:bodyPr/>
        <a:lstStyle/>
        <a:p>
          <a:endParaRPr lang="fr-FR"/>
        </a:p>
      </dgm:t>
    </dgm:pt>
    <dgm:pt modelId="{0508A00D-28BA-4D13-BD94-DF8DB8140A42}" type="pres">
      <dgm:prSet presAssocID="{7DAD2DF3-DBA3-403D-9F5A-D1D5128571DD}" presName="connTx" presStyleLbl="sibTrans2D1" presStyleIdx="0" presStyleCnt="3"/>
      <dgm:spPr/>
      <dgm:t>
        <a:bodyPr/>
        <a:lstStyle/>
        <a:p>
          <a:endParaRPr lang="fr-FR"/>
        </a:p>
      </dgm:t>
    </dgm:pt>
    <dgm:pt modelId="{65B20C63-9CEA-49D9-95FC-1CB2C0EAB3CD}" type="pres">
      <dgm:prSet presAssocID="{9BA37825-D7D9-477F-A840-74B7CE1E5321}" presName="composite" presStyleCnt="0"/>
      <dgm:spPr/>
    </dgm:pt>
    <dgm:pt modelId="{0076BA1C-5B11-4DB0-AD56-3D1B081127DB}" type="pres">
      <dgm:prSet presAssocID="{9BA37825-D7D9-477F-A840-74B7CE1E5321}" presName="imagSh" presStyleLbl="bgImgPlace1" presStyleIdx="1" presStyleCnt="4" custLinFactNeighborX="1266" custLinFactNeighborY="-10187"/>
      <dgm:spPr>
        <a:blipFill rotWithShape="1"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endParaRPr lang="fr-FR"/>
        </a:p>
      </dgm:t>
    </dgm:pt>
    <dgm:pt modelId="{A656EEA0-DBC7-42B5-968B-643C31838EB9}" type="pres">
      <dgm:prSet presAssocID="{9BA37825-D7D9-477F-A840-74B7CE1E5321}" presName="txNode" presStyleLbl="node1" presStyleIdx="1" presStyleCnt="4" custLinFactNeighborX="990" custLinFactNeighborY="20789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BD814F2-14F5-4B0C-A6BD-93B71DA24F9F}" type="pres">
      <dgm:prSet presAssocID="{3894F6A6-BB16-42BC-81A3-EF6694E547C0}" presName="sibTrans" presStyleLbl="sibTrans2D1" presStyleIdx="1" presStyleCnt="3" custAng="21405177"/>
      <dgm:spPr/>
      <dgm:t>
        <a:bodyPr/>
        <a:lstStyle/>
        <a:p>
          <a:endParaRPr lang="fr-FR"/>
        </a:p>
      </dgm:t>
    </dgm:pt>
    <dgm:pt modelId="{6092F545-4A89-4F7E-B438-D4DEE7D93DEA}" type="pres">
      <dgm:prSet presAssocID="{3894F6A6-BB16-42BC-81A3-EF6694E547C0}" presName="connTx" presStyleLbl="sibTrans2D1" presStyleIdx="1" presStyleCnt="3"/>
      <dgm:spPr/>
      <dgm:t>
        <a:bodyPr/>
        <a:lstStyle/>
        <a:p>
          <a:endParaRPr lang="fr-FR"/>
        </a:p>
      </dgm:t>
    </dgm:pt>
    <dgm:pt modelId="{B70B269A-93D2-470F-8F82-7056EEBAE935}" type="pres">
      <dgm:prSet presAssocID="{6D92DD0A-F230-40B4-B170-A3FBFDE9E121}" presName="composite" presStyleCnt="0"/>
      <dgm:spPr/>
    </dgm:pt>
    <dgm:pt modelId="{74BE84F9-2280-4E01-ADCE-81D1CECFFB77}" type="pres">
      <dgm:prSet presAssocID="{6D92DD0A-F230-40B4-B170-A3FBFDE9E121}" presName="imagSh" presStyleLbl="bgImgPlace1" presStyleIdx="2" presStyleCnt="4" custLinFactNeighborX="1980" custLinFactNeighborY="-1351"/>
      <dgm:spPr>
        <a:blipFill rotWithShape="1"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endParaRPr lang="fr-FR"/>
        </a:p>
      </dgm:t>
    </dgm:pt>
    <dgm:pt modelId="{B9B8F53D-7E5A-4ABF-BA5E-6DA2B641066D}" type="pres">
      <dgm:prSet presAssocID="{6D92DD0A-F230-40B4-B170-A3FBFDE9E121}" presName="txNode" presStyleLbl="node1" presStyleIdx="2" presStyleCnt="4" custLinFactNeighborX="-371" custLinFactNeighborY="1930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7FE185D-E8C0-4CAF-A500-6426CC50FCE0}" type="pres">
      <dgm:prSet presAssocID="{53EDB28A-7411-4655-9881-F95BBE3E7683}" presName="sibTrans" presStyleLbl="sibTrans2D1" presStyleIdx="2" presStyleCnt="3" custScaleX="100754" custScaleY="102680"/>
      <dgm:spPr/>
      <dgm:t>
        <a:bodyPr/>
        <a:lstStyle/>
        <a:p>
          <a:endParaRPr lang="fr-FR"/>
        </a:p>
      </dgm:t>
    </dgm:pt>
    <dgm:pt modelId="{E91BD870-68B6-41DD-85F3-C97090A70687}" type="pres">
      <dgm:prSet presAssocID="{53EDB28A-7411-4655-9881-F95BBE3E7683}" presName="connTx" presStyleLbl="sibTrans2D1" presStyleIdx="2" presStyleCnt="3"/>
      <dgm:spPr/>
      <dgm:t>
        <a:bodyPr/>
        <a:lstStyle/>
        <a:p>
          <a:endParaRPr lang="fr-FR"/>
        </a:p>
      </dgm:t>
    </dgm:pt>
    <dgm:pt modelId="{F1136C7A-3DB3-4067-9837-9D432B195DBF}" type="pres">
      <dgm:prSet presAssocID="{BAC32797-53CB-46A3-8C05-874E7023E9F7}" presName="composite" presStyleCnt="0"/>
      <dgm:spPr/>
    </dgm:pt>
    <dgm:pt modelId="{EF95714A-1C05-4C17-88AF-EE9CB7F76D3D}" type="pres">
      <dgm:prSet presAssocID="{BAC32797-53CB-46A3-8C05-874E7023E9F7}" presName="imagSh" presStyleLbl="bgImgPlace1" presStyleIdx="3" presStyleCnt="4"/>
      <dgm:spPr>
        <a:blipFill rotWithShape="1">
          <a:blip xmlns:r="http://schemas.openxmlformats.org/officeDocument/2006/relationships" r:embed="rId4"/>
          <a:stretch>
            <a:fillRect/>
          </a:stretch>
        </a:blipFill>
      </dgm:spPr>
      <dgm:t>
        <a:bodyPr/>
        <a:lstStyle/>
        <a:p>
          <a:endParaRPr lang="fr-FR"/>
        </a:p>
      </dgm:t>
    </dgm:pt>
    <dgm:pt modelId="{48CFD16D-743F-4C7A-A23C-8757382938E2}" type="pres">
      <dgm:prSet presAssocID="{BAC32797-53CB-46A3-8C05-874E7023E9F7}" presName="txNode" presStyleLbl="node1" presStyleIdx="3" presStyleCnt="4" custLinFactNeighborX="-476" custLinFactNeighborY="20308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31C6CA91-B1FD-4A58-8ECA-CFB09BCE55AC}" type="presOf" srcId="{AF81A57D-9C08-4247-8C7D-F1AC58800C22}" destId="{48CFD16D-743F-4C7A-A23C-8757382938E2}" srcOrd="0" destOrd="4" presId="urn:microsoft.com/office/officeart/2005/8/layout/hProcess10"/>
    <dgm:cxn modelId="{757F6465-7BA2-454C-8679-8E24EA6A77A7}" type="presOf" srcId="{9BA37825-D7D9-477F-A840-74B7CE1E5321}" destId="{A656EEA0-DBC7-42B5-968B-643C31838EB9}" srcOrd="0" destOrd="0" presId="urn:microsoft.com/office/officeart/2005/8/layout/hProcess10"/>
    <dgm:cxn modelId="{CF1BBFC4-17C9-4B23-AA6C-C637A2707231}" srcId="{6D92DD0A-F230-40B4-B170-A3FBFDE9E121}" destId="{B4C5EEAA-4DF5-43F4-9654-0F39C7DD9890}" srcOrd="0" destOrd="0" parTransId="{0844EFD1-1347-4C84-9B93-8391CAEE6977}" sibTransId="{29C7B4F3-C94E-4C87-A518-C3189A2D0AC6}"/>
    <dgm:cxn modelId="{D93024FC-C6F2-479A-93A6-80460567CCA8}" type="presOf" srcId="{8B522047-D56C-4138-BD3C-DD92A321D3A9}" destId="{B9B8F53D-7E5A-4ABF-BA5E-6DA2B641066D}" srcOrd="0" destOrd="4" presId="urn:microsoft.com/office/officeart/2005/8/layout/hProcess10"/>
    <dgm:cxn modelId="{EE5B9034-6541-4038-B2CF-262826D2202A}" type="presOf" srcId="{AF85B89C-D9DE-443D-9410-8202AB2D242A}" destId="{627D078F-C35D-47C7-84F3-3A270DA93B64}" srcOrd="0" destOrd="4" presId="urn:microsoft.com/office/officeart/2005/8/layout/hProcess10"/>
    <dgm:cxn modelId="{4D620E92-586A-4A52-A66D-A00197BC76BD}" type="presOf" srcId="{8B864AD8-7B65-497A-8BF4-B461546BD169}" destId="{627D078F-C35D-47C7-84F3-3A270DA93B64}" srcOrd="0" destOrd="0" presId="urn:microsoft.com/office/officeart/2005/8/layout/hProcess10"/>
    <dgm:cxn modelId="{3CFC891C-9285-4D93-BAC5-8158323BE613}" type="presOf" srcId="{B696103C-5070-4E25-8491-8BCFA4FB0BFD}" destId="{627D078F-C35D-47C7-84F3-3A270DA93B64}" srcOrd="0" destOrd="3" presId="urn:microsoft.com/office/officeart/2005/8/layout/hProcess10"/>
    <dgm:cxn modelId="{07071EE3-CA1C-4CD4-9F1C-C28E38648188}" type="presOf" srcId="{8FD3B5F0-29C0-4890-86A4-CF411FC37729}" destId="{48CFD16D-743F-4C7A-A23C-8757382938E2}" srcOrd="0" destOrd="3" presId="urn:microsoft.com/office/officeart/2005/8/layout/hProcess10"/>
    <dgm:cxn modelId="{EB76C638-E35C-4D77-B41A-55490A1F84A7}" type="presOf" srcId="{3A0D29EB-B4C1-4442-B401-695DA6CBD35F}" destId="{B9B8F53D-7E5A-4ABF-BA5E-6DA2B641066D}" srcOrd="0" destOrd="7" presId="urn:microsoft.com/office/officeart/2005/8/layout/hProcess10"/>
    <dgm:cxn modelId="{84B084AC-DD97-4E98-AF86-302282F9776D}" srcId="{6D92DD0A-F230-40B4-B170-A3FBFDE9E121}" destId="{9FDA31A3-3FBB-42EF-B6E1-86E7C07BAFCF}" srcOrd="4" destOrd="0" parTransId="{A010F287-3D15-47E8-A268-31A3784A34E4}" sibTransId="{D96D6A15-05C9-459E-9DCF-D504EC899746}"/>
    <dgm:cxn modelId="{77CEC7DF-51CF-43C4-A1F6-D91A80809886}" srcId="{6D92DD0A-F230-40B4-B170-A3FBFDE9E121}" destId="{8B522047-D56C-4138-BD3C-DD92A321D3A9}" srcOrd="3" destOrd="0" parTransId="{CDFC30B9-69CD-4814-8019-F2A3EE7BF93E}" sibTransId="{B46B4733-C633-4D9A-A1F5-F9383751C480}"/>
    <dgm:cxn modelId="{98B756DE-1917-485F-85C8-1678FEF519FD}" srcId="{550A8FBA-7A73-44CC-9C8E-A80678F4334D}" destId="{9BA37825-D7D9-477F-A840-74B7CE1E5321}" srcOrd="1" destOrd="0" parTransId="{8927E34E-EEF5-490D-B87B-F7860D832E63}" sibTransId="{3894F6A6-BB16-42BC-81A3-EF6694E547C0}"/>
    <dgm:cxn modelId="{F79F8EB7-64CF-400D-8F97-4099901E5705}" type="presOf" srcId="{3894F6A6-BB16-42BC-81A3-EF6694E547C0}" destId="{6092F545-4A89-4F7E-B438-D4DEE7D93DEA}" srcOrd="1" destOrd="0" presId="urn:microsoft.com/office/officeart/2005/8/layout/hProcess10"/>
    <dgm:cxn modelId="{9E8E6FBD-0F29-45AF-A378-16E46EFD16B1}" type="presOf" srcId="{BA1AA126-64D1-4058-A29E-DC80BA2A48F0}" destId="{A656EEA0-DBC7-42B5-968B-643C31838EB9}" srcOrd="0" destOrd="1" presId="urn:microsoft.com/office/officeart/2005/8/layout/hProcess10"/>
    <dgm:cxn modelId="{9485B704-479A-4C00-8F75-01073C812968}" srcId="{550A8FBA-7A73-44CC-9C8E-A80678F4334D}" destId="{6D92DD0A-F230-40B4-B170-A3FBFDE9E121}" srcOrd="2" destOrd="0" parTransId="{5EBEA431-1DC3-4CA3-A381-8F06F294EE3C}" sibTransId="{53EDB28A-7411-4655-9881-F95BBE3E7683}"/>
    <dgm:cxn modelId="{2175CBF2-A804-4015-9916-CAC144D82508}" type="presOf" srcId="{7F0004B6-A9D1-4F89-B7BA-0BD1C8D0CD33}" destId="{627D078F-C35D-47C7-84F3-3A270DA93B64}" srcOrd="0" destOrd="1" presId="urn:microsoft.com/office/officeart/2005/8/layout/hProcess10"/>
    <dgm:cxn modelId="{3D4470F8-BC57-4520-A003-217EF0D9873D}" srcId="{6D92DD0A-F230-40B4-B170-A3FBFDE9E121}" destId="{6D2E5707-55EB-41B9-AF4B-D9A7605C0D19}" srcOrd="2" destOrd="0" parTransId="{59F015D5-1A5E-461E-BA2B-07F14D0F9BAE}" sibTransId="{28EFD334-DB24-4B8E-A1BF-C152DFD7298F}"/>
    <dgm:cxn modelId="{40FFD4D2-E440-4CE7-B31E-4EA251FA77A2}" type="presOf" srcId="{B4C5EEAA-4DF5-43F4-9654-0F39C7DD9890}" destId="{B9B8F53D-7E5A-4ABF-BA5E-6DA2B641066D}" srcOrd="0" destOrd="1" presId="urn:microsoft.com/office/officeart/2005/8/layout/hProcess10"/>
    <dgm:cxn modelId="{EB2C7613-A298-4B50-A626-4665040DDF4F}" srcId="{6D92DD0A-F230-40B4-B170-A3FBFDE9E121}" destId="{7A60CE4E-D876-4284-885A-E166510C9C7F}" srcOrd="5" destOrd="0" parTransId="{63BB538B-F218-47B6-B13F-958F955ECD87}" sibTransId="{EB35CBA0-BD58-4892-85F5-C3B7D45D4EA5}"/>
    <dgm:cxn modelId="{C19BC676-8D4E-4784-82CA-F43F5D7C768C}" type="presOf" srcId="{7A60CE4E-D876-4284-885A-E166510C9C7F}" destId="{B9B8F53D-7E5A-4ABF-BA5E-6DA2B641066D}" srcOrd="0" destOrd="6" presId="urn:microsoft.com/office/officeart/2005/8/layout/hProcess10"/>
    <dgm:cxn modelId="{7913AE19-862A-4308-8DC2-E3E24C641E48}" srcId="{9BA37825-D7D9-477F-A840-74B7CE1E5321}" destId="{7BD44439-169A-44C5-AD39-C421090B01CD}" srcOrd="1" destOrd="0" parTransId="{95B95A37-2274-467E-BC47-85902C04E5BB}" sibTransId="{E39A5268-6109-48FE-A6D4-9E65E283B647}"/>
    <dgm:cxn modelId="{CEA34BE8-B25A-4E3A-B5FF-FE3472385741}" srcId="{BAC32797-53CB-46A3-8C05-874E7023E9F7}" destId="{F6060F49-1521-494E-B1DB-343B2E995203}" srcOrd="1" destOrd="0" parTransId="{3CA9C9B4-E1D7-4BC0-8CF5-901197E497BF}" sibTransId="{B553A25E-4199-4DCA-BA0D-E69568C4E1E1}"/>
    <dgm:cxn modelId="{3A32AC5F-AF8C-4811-868D-DD2D6933B7E3}" type="presOf" srcId="{AC07A114-A365-4D93-9D4D-EF49C05D933E}" destId="{48CFD16D-743F-4C7A-A23C-8757382938E2}" srcOrd="0" destOrd="1" presId="urn:microsoft.com/office/officeart/2005/8/layout/hProcess10"/>
    <dgm:cxn modelId="{DFD63B4B-C4DC-454C-9B25-20D3964EF077}" srcId="{8B864AD8-7B65-497A-8BF4-B461546BD169}" destId="{AF85B89C-D9DE-443D-9410-8202AB2D242A}" srcOrd="3" destOrd="0" parTransId="{AD193E57-0140-41F7-900E-C9B8B6E32754}" sibTransId="{EF7EB9B9-3833-4810-BCEC-DE6EF9321499}"/>
    <dgm:cxn modelId="{00B87804-8BB6-4469-9818-C91B6C7B9EBE}" srcId="{6D92DD0A-F230-40B4-B170-A3FBFDE9E121}" destId="{3A0D29EB-B4C1-4442-B401-695DA6CBD35F}" srcOrd="6" destOrd="0" parTransId="{E84AED6C-7385-4BEC-A629-00BFCDE88E9E}" sibTransId="{DA80D0F5-9BD9-43CF-88D7-4687D8E77922}"/>
    <dgm:cxn modelId="{B56EF969-D332-4326-BDD2-3BFB1B735CBD}" srcId="{BAC32797-53CB-46A3-8C05-874E7023E9F7}" destId="{AF81A57D-9C08-4247-8C7D-F1AC58800C22}" srcOrd="3" destOrd="0" parTransId="{2299743B-65C5-4AB8-8D74-F17D64D1DFCB}" sibTransId="{ED32BD4A-B218-45FF-9C7E-C557CB3E771D}"/>
    <dgm:cxn modelId="{37AEA044-C270-4BE4-AD64-7714CC28412B}" srcId="{BAC32797-53CB-46A3-8C05-874E7023E9F7}" destId="{AC07A114-A365-4D93-9D4D-EF49C05D933E}" srcOrd="0" destOrd="0" parTransId="{801E822C-5600-492B-8A06-172E4E856517}" sibTransId="{E4170607-A5AE-4DE3-8A8A-D2EE4CFA9489}"/>
    <dgm:cxn modelId="{F3366D47-353A-4230-8F6E-159575AFC957}" type="presOf" srcId="{7BD44439-169A-44C5-AD39-C421090B01CD}" destId="{A656EEA0-DBC7-42B5-968B-643C31838EB9}" srcOrd="0" destOrd="2" presId="urn:microsoft.com/office/officeart/2005/8/layout/hProcess10"/>
    <dgm:cxn modelId="{FA0CD37C-E96B-405F-8C02-0BE2FFEE2189}" type="presOf" srcId="{9FDA31A3-3FBB-42EF-B6E1-86E7C07BAFCF}" destId="{B9B8F53D-7E5A-4ABF-BA5E-6DA2B641066D}" srcOrd="0" destOrd="5" presId="urn:microsoft.com/office/officeart/2005/8/layout/hProcess10"/>
    <dgm:cxn modelId="{83E64561-A0FD-4EC1-AD59-A7C2FC05B7F8}" type="presOf" srcId="{53EDB28A-7411-4655-9881-F95BBE3E7683}" destId="{E91BD870-68B6-41DD-85F3-C97090A70687}" srcOrd="1" destOrd="0" presId="urn:microsoft.com/office/officeart/2005/8/layout/hProcess10"/>
    <dgm:cxn modelId="{B4B891F6-C23F-442B-B335-B5D0A683D1C7}" srcId="{8B864AD8-7B65-497A-8BF4-B461546BD169}" destId="{B696103C-5070-4E25-8491-8BCFA4FB0BFD}" srcOrd="2" destOrd="0" parTransId="{B3DB0BCF-DA6A-4DA7-9C84-303BFC2050E9}" sibTransId="{D5C5BD30-0E9E-4938-BC47-342FF243871A}"/>
    <dgm:cxn modelId="{BA521EA5-4B49-4A3F-B62D-2059672EF3FC}" type="presOf" srcId="{53EDB28A-7411-4655-9881-F95BBE3E7683}" destId="{F7FE185D-E8C0-4CAF-A500-6426CC50FCE0}" srcOrd="0" destOrd="0" presId="urn:microsoft.com/office/officeart/2005/8/layout/hProcess10"/>
    <dgm:cxn modelId="{B6558EBF-D3C7-4207-840E-0D480D9D5243}" srcId="{9BA37825-D7D9-477F-A840-74B7CE1E5321}" destId="{BA1AA126-64D1-4058-A29E-DC80BA2A48F0}" srcOrd="0" destOrd="0" parTransId="{B11A5C9C-F244-4F05-9752-C1D48EEBA6B1}" sibTransId="{60A1B1D0-31CD-4248-A9AE-E1186CE59149}"/>
    <dgm:cxn modelId="{5A6A13B6-2B26-4294-BE5A-6B5D6B44A0ED}" srcId="{8B864AD8-7B65-497A-8BF4-B461546BD169}" destId="{7F0004B6-A9D1-4F89-B7BA-0BD1C8D0CD33}" srcOrd="0" destOrd="0" parTransId="{54B3E07C-AB73-4156-8344-4AC5EDD4F9CD}" sibTransId="{B3CFEC32-F926-460B-878E-5FA837934B2C}"/>
    <dgm:cxn modelId="{D312A8F2-872B-49B6-BEA5-2387372F0C24}" srcId="{550A8FBA-7A73-44CC-9C8E-A80678F4334D}" destId="{BAC32797-53CB-46A3-8C05-874E7023E9F7}" srcOrd="3" destOrd="0" parTransId="{38E69FD1-C6E8-4113-A269-9819E76B0E87}" sibTransId="{594D6FD9-4E2E-4A39-BBAB-9B562E4C6F62}"/>
    <dgm:cxn modelId="{F4ADEA32-961B-4E66-95D1-DADB067C77B5}" type="presOf" srcId="{7DAD2DF3-DBA3-403D-9F5A-D1D5128571DD}" destId="{0508A00D-28BA-4D13-BD94-DF8DB8140A42}" srcOrd="1" destOrd="0" presId="urn:microsoft.com/office/officeart/2005/8/layout/hProcess10"/>
    <dgm:cxn modelId="{442F02E9-C5F9-4384-8057-400276D05E1C}" srcId="{BAC32797-53CB-46A3-8C05-874E7023E9F7}" destId="{8FD3B5F0-29C0-4890-86A4-CF411FC37729}" srcOrd="2" destOrd="0" parTransId="{95AF7DAE-B4CE-4F9A-994D-7A1360A9ED7C}" sibTransId="{FA44E11D-B659-4180-B2ED-6019BB9537D1}"/>
    <dgm:cxn modelId="{ECB1922A-C003-4ACF-9755-D1F9DB555C07}" type="presOf" srcId="{B8DD3822-28EA-424C-848F-6825C2DA7566}" destId="{627D078F-C35D-47C7-84F3-3A270DA93B64}" srcOrd="0" destOrd="2" presId="urn:microsoft.com/office/officeart/2005/8/layout/hProcess10"/>
    <dgm:cxn modelId="{772D343C-DE6D-4EFC-BB91-C5BEA52F3012}" srcId="{550A8FBA-7A73-44CC-9C8E-A80678F4334D}" destId="{8B864AD8-7B65-497A-8BF4-B461546BD169}" srcOrd="0" destOrd="0" parTransId="{7AA62A69-27FA-44E6-B799-F1026DF59D54}" sibTransId="{7DAD2DF3-DBA3-403D-9F5A-D1D5128571DD}"/>
    <dgm:cxn modelId="{A90DBCEA-FBB5-4706-B97D-075DE5950B64}" type="presOf" srcId="{6D2E5707-55EB-41B9-AF4B-D9A7605C0D19}" destId="{B9B8F53D-7E5A-4ABF-BA5E-6DA2B641066D}" srcOrd="0" destOrd="3" presId="urn:microsoft.com/office/officeart/2005/8/layout/hProcess10"/>
    <dgm:cxn modelId="{ED57CB29-BA4E-4D04-89BA-82E15E5A565F}" srcId="{6D92DD0A-F230-40B4-B170-A3FBFDE9E121}" destId="{ADBE102B-81E1-4C87-9BE7-7F4C60FA7BEE}" srcOrd="1" destOrd="0" parTransId="{2E77C0B2-4AE6-473A-8274-11DEC8EB55B7}" sibTransId="{3F3A4AC5-527F-4243-B9E8-B9D2F433071E}"/>
    <dgm:cxn modelId="{B7E19B93-B7CB-4B16-9A17-85D2078D1DBD}" type="presOf" srcId="{F6060F49-1521-494E-B1DB-343B2E995203}" destId="{48CFD16D-743F-4C7A-A23C-8757382938E2}" srcOrd="0" destOrd="2" presId="urn:microsoft.com/office/officeart/2005/8/layout/hProcess10"/>
    <dgm:cxn modelId="{2E81C7E1-B35E-4EE1-89A3-B4E375E36F7A}" type="presOf" srcId="{BAC32797-53CB-46A3-8C05-874E7023E9F7}" destId="{48CFD16D-743F-4C7A-A23C-8757382938E2}" srcOrd="0" destOrd="0" presId="urn:microsoft.com/office/officeart/2005/8/layout/hProcess10"/>
    <dgm:cxn modelId="{CE9B7B37-45B3-4392-A6F2-D431BFE26A34}" type="presOf" srcId="{6D92DD0A-F230-40B4-B170-A3FBFDE9E121}" destId="{B9B8F53D-7E5A-4ABF-BA5E-6DA2B641066D}" srcOrd="0" destOrd="0" presId="urn:microsoft.com/office/officeart/2005/8/layout/hProcess10"/>
    <dgm:cxn modelId="{D208852C-A057-4929-9A3A-1F33A245C8EF}" type="presOf" srcId="{7DAD2DF3-DBA3-403D-9F5A-D1D5128571DD}" destId="{1A92BA62-B263-4A2A-9B14-8DDFBBF94682}" srcOrd="0" destOrd="0" presId="urn:microsoft.com/office/officeart/2005/8/layout/hProcess10"/>
    <dgm:cxn modelId="{D923BCC3-4DE6-481F-BD75-3AE37EC03732}" type="presOf" srcId="{3894F6A6-BB16-42BC-81A3-EF6694E547C0}" destId="{BBD814F2-14F5-4B0C-A6BD-93B71DA24F9F}" srcOrd="0" destOrd="0" presId="urn:microsoft.com/office/officeart/2005/8/layout/hProcess10"/>
    <dgm:cxn modelId="{83462BE6-3F67-45BE-8368-4759F2930EE2}" srcId="{8B864AD8-7B65-497A-8BF4-B461546BD169}" destId="{B8DD3822-28EA-424C-848F-6825C2DA7566}" srcOrd="1" destOrd="0" parTransId="{094E150D-6F55-4808-8287-460B3A5EB49B}" sibTransId="{4325E312-6599-4DB6-9377-ADC421D452F7}"/>
    <dgm:cxn modelId="{E3764AEA-7CF0-4BC1-A043-F33B7C82DCDA}" type="presOf" srcId="{550A8FBA-7A73-44CC-9C8E-A80678F4334D}" destId="{91148520-1496-49E3-B30B-B85F8FB1D40C}" srcOrd="0" destOrd="0" presId="urn:microsoft.com/office/officeart/2005/8/layout/hProcess10"/>
    <dgm:cxn modelId="{1D3BBB69-B73E-42DE-83C3-3B284D52EDD3}" type="presOf" srcId="{ADBE102B-81E1-4C87-9BE7-7F4C60FA7BEE}" destId="{B9B8F53D-7E5A-4ABF-BA5E-6DA2B641066D}" srcOrd="0" destOrd="2" presId="urn:microsoft.com/office/officeart/2005/8/layout/hProcess10"/>
    <dgm:cxn modelId="{67AE8B0B-DB48-4360-BA06-D7BC75F0E665}" type="presParOf" srcId="{91148520-1496-49E3-B30B-B85F8FB1D40C}" destId="{1AFA518D-7797-4CBD-BD05-73B0CF0FDFE8}" srcOrd="0" destOrd="0" presId="urn:microsoft.com/office/officeart/2005/8/layout/hProcess10"/>
    <dgm:cxn modelId="{9384EF5F-8BB6-4260-A6ED-A0D762BF4F0A}" type="presParOf" srcId="{1AFA518D-7797-4CBD-BD05-73B0CF0FDFE8}" destId="{8F5FB3A2-0AF1-4BD3-BFDE-B2D529DE23D9}" srcOrd="0" destOrd="0" presId="urn:microsoft.com/office/officeart/2005/8/layout/hProcess10"/>
    <dgm:cxn modelId="{719FB517-B7B7-4F4B-AE06-5374FDC39DA5}" type="presParOf" srcId="{1AFA518D-7797-4CBD-BD05-73B0CF0FDFE8}" destId="{627D078F-C35D-47C7-84F3-3A270DA93B64}" srcOrd="1" destOrd="0" presId="urn:microsoft.com/office/officeart/2005/8/layout/hProcess10"/>
    <dgm:cxn modelId="{C0D5F85C-7559-459A-92E6-DA5FB93ECCD0}" type="presParOf" srcId="{91148520-1496-49E3-B30B-B85F8FB1D40C}" destId="{1A92BA62-B263-4A2A-9B14-8DDFBBF94682}" srcOrd="1" destOrd="0" presId="urn:microsoft.com/office/officeart/2005/8/layout/hProcess10"/>
    <dgm:cxn modelId="{57D346BC-AC87-4EC6-8A42-E988E021B949}" type="presParOf" srcId="{1A92BA62-B263-4A2A-9B14-8DDFBBF94682}" destId="{0508A00D-28BA-4D13-BD94-DF8DB8140A42}" srcOrd="0" destOrd="0" presId="urn:microsoft.com/office/officeart/2005/8/layout/hProcess10"/>
    <dgm:cxn modelId="{B043C34B-C90C-4219-85C0-16BEA50C609A}" type="presParOf" srcId="{91148520-1496-49E3-B30B-B85F8FB1D40C}" destId="{65B20C63-9CEA-49D9-95FC-1CB2C0EAB3CD}" srcOrd="2" destOrd="0" presId="urn:microsoft.com/office/officeart/2005/8/layout/hProcess10"/>
    <dgm:cxn modelId="{1AFCECF1-C642-4003-BC9B-EA3BFE5F6E5C}" type="presParOf" srcId="{65B20C63-9CEA-49D9-95FC-1CB2C0EAB3CD}" destId="{0076BA1C-5B11-4DB0-AD56-3D1B081127DB}" srcOrd="0" destOrd="0" presId="urn:microsoft.com/office/officeart/2005/8/layout/hProcess10"/>
    <dgm:cxn modelId="{D59B2FD2-AB86-4E2A-8236-3949D09108E2}" type="presParOf" srcId="{65B20C63-9CEA-49D9-95FC-1CB2C0EAB3CD}" destId="{A656EEA0-DBC7-42B5-968B-643C31838EB9}" srcOrd="1" destOrd="0" presId="urn:microsoft.com/office/officeart/2005/8/layout/hProcess10"/>
    <dgm:cxn modelId="{02784420-1AEE-4806-93CD-DDE1BA19B055}" type="presParOf" srcId="{91148520-1496-49E3-B30B-B85F8FB1D40C}" destId="{BBD814F2-14F5-4B0C-A6BD-93B71DA24F9F}" srcOrd="3" destOrd="0" presId="urn:microsoft.com/office/officeart/2005/8/layout/hProcess10"/>
    <dgm:cxn modelId="{477F9D5F-E9B7-4EF5-B569-23427AC39DB6}" type="presParOf" srcId="{BBD814F2-14F5-4B0C-A6BD-93B71DA24F9F}" destId="{6092F545-4A89-4F7E-B438-D4DEE7D93DEA}" srcOrd="0" destOrd="0" presId="urn:microsoft.com/office/officeart/2005/8/layout/hProcess10"/>
    <dgm:cxn modelId="{A5323E9B-A8AE-4FCF-9281-F2F1FC2AC866}" type="presParOf" srcId="{91148520-1496-49E3-B30B-B85F8FB1D40C}" destId="{B70B269A-93D2-470F-8F82-7056EEBAE935}" srcOrd="4" destOrd="0" presId="urn:microsoft.com/office/officeart/2005/8/layout/hProcess10"/>
    <dgm:cxn modelId="{2C9C148D-AE5A-44EA-AA28-7D6F3CFF365F}" type="presParOf" srcId="{B70B269A-93D2-470F-8F82-7056EEBAE935}" destId="{74BE84F9-2280-4E01-ADCE-81D1CECFFB77}" srcOrd="0" destOrd="0" presId="urn:microsoft.com/office/officeart/2005/8/layout/hProcess10"/>
    <dgm:cxn modelId="{D2B43D32-BCD6-41C8-8C3B-BD12616F08AA}" type="presParOf" srcId="{B70B269A-93D2-470F-8F82-7056EEBAE935}" destId="{B9B8F53D-7E5A-4ABF-BA5E-6DA2B641066D}" srcOrd="1" destOrd="0" presId="urn:microsoft.com/office/officeart/2005/8/layout/hProcess10"/>
    <dgm:cxn modelId="{2F09183A-E6D1-46EC-AC9C-C859856474B5}" type="presParOf" srcId="{91148520-1496-49E3-B30B-B85F8FB1D40C}" destId="{F7FE185D-E8C0-4CAF-A500-6426CC50FCE0}" srcOrd="5" destOrd="0" presId="urn:microsoft.com/office/officeart/2005/8/layout/hProcess10"/>
    <dgm:cxn modelId="{7F7FC87E-E7C6-4998-B1A9-08B8DE086EF7}" type="presParOf" srcId="{F7FE185D-E8C0-4CAF-A500-6426CC50FCE0}" destId="{E91BD870-68B6-41DD-85F3-C97090A70687}" srcOrd="0" destOrd="0" presId="urn:microsoft.com/office/officeart/2005/8/layout/hProcess10"/>
    <dgm:cxn modelId="{7BC6CE2C-990D-4417-B3FD-04CA14451721}" type="presParOf" srcId="{91148520-1496-49E3-B30B-B85F8FB1D40C}" destId="{F1136C7A-3DB3-4067-9837-9D432B195DBF}" srcOrd="6" destOrd="0" presId="urn:microsoft.com/office/officeart/2005/8/layout/hProcess10"/>
    <dgm:cxn modelId="{7E6CFEE5-10F7-4362-8B75-33564B847232}" type="presParOf" srcId="{F1136C7A-3DB3-4067-9837-9D432B195DBF}" destId="{EF95714A-1C05-4C17-88AF-EE9CB7F76D3D}" srcOrd="0" destOrd="0" presId="urn:microsoft.com/office/officeart/2005/8/layout/hProcess10"/>
    <dgm:cxn modelId="{FDAE982D-2872-4401-8334-8623BA509A4A}" type="presParOf" srcId="{F1136C7A-3DB3-4067-9837-9D432B195DBF}" destId="{48CFD16D-743F-4C7A-A23C-8757382938E2}" srcOrd="1" destOrd="0" presId="urn:microsoft.com/office/officeart/2005/8/layout/hProcess10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8D0D27DB-17C8-4933-B440-269A0A6B046B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C44E4557-4B8D-4B7D-B11E-573E83C92551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Introduction</a:t>
          </a:r>
          <a:endParaRPr lang="fr-FR" dirty="0"/>
        </a:p>
      </dgm:t>
    </dgm:pt>
    <dgm:pt modelId="{6B38CB67-CA6D-40EF-8104-352248E147DF}" type="parTrans" cxnId="{45954E23-9572-426C-A821-AB956A93E307}">
      <dgm:prSet/>
      <dgm:spPr/>
      <dgm:t>
        <a:bodyPr/>
        <a:lstStyle/>
        <a:p>
          <a:endParaRPr lang="fr-FR"/>
        </a:p>
      </dgm:t>
    </dgm:pt>
    <dgm:pt modelId="{CF5C36AD-D3D4-4D00-9528-447D5CAD980D}" type="sibTrans" cxnId="{45954E23-9572-426C-A821-AB956A93E307}">
      <dgm:prSet/>
      <dgm:spPr/>
      <dgm:t>
        <a:bodyPr/>
        <a:lstStyle/>
        <a:p>
          <a:endParaRPr lang="fr-FR"/>
        </a:p>
      </dgm:t>
    </dgm:pt>
    <dgm:pt modelId="{4AFFD6A4-9242-4842-B48B-70AF50DF3D5E}">
      <dgm:prSet phldrT="[Texte]"/>
      <dgm:spPr>
        <a:solidFill>
          <a:srgbClr val="0070C0"/>
        </a:solidFill>
        <a:ln>
          <a:solidFill>
            <a:schemeClr val="accent2"/>
          </a:solidFill>
        </a:ln>
      </dgm:spPr>
      <dgm:t>
        <a:bodyPr/>
        <a:lstStyle/>
        <a:p>
          <a:r>
            <a:rPr lang="fr-FR" dirty="0" smtClean="0"/>
            <a:t>Analyse de la situation</a:t>
          </a:r>
          <a:endParaRPr lang="fr-FR" dirty="0"/>
        </a:p>
      </dgm:t>
    </dgm:pt>
    <dgm:pt modelId="{D4F4099E-087F-41F3-ACC1-96E26ECF460E}" type="parTrans" cxnId="{952ECF7A-7E74-44DD-B42D-1F656DD0A9EE}">
      <dgm:prSet/>
      <dgm:spPr/>
      <dgm:t>
        <a:bodyPr/>
        <a:lstStyle/>
        <a:p>
          <a:endParaRPr lang="fr-FR"/>
        </a:p>
      </dgm:t>
    </dgm:pt>
    <dgm:pt modelId="{0402D23D-4116-4D81-8B6A-CAF0F3A8331B}" type="sibTrans" cxnId="{952ECF7A-7E74-44DD-B42D-1F656DD0A9EE}">
      <dgm:prSet/>
      <dgm:spPr/>
      <dgm:t>
        <a:bodyPr/>
        <a:lstStyle/>
        <a:p>
          <a:endParaRPr lang="fr-FR"/>
        </a:p>
      </dgm:t>
    </dgm:pt>
    <dgm:pt modelId="{A358BBB2-B0D8-410C-97E4-9F87503E986D}">
      <dgm:prSet phldrT="[Texte]"/>
      <dgm:spPr>
        <a:solidFill>
          <a:schemeClr val="accent2"/>
        </a:solidFill>
      </dgm:spPr>
      <dgm:t>
        <a:bodyPr/>
        <a:lstStyle/>
        <a:p>
          <a:r>
            <a:rPr lang="fr-FR" dirty="0" smtClean="0"/>
            <a:t>Tests utilisateurs</a:t>
          </a:r>
          <a:endParaRPr lang="fr-FR" dirty="0"/>
        </a:p>
      </dgm:t>
    </dgm:pt>
    <dgm:pt modelId="{38624BCE-AC19-4242-9589-59FF9826AA78}" type="parTrans" cxnId="{D87B92F2-4B78-4C72-A7B6-1B85AE931590}">
      <dgm:prSet/>
      <dgm:spPr/>
      <dgm:t>
        <a:bodyPr/>
        <a:lstStyle/>
        <a:p>
          <a:endParaRPr lang="fr-FR"/>
        </a:p>
      </dgm:t>
    </dgm:pt>
    <dgm:pt modelId="{3BB3B16D-0AFE-4FB4-AFC0-A41F5AB0CDCD}" type="sibTrans" cxnId="{D87B92F2-4B78-4C72-A7B6-1B85AE931590}">
      <dgm:prSet/>
      <dgm:spPr/>
      <dgm:t>
        <a:bodyPr/>
        <a:lstStyle/>
        <a:p>
          <a:endParaRPr lang="fr-FR"/>
        </a:p>
      </dgm:t>
    </dgm:pt>
    <dgm:pt modelId="{0294B60E-6ED8-4B51-A839-8C985CE64225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Conclusion et recommandations</a:t>
          </a:r>
          <a:endParaRPr lang="fr-FR" dirty="0"/>
        </a:p>
      </dgm:t>
    </dgm:pt>
    <dgm:pt modelId="{49E2DC80-BF73-4428-A00F-5F39EF0F8C57}" type="parTrans" cxnId="{32C5F88A-8BB4-4ADB-BD09-606FF7990B32}">
      <dgm:prSet/>
      <dgm:spPr/>
      <dgm:t>
        <a:bodyPr/>
        <a:lstStyle/>
        <a:p>
          <a:endParaRPr lang="fr-FR"/>
        </a:p>
      </dgm:t>
    </dgm:pt>
    <dgm:pt modelId="{F4D63BCA-27EC-45C9-A9DC-0558FADBD1F4}" type="sibTrans" cxnId="{32C5F88A-8BB4-4ADB-BD09-606FF7990B32}">
      <dgm:prSet/>
      <dgm:spPr/>
      <dgm:t>
        <a:bodyPr/>
        <a:lstStyle/>
        <a:p>
          <a:endParaRPr lang="fr-FR"/>
        </a:p>
      </dgm:t>
    </dgm:pt>
    <dgm:pt modelId="{86190804-C798-4D74-A945-00E0F0061E7D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Analyse cognitive</a:t>
          </a:r>
          <a:endParaRPr lang="fr-FR" dirty="0"/>
        </a:p>
      </dgm:t>
    </dgm:pt>
    <dgm:pt modelId="{18821DA0-02D9-4170-B348-3BF55452CD19}" type="parTrans" cxnId="{FE2B2C2E-A154-4463-B651-3E771E3C0FB6}">
      <dgm:prSet/>
      <dgm:spPr/>
      <dgm:t>
        <a:bodyPr/>
        <a:lstStyle/>
        <a:p>
          <a:endParaRPr lang="fr-FR"/>
        </a:p>
      </dgm:t>
    </dgm:pt>
    <dgm:pt modelId="{048298C8-2684-4A3A-B11A-40C38FC7AC10}" type="sibTrans" cxnId="{FE2B2C2E-A154-4463-B651-3E771E3C0FB6}">
      <dgm:prSet/>
      <dgm:spPr/>
      <dgm:t>
        <a:bodyPr/>
        <a:lstStyle/>
        <a:p>
          <a:endParaRPr lang="fr-FR"/>
        </a:p>
      </dgm:t>
    </dgm:pt>
    <dgm:pt modelId="{12D0A71A-8EA5-4CDF-ACBC-93827ABA764B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Prototype et amélioration</a:t>
          </a:r>
          <a:endParaRPr lang="fr-FR" dirty="0"/>
        </a:p>
      </dgm:t>
    </dgm:pt>
    <dgm:pt modelId="{31A2D8B2-8372-4186-9C71-B8A2684F12FA}" type="parTrans" cxnId="{C34CEB52-51C2-413A-BE07-4B373D5322EF}">
      <dgm:prSet/>
      <dgm:spPr/>
      <dgm:t>
        <a:bodyPr/>
        <a:lstStyle/>
        <a:p>
          <a:endParaRPr lang="fr-FR"/>
        </a:p>
      </dgm:t>
    </dgm:pt>
    <dgm:pt modelId="{1CF8D868-512D-4195-B252-FAB9CFC1F069}" type="sibTrans" cxnId="{C34CEB52-51C2-413A-BE07-4B373D5322EF}">
      <dgm:prSet/>
      <dgm:spPr/>
      <dgm:t>
        <a:bodyPr/>
        <a:lstStyle/>
        <a:p>
          <a:endParaRPr lang="fr-FR"/>
        </a:p>
      </dgm:t>
    </dgm:pt>
    <dgm:pt modelId="{89326826-250E-4422-BEE1-17FE83042396}" type="pres">
      <dgm:prSet presAssocID="{8D0D27DB-17C8-4933-B440-269A0A6B046B}" presName="Name0" presStyleCnt="0">
        <dgm:presLayoutVars>
          <dgm:dir/>
          <dgm:animLvl val="lvl"/>
          <dgm:resizeHandles val="exact"/>
        </dgm:presLayoutVars>
      </dgm:prSet>
      <dgm:spPr/>
    </dgm:pt>
    <dgm:pt modelId="{467ED3BA-AFFE-4B93-8B3E-C0A0089E1B2A}" type="pres">
      <dgm:prSet presAssocID="{C44E4557-4B8D-4B7D-B11E-573E83C92551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B6CCD52-631D-40EC-A29D-EF905DCD2980}" type="pres">
      <dgm:prSet presAssocID="{CF5C36AD-D3D4-4D00-9528-447D5CAD980D}" presName="parTxOnlySpace" presStyleCnt="0"/>
      <dgm:spPr/>
    </dgm:pt>
    <dgm:pt modelId="{008ACFDA-1B9C-48A0-B214-E31E872FC6D0}" type="pres">
      <dgm:prSet presAssocID="{4AFFD6A4-9242-4842-B48B-70AF50DF3D5E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7AAFF36-03C1-424D-BB2C-AF4DA7052CA5}" type="pres">
      <dgm:prSet presAssocID="{0402D23D-4116-4D81-8B6A-CAF0F3A8331B}" presName="parTxOnlySpace" presStyleCnt="0"/>
      <dgm:spPr/>
    </dgm:pt>
    <dgm:pt modelId="{B181F8EE-A344-42D4-85F0-379A6F9A3E09}" type="pres">
      <dgm:prSet presAssocID="{A358BBB2-B0D8-410C-97E4-9F87503E986D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8A8CDF3-4952-46F7-97C7-87B88213ADAD}" type="pres">
      <dgm:prSet presAssocID="{3BB3B16D-0AFE-4FB4-AFC0-A41F5AB0CDCD}" presName="parTxOnlySpace" presStyleCnt="0"/>
      <dgm:spPr/>
    </dgm:pt>
    <dgm:pt modelId="{EDDECF90-8BB3-4DA1-8C8C-78182594AEC0}" type="pres">
      <dgm:prSet presAssocID="{86190804-C798-4D74-A945-00E0F0061E7D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89026C8-5A6F-4443-941E-58AB4AD879FA}" type="pres">
      <dgm:prSet presAssocID="{048298C8-2684-4A3A-B11A-40C38FC7AC10}" presName="parTxOnlySpace" presStyleCnt="0"/>
      <dgm:spPr/>
    </dgm:pt>
    <dgm:pt modelId="{82CE2AD6-5168-45A8-91B7-2F6D8199806B}" type="pres">
      <dgm:prSet presAssocID="{12D0A71A-8EA5-4CDF-ACBC-93827ABA764B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57CF87D-BEF3-4AC1-AD2C-ECA6FA53FC82}" type="pres">
      <dgm:prSet presAssocID="{1CF8D868-512D-4195-B252-FAB9CFC1F069}" presName="parTxOnlySpace" presStyleCnt="0"/>
      <dgm:spPr/>
    </dgm:pt>
    <dgm:pt modelId="{5EB3262C-3F8F-4B2C-BED6-9F445658E96D}" type="pres">
      <dgm:prSet presAssocID="{0294B60E-6ED8-4B51-A839-8C985CE64225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D87B92F2-4B78-4C72-A7B6-1B85AE931590}" srcId="{8D0D27DB-17C8-4933-B440-269A0A6B046B}" destId="{A358BBB2-B0D8-410C-97E4-9F87503E986D}" srcOrd="2" destOrd="0" parTransId="{38624BCE-AC19-4242-9589-59FF9826AA78}" sibTransId="{3BB3B16D-0AFE-4FB4-AFC0-A41F5AB0CDCD}"/>
    <dgm:cxn modelId="{92CCB197-4F18-4BB0-9E33-A8CB7EB3255C}" type="presOf" srcId="{8D0D27DB-17C8-4933-B440-269A0A6B046B}" destId="{89326826-250E-4422-BEE1-17FE83042396}" srcOrd="0" destOrd="0" presId="urn:microsoft.com/office/officeart/2005/8/layout/chevron1"/>
    <dgm:cxn modelId="{45954E23-9572-426C-A821-AB956A93E307}" srcId="{8D0D27DB-17C8-4933-B440-269A0A6B046B}" destId="{C44E4557-4B8D-4B7D-B11E-573E83C92551}" srcOrd="0" destOrd="0" parTransId="{6B38CB67-CA6D-40EF-8104-352248E147DF}" sibTransId="{CF5C36AD-D3D4-4D00-9528-447D5CAD980D}"/>
    <dgm:cxn modelId="{7F488E24-6087-4594-8CB1-195C45FE11C3}" type="presOf" srcId="{12D0A71A-8EA5-4CDF-ACBC-93827ABA764B}" destId="{82CE2AD6-5168-45A8-91B7-2F6D8199806B}" srcOrd="0" destOrd="0" presId="urn:microsoft.com/office/officeart/2005/8/layout/chevron1"/>
    <dgm:cxn modelId="{49B1589C-8E16-41B7-8DE7-6696D5B0E97C}" type="presOf" srcId="{0294B60E-6ED8-4B51-A839-8C985CE64225}" destId="{5EB3262C-3F8F-4B2C-BED6-9F445658E96D}" srcOrd="0" destOrd="0" presId="urn:microsoft.com/office/officeart/2005/8/layout/chevron1"/>
    <dgm:cxn modelId="{9FB473CA-736F-4F5D-9BB5-32C4D4B5C227}" type="presOf" srcId="{A358BBB2-B0D8-410C-97E4-9F87503E986D}" destId="{B181F8EE-A344-42D4-85F0-379A6F9A3E09}" srcOrd="0" destOrd="0" presId="urn:microsoft.com/office/officeart/2005/8/layout/chevron1"/>
    <dgm:cxn modelId="{6C37FFBE-F027-4198-A92D-9A2A6AC7935F}" type="presOf" srcId="{4AFFD6A4-9242-4842-B48B-70AF50DF3D5E}" destId="{008ACFDA-1B9C-48A0-B214-E31E872FC6D0}" srcOrd="0" destOrd="0" presId="urn:microsoft.com/office/officeart/2005/8/layout/chevron1"/>
    <dgm:cxn modelId="{11B42A54-FDD3-4D92-8839-13671E137B87}" type="presOf" srcId="{C44E4557-4B8D-4B7D-B11E-573E83C92551}" destId="{467ED3BA-AFFE-4B93-8B3E-C0A0089E1B2A}" srcOrd="0" destOrd="0" presId="urn:microsoft.com/office/officeart/2005/8/layout/chevron1"/>
    <dgm:cxn modelId="{32C5F88A-8BB4-4ADB-BD09-606FF7990B32}" srcId="{8D0D27DB-17C8-4933-B440-269A0A6B046B}" destId="{0294B60E-6ED8-4B51-A839-8C985CE64225}" srcOrd="5" destOrd="0" parTransId="{49E2DC80-BF73-4428-A00F-5F39EF0F8C57}" sibTransId="{F4D63BCA-27EC-45C9-A9DC-0558FADBD1F4}"/>
    <dgm:cxn modelId="{FE2B2C2E-A154-4463-B651-3E771E3C0FB6}" srcId="{8D0D27DB-17C8-4933-B440-269A0A6B046B}" destId="{86190804-C798-4D74-A945-00E0F0061E7D}" srcOrd="3" destOrd="0" parTransId="{18821DA0-02D9-4170-B348-3BF55452CD19}" sibTransId="{048298C8-2684-4A3A-B11A-40C38FC7AC10}"/>
    <dgm:cxn modelId="{952ECF7A-7E74-44DD-B42D-1F656DD0A9EE}" srcId="{8D0D27DB-17C8-4933-B440-269A0A6B046B}" destId="{4AFFD6A4-9242-4842-B48B-70AF50DF3D5E}" srcOrd="1" destOrd="0" parTransId="{D4F4099E-087F-41F3-ACC1-96E26ECF460E}" sibTransId="{0402D23D-4116-4D81-8B6A-CAF0F3A8331B}"/>
    <dgm:cxn modelId="{C34CEB52-51C2-413A-BE07-4B373D5322EF}" srcId="{8D0D27DB-17C8-4933-B440-269A0A6B046B}" destId="{12D0A71A-8EA5-4CDF-ACBC-93827ABA764B}" srcOrd="4" destOrd="0" parTransId="{31A2D8B2-8372-4186-9C71-B8A2684F12FA}" sibTransId="{1CF8D868-512D-4195-B252-FAB9CFC1F069}"/>
    <dgm:cxn modelId="{8D03432B-5A58-426B-A2D1-2D835DD86035}" type="presOf" srcId="{86190804-C798-4D74-A945-00E0F0061E7D}" destId="{EDDECF90-8BB3-4DA1-8C8C-78182594AEC0}" srcOrd="0" destOrd="0" presId="urn:microsoft.com/office/officeart/2005/8/layout/chevron1"/>
    <dgm:cxn modelId="{91551F63-5C16-41E6-9B5A-9F1B571A6E26}" type="presParOf" srcId="{89326826-250E-4422-BEE1-17FE83042396}" destId="{467ED3BA-AFFE-4B93-8B3E-C0A0089E1B2A}" srcOrd="0" destOrd="0" presId="urn:microsoft.com/office/officeart/2005/8/layout/chevron1"/>
    <dgm:cxn modelId="{CD83B3EB-2A99-4EF4-A9BD-B660756C5913}" type="presParOf" srcId="{89326826-250E-4422-BEE1-17FE83042396}" destId="{2B6CCD52-631D-40EC-A29D-EF905DCD2980}" srcOrd="1" destOrd="0" presId="urn:microsoft.com/office/officeart/2005/8/layout/chevron1"/>
    <dgm:cxn modelId="{D2BCE809-0B11-46E4-8A25-E73437F5B1E6}" type="presParOf" srcId="{89326826-250E-4422-BEE1-17FE83042396}" destId="{008ACFDA-1B9C-48A0-B214-E31E872FC6D0}" srcOrd="2" destOrd="0" presId="urn:microsoft.com/office/officeart/2005/8/layout/chevron1"/>
    <dgm:cxn modelId="{B671F9C2-A6C6-4ECE-82D0-A448AC40AA41}" type="presParOf" srcId="{89326826-250E-4422-BEE1-17FE83042396}" destId="{B7AAFF36-03C1-424D-BB2C-AF4DA7052CA5}" srcOrd="3" destOrd="0" presId="urn:microsoft.com/office/officeart/2005/8/layout/chevron1"/>
    <dgm:cxn modelId="{F2EB445B-65CD-4B52-B78F-11BDB2CE384F}" type="presParOf" srcId="{89326826-250E-4422-BEE1-17FE83042396}" destId="{B181F8EE-A344-42D4-85F0-379A6F9A3E09}" srcOrd="4" destOrd="0" presId="urn:microsoft.com/office/officeart/2005/8/layout/chevron1"/>
    <dgm:cxn modelId="{955CF82E-78B0-4BE2-855E-8DE29F09E60A}" type="presParOf" srcId="{89326826-250E-4422-BEE1-17FE83042396}" destId="{D8A8CDF3-4952-46F7-97C7-87B88213ADAD}" srcOrd="5" destOrd="0" presId="urn:microsoft.com/office/officeart/2005/8/layout/chevron1"/>
    <dgm:cxn modelId="{7116F1B0-DC64-4DD8-BD41-11F69265F6F8}" type="presParOf" srcId="{89326826-250E-4422-BEE1-17FE83042396}" destId="{EDDECF90-8BB3-4DA1-8C8C-78182594AEC0}" srcOrd="6" destOrd="0" presId="urn:microsoft.com/office/officeart/2005/8/layout/chevron1"/>
    <dgm:cxn modelId="{8EB9B383-1C48-47D4-855E-F9DCB38269F1}" type="presParOf" srcId="{89326826-250E-4422-BEE1-17FE83042396}" destId="{889026C8-5A6F-4443-941E-58AB4AD879FA}" srcOrd="7" destOrd="0" presId="urn:microsoft.com/office/officeart/2005/8/layout/chevron1"/>
    <dgm:cxn modelId="{DD3585D2-A7DD-4F2E-973D-1D2BC75E5EB4}" type="presParOf" srcId="{89326826-250E-4422-BEE1-17FE83042396}" destId="{82CE2AD6-5168-45A8-91B7-2F6D8199806B}" srcOrd="8" destOrd="0" presId="urn:microsoft.com/office/officeart/2005/8/layout/chevron1"/>
    <dgm:cxn modelId="{7275306F-60B7-48F3-A4AE-C3D49F904754}" type="presParOf" srcId="{89326826-250E-4422-BEE1-17FE83042396}" destId="{857CF87D-BEF3-4AC1-AD2C-ECA6FA53FC82}" srcOrd="9" destOrd="0" presId="urn:microsoft.com/office/officeart/2005/8/layout/chevron1"/>
    <dgm:cxn modelId="{C7CDD2E2-D75B-4194-B7DE-9D8B532F92E1}" type="presParOf" srcId="{89326826-250E-4422-BEE1-17FE83042396}" destId="{5EB3262C-3F8F-4B2C-BED6-9F445658E96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8D0D27DB-17C8-4933-B440-269A0A6B046B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C44E4557-4B8D-4B7D-B11E-573E83C92551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Introduction</a:t>
          </a:r>
          <a:endParaRPr lang="fr-FR" dirty="0"/>
        </a:p>
      </dgm:t>
    </dgm:pt>
    <dgm:pt modelId="{6B38CB67-CA6D-40EF-8104-352248E147DF}" type="parTrans" cxnId="{45954E23-9572-426C-A821-AB956A93E307}">
      <dgm:prSet/>
      <dgm:spPr/>
      <dgm:t>
        <a:bodyPr/>
        <a:lstStyle/>
        <a:p>
          <a:endParaRPr lang="fr-FR"/>
        </a:p>
      </dgm:t>
    </dgm:pt>
    <dgm:pt modelId="{CF5C36AD-D3D4-4D00-9528-447D5CAD980D}" type="sibTrans" cxnId="{45954E23-9572-426C-A821-AB956A93E307}">
      <dgm:prSet/>
      <dgm:spPr/>
      <dgm:t>
        <a:bodyPr/>
        <a:lstStyle/>
        <a:p>
          <a:endParaRPr lang="fr-FR"/>
        </a:p>
      </dgm:t>
    </dgm:pt>
    <dgm:pt modelId="{4AFFD6A4-9242-4842-B48B-70AF50DF3D5E}">
      <dgm:prSet phldrT="[Texte]"/>
      <dgm:spPr>
        <a:solidFill>
          <a:srgbClr val="0070C0"/>
        </a:solidFill>
        <a:ln>
          <a:solidFill>
            <a:schemeClr val="accent2"/>
          </a:solidFill>
        </a:ln>
      </dgm:spPr>
      <dgm:t>
        <a:bodyPr/>
        <a:lstStyle/>
        <a:p>
          <a:r>
            <a:rPr lang="fr-FR" dirty="0" smtClean="0"/>
            <a:t>Analyse de la situation</a:t>
          </a:r>
          <a:endParaRPr lang="fr-FR" dirty="0"/>
        </a:p>
      </dgm:t>
    </dgm:pt>
    <dgm:pt modelId="{D4F4099E-087F-41F3-ACC1-96E26ECF460E}" type="parTrans" cxnId="{952ECF7A-7E74-44DD-B42D-1F656DD0A9EE}">
      <dgm:prSet/>
      <dgm:spPr/>
      <dgm:t>
        <a:bodyPr/>
        <a:lstStyle/>
        <a:p>
          <a:endParaRPr lang="fr-FR"/>
        </a:p>
      </dgm:t>
    </dgm:pt>
    <dgm:pt modelId="{0402D23D-4116-4D81-8B6A-CAF0F3A8331B}" type="sibTrans" cxnId="{952ECF7A-7E74-44DD-B42D-1F656DD0A9EE}">
      <dgm:prSet/>
      <dgm:spPr/>
      <dgm:t>
        <a:bodyPr/>
        <a:lstStyle/>
        <a:p>
          <a:endParaRPr lang="fr-FR"/>
        </a:p>
      </dgm:t>
    </dgm:pt>
    <dgm:pt modelId="{A358BBB2-B0D8-410C-97E4-9F87503E986D}">
      <dgm:prSet phldrT="[Texte]"/>
      <dgm:spPr>
        <a:solidFill>
          <a:schemeClr val="accent2"/>
        </a:solidFill>
      </dgm:spPr>
      <dgm:t>
        <a:bodyPr/>
        <a:lstStyle/>
        <a:p>
          <a:r>
            <a:rPr lang="fr-FR" dirty="0" smtClean="0"/>
            <a:t>Tests utilisateurs</a:t>
          </a:r>
          <a:endParaRPr lang="fr-FR" dirty="0"/>
        </a:p>
      </dgm:t>
    </dgm:pt>
    <dgm:pt modelId="{38624BCE-AC19-4242-9589-59FF9826AA78}" type="parTrans" cxnId="{D87B92F2-4B78-4C72-A7B6-1B85AE931590}">
      <dgm:prSet/>
      <dgm:spPr/>
      <dgm:t>
        <a:bodyPr/>
        <a:lstStyle/>
        <a:p>
          <a:endParaRPr lang="fr-FR"/>
        </a:p>
      </dgm:t>
    </dgm:pt>
    <dgm:pt modelId="{3BB3B16D-0AFE-4FB4-AFC0-A41F5AB0CDCD}" type="sibTrans" cxnId="{D87B92F2-4B78-4C72-A7B6-1B85AE931590}">
      <dgm:prSet/>
      <dgm:spPr/>
      <dgm:t>
        <a:bodyPr/>
        <a:lstStyle/>
        <a:p>
          <a:endParaRPr lang="fr-FR"/>
        </a:p>
      </dgm:t>
    </dgm:pt>
    <dgm:pt modelId="{0294B60E-6ED8-4B51-A839-8C985CE64225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Conclusion et recommandations</a:t>
          </a:r>
          <a:endParaRPr lang="fr-FR" dirty="0"/>
        </a:p>
      </dgm:t>
    </dgm:pt>
    <dgm:pt modelId="{49E2DC80-BF73-4428-A00F-5F39EF0F8C57}" type="parTrans" cxnId="{32C5F88A-8BB4-4ADB-BD09-606FF7990B32}">
      <dgm:prSet/>
      <dgm:spPr/>
      <dgm:t>
        <a:bodyPr/>
        <a:lstStyle/>
        <a:p>
          <a:endParaRPr lang="fr-FR"/>
        </a:p>
      </dgm:t>
    </dgm:pt>
    <dgm:pt modelId="{F4D63BCA-27EC-45C9-A9DC-0558FADBD1F4}" type="sibTrans" cxnId="{32C5F88A-8BB4-4ADB-BD09-606FF7990B32}">
      <dgm:prSet/>
      <dgm:spPr/>
      <dgm:t>
        <a:bodyPr/>
        <a:lstStyle/>
        <a:p>
          <a:endParaRPr lang="fr-FR"/>
        </a:p>
      </dgm:t>
    </dgm:pt>
    <dgm:pt modelId="{86190804-C798-4D74-A945-00E0F0061E7D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Analyse cognitive</a:t>
          </a:r>
          <a:endParaRPr lang="fr-FR" dirty="0"/>
        </a:p>
      </dgm:t>
    </dgm:pt>
    <dgm:pt modelId="{18821DA0-02D9-4170-B348-3BF55452CD19}" type="parTrans" cxnId="{FE2B2C2E-A154-4463-B651-3E771E3C0FB6}">
      <dgm:prSet/>
      <dgm:spPr/>
      <dgm:t>
        <a:bodyPr/>
        <a:lstStyle/>
        <a:p>
          <a:endParaRPr lang="fr-FR"/>
        </a:p>
      </dgm:t>
    </dgm:pt>
    <dgm:pt modelId="{048298C8-2684-4A3A-B11A-40C38FC7AC10}" type="sibTrans" cxnId="{FE2B2C2E-A154-4463-B651-3E771E3C0FB6}">
      <dgm:prSet/>
      <dgm:spPr/>
      <dgm:t>
        <a:bodyPr/>
        <a:lstStyle/>
        <a:p>
          <a:endParaRPr lang="fr-FR"/>
        </a:p>
      </dgm:t>
    </dgm:pt>
    <dgm:pt modelId="{12D0A71A-8EA5-4CDF-ACBC-93827ABA764B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Prototype et amélioration</a:t>
          </a:r>
          <a:endParaRPr lang="fr-FR" dirty="0"/>
        </a:p>
      </dgm:t>
    </dgm:pt>
    <dgm:pt modelId="{31A2D8B2-8372-4186-9C71-B8A2684F12FA}" type="parTrans" cxnId="{C34CEB52-51C2-413A-BE07-4B373D5322EF}">
      <dgm:prSet/>
      <dgm:spPr/>
      <dgm:t>
        <a:bodyPr/>
        <a:lstStyle/>
        <a:p>
          <a:endParaRPr lang="fr-FR"/>
        </a:p>
      </dgm:t>
    </dgm:pt>
    <dgm:pt modelId="{1CF8D868-512D-4195-B252-FAB9CFC1F069}" type="sibTrans" cxnId="{C34CEB52-51C2-413A-BE07-4B373D5322EF}">
      <dgm:prSet/>
      <dgm:spPr/>
      <dgm:t>
        <a:bodyPr/>
        <a:lstStyle/>
        <a:p>
          <a:endParaRPr lang="fr-FR"/>
        </a:p>
      </dgm:t>
    </dgm:pt>
    <dgm:pt modelId="{89326826-250E-4422-BEE1-17FE83042396}" type="pres">
      <dgm:prSet presAssocID="{8D0D27DB-17C8-4933-B440-269A0A6B046B}" presName="Name0" presStyleCnt="0">
        <dgm:presLayoutVars>
          <dgm:dir/>
          <dgm:animLvl val="lvl"/>
          <dgm:resizeHandles val="exact"/>
        </dgm:presLayoutVars>
      </dgm:prSet>
      <dgm:spPr/>
    </dgm:pt>
    <dgm:pt modelId="{467ED3BA-AFFE-4B93-8B3E-C0A0089E1B2A}" type="pres">
      <dgm:prSet presAssocID="{C44E4557-4B8D-4B7D-B11E-573E83C92551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B6CCD52-631D-40EC-A29D-EF905DCD2980}" type="pres">
      <dgm:prSet presAssocID="{CF5C36AD-D3D4-4D00-9528-447D5CAD980D}" presName="parTxOnlySpace" presStyleCnt="0"/>
      <dgm:spPr/>
    </dgm:pt>
    <dgm:pt modelId="{008ACFDA-1B9C-48A0-B214-E31E872FC6D0}" type="pres">
      <dgm:prSet presAssocID="{4AFFD6A4-9242-4842-B48B-70AF50DF3D5E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7AAFF36-03C1-424D-BB2C-AF4DA7052CA5}" type="pres">
      <dgm:prSet presAssocID="{0402D23D-4116-4D81-8B6A-CAF0F3A8331B}" presName="parTxOnlySpace" presStyleCnt="0"/>
      <dgm:spPr/>
    </dgm:pt>
    <dgm:pt modelId="{B181F8EE-A344-42D4-85F0-379A6F9A3E09}" type="pres">
      <dgm:prSet presAssocID="{A358BBB2-B0D8-410C-97E4-9F87503E986D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8A8CDF3-4952-46F7-97C7-87B88213ADAD}" type="pres">
      <dgm:prSet presAssocID="{3BB3B16D-0AFE-4FB4-AFC0-A41F5AB0CDCD}" presName="parTxOnlySpace" presStyleCnt="0"/>
      <dgm:spPr/>
    </dgm:pt>
    <dgm:pt modelId="{EDDECF90-8BB3-4DA1-8C8C-78182594AEC0}" type="pres">
      <dgm:prSet presAssocID="{86190804-C798-4D74-A945-00E0F0061E7D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89026C8-5A6F-4443-941E-58AB4AD879FA}" type="pres">
      <dgm:prSet presAssocID="{048298C8-2684-4A3A-B11A-40C38FC7AC10}" presName="parTxOnlySpace" presStyleCnt="0"/>
      <dgm:spPr/>
    </dgm:pt>
    <dgm:pt modelId="{82CE2AD6-5168-45A8-91B7-2F6D8199806B}" type="pres">
      <dgm:prSet presAssocID="{12D0A71A-8EA5-4CDF-ACBC-93827ABA764B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57CF87D-BEF3-4AC1-AD2C-ECA6FA53FC82}" type="pres">
      <dgm:prSet presAssocID="{1CF8D868-512D-4195-B252-FAB9CFC1F069}" presName="parTxOnlySpace" presStyleCnt="0"/>
      <dgm:spPr/>
    </dgm:pt>
    <dgm:pt modelId="{5EB3262C-3F8F-4B2C-BED6-9F445658E96D}" type="pres">
      <dgm:prSet presAssocID="{0294B60E-6ED8-4B51-A839-8C985CE64225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D87B92F2-4B78-4C72-A7B6-1B85AE931590}" srcId="{8D0D27DB-17C8-4933-B440-269A0A6B046B}" destId="{A358BBB2-B0D8-410C-97E4-9F87503E986D}" srcOrd="2" destOrd="0" parTransId="{38624BCE-AC19-4242-9589-59FF9826AA78}" sibTransId="{3BB3B16D-0AFE-4FB4-AFC0-A41F5AB0CDCD}"/>
    <dgm:cxn modelId="{92CCB197-4F18-4BB0-9E33-A8CB7EB3255C}" type="presOf" srcId="{8D0D27DB-17C8-4933-B440-269A0A6B046B}" destId="{89326826-250E-4422-BEE1-17FE83042396}" srcOrd="0" destOrd="0" presId="urn:microsoft.com/office/officeart/2005/8/layout/chevron1"/>
    <dgm:cxn modelId="{45954E23-9572-426C-A821-AB956A93E307}" srcId="{8D0D27DB-17C8-4933-B440-269A0A6B046B}" destId="{C44E4557-4B8D-4B7D-B11E-573E83C92551}" srcOrd="0" destOrd="0" parTransId="{6B38CB67-CA6D-40EF-8104-352248E147DF}" sibTransId="{CF5C36AD-D3D4-4D00-9528-447D5CAD980D}"/>
    <dgm:cxn modelId="{7F488E24-6087-4594-8CB1-195C45FE11C3}" type="presOf" srcId="{12D0A71A-8EA5-4CDF-ACBC-93827ABA764B}" destId="{82CE2AD6-5168-45A8-91B7-2F6D8199806B}" srcOrd="0" destOrd="0" presId="urn:microsoft.com/office/officeart/2005/8/layout/chevron1"/>
    <dgm:cxn modelId="{49B1589C-8E16-41B7-8DE7-6696D5B0E97C}" type="presOf" srcId="{0294B60E-6ED8-4B51-A839-8C985CE64225}" destId="{5EB3262C-3F8F-4B2C-BED6-9F445658E96D}" srcOrd="0" destOrd="0" presId="urn:microsoft.com/office/officeart/2005/8/layout/chevron1"/>
    <dgm:cxn modelId="{9FB473CA-736F-4F5D-9BB5-32C4D4B5C227}" type="presOf" srcId="{A358BBB2-B0D8-410C-97E4-9F87503E986D}" destId="{B181F8EE-A344-42D4-85F0-379A6F9A3E09}" srcOrd="0" destOrd="0" presId="urn:microsoft.com/office/officeart/2005/8/layout/chevron1"/>
    <dgm:cxn modelId="{6C37FFBE-F027-4198-A92D-9A2A6AC7935F}" type="presOf" srcId="{4AFFD6A4-9242-4842-B48B-70AF50DF3D5E}" destId="{008ACFDA-1B9C-48A0-B214-E31E872FC6D0}" srcOrd="0" destOrd="0" presId="urn:microsoft.com/office/officeart/2005/8/layout/chevron1"/>
    <dgm:cxn modelId="{11B42A54-FDD3-4D92-8839-13671E137B87}" type="presOf" srcId="{C44E4557-4B8D-4B7D-B11E-573E83C92551}" destId="{467ED3BA-AFFE-4B93-8B3E-C0A0089E1B2A}" srcOrd="0" destOrd="0" presId="urn:microsoft.com/office/officeart/2005/8/layout/chevron1"/>
    <dgm:cxn modelId="{32C5F88A-8BB4-4ADB-BD09-606FF7990B32}" srcId="{8D0D27DB-17C8-4933-B440-269A0A6B046B}" destId="{0294B60E-6ED8-4B51-A839-8C985CE64225}" srcOrd="5" destOrd="0" parTransId="{49E2DC80-BF73-4428-A00F-5F39EF0F8C57}" sibTransId="{F4D63BCA-27EC-45C9-A9DC-0558FADBD1F4}"/>
    <dgm:cxn modelId="{FE2B2C2E-A154-4463-B651-3E771E3C0FB6}" srcId="{8D0D27DB-17C8-4933-B440-269A0A6B046B}" destId="{86190804-C798-4D74-A945-00E0F0061E7D}" srcOrd="3" destOrd="0" parTransId="{18821DA0-02D9-4170-B348-3BF55452CD19}" sibTransId="{048298C8-2684-4A3A-B11A-40C38FC7AC10}"/>
    <dgm:cxn modelId="{952ECF7A-7E74-44DD-B42D-1F656DD0A9EE}" srcId="{8D0D27DB-17C8-4933-B440-269A0A6B046B}" destId="{4AFFD6A4-9242-4842-B48B-70AF50DF3D5E}" srcOrd="1" destOrd="0" parTransId="{D4F4099E-087F-41F3-ACC1-96E26ECF460E}" sibTransId="{0402D23D-4116-4D81-8B6A-CAF0F3A8331B}"/>
    <dgm:cxn modelId="{C34CEB52-51C2-413A-BE07-4B373D5322EF}" srcId="{8D0D27DB-17C8-4933-B440-269A0A6B046B}" destId="{12D0A71A-8EA5-4CDF-ACBC-93827ABA764B}" srcOrd="4" destOrd="0" parTransId="{31A2D8B2-8372-4186-9C71-B8A2684F12FA}" sibTransId="{1CF8D868-512D-4195-B252-FAB9CFC1F069}"/>
    <dgm:cxn modelId="{8D03432B-5A58-426B-A2D1-2D835DD86035}" type="presOf" srcId="{86190804-C798-4D74-A945-00E0F0061E7D}" destId="{EDDECF90-8BB3-4DA1-8C8C-78182594AEC0}" srcOrd="0" destOrd="0" presId="urn:microsoft.com/office/officeart/2005/8/layout/chevron1"/>
    <dgm:cxn modelId="{91551F63-5C16-41E6-9B5A-9F1B571A6E26}" type="presParOf" srcId="{89326826-250E-4422-BEE1-17FE83042396}" destId="{467ED3BA-AFFE-4B93-8B3E-C0A0089E1B2A}" srcOrd="0" destOrd="0" presId="urn:microsoft.com/office/officeart/2005/8/layout/chevron1"/>
    <dgm:cxn modelId="{CD83B3EB-2A99-4EF4-A9BD-B660756C5913}" type="presParOf" srcId="{89326826-250E-4422-BEE1-17FE83042396}" destId="{2B6CCD52-631D-40EC-A29D-EF905DCD2980}" srcOrd="1" destOrd="0" presId="urn:microsoft.com/office/officeart/2005/8/layout/chevron1"/>
    <dgm:cxn modelId="{D2BCE809-0B11-46E4-8A25-E73437F5B1E6}" type="presParOf" srcId="{89326826-250E-4422-BEE1-17FE83042396}" destId="{008ACFDA-1B9C-48A0-B214-E31E872FC6D0}" srcOrd="2" destOrd="0" presId="urn:microsoft.com/office/officeart/2005/8/layout/chevron1"/>
    <dgm:cxn modelId="{B671F9C2-A6C6-4ECE-82D0-A448AC40AA41}" type="presParOf" srcId="{89326826-250E-4422-BEE1-17FE83042396}" destId="{B7AAFF36-03C1-424D-BB2C-AF4DA7052CA5}" srcOrd="3" destOrd="0" presId="urn:microsoft.com/office/officeart/2005/8/layout/chevron1"/>
    <dgm:cxn modelId="{F2EB445B-65CD-4B52-B78F-11BDB2CE384F}" type="presParOf" srcId="{89326826-250E-4422-BEE1-17FE83042396}" destId="{B181F8EE-A344-42D4-85F0-379A6F9A3E09}" srcOrd="4" destOrd="0" presId="urn:microsoft.com/office/officeart/2005/8/layout/chevron1"/>
    <dgm:cxn modelId="{955CF82E-78B0-4BE2-855E-8DE29F09E60A}" type="presParOf" srcId="{89326826-250E-4422-BEE1-17FE83042396}" destId="{D8A8CDF3-4952-46F7-97C7-87B88213ADAD}" srcOrd="5" destOrd="0" presId="urn:microsoft.com/office/officeart/2005/8/layout/chevron1"/>
    <dgm:cxn modelId="{7116F1B0-DC64-4DD8-BD41-11F69265F6F8}" type="presParOf" srcId="{89326826-250E-4422-BEE1-17FE83042396}" destId="{EDDECF90-8BB3-4DA1-8C8C-78182594AEC0}" srcOrd="6" destOrd="0" presId="urn:microsoft.com/office/officeart/2005/8/layout/chevron1"/>
    <dgm:cxn modelId="{8EB9B383-1C48-47D4-855E-F9DCB38269F1}" type="presParOf" srcId="{89326826-250E-4422-BEE1-17FE83042396}" destId="{889026C8-5A6F-4443-941E-58AB4AD879FA}" srcOrd="7" destOrd="0" presId="urn:microsoft.com/office/officeart/2005/8/layout/chevron1"/>
    <dgm:cxn modelId="{DD3585D2-A7DD-4F2E-973D-1D2BC75E5EB4}" type="presParOf" srcId="{89326826-250E-4422-BEE1-17FE83042396}" destId="{82CE2AD6-5168-45A8-91B7-2F6D8199806B}" srcOrd="8" destOrd="0" presId="urn:microsoft.com/office/officeart/2005/8/layout/chevron1"/>
    <dgm:cxn modelId="{7275306F-60B7-48F3-A4AE-C3D49F904754}" type="presParOf" srcId="{89326826-250E-4422-BEE1-17FE83042396}" destId="{857CF87D-BEF3-4AC1-AD2C-ECA6FA53FC82}" srcOrd="9" destOrd="0" presId="urn:microsoft.com/office/officeart/2005/8/layout/chevron1"/>
    <dgm:cxn modelId="{C7CDD2E2-D75B-4194-B7DE-9D8B532F92E1}" type="presParOf" srcId="{89326826-250E-4422-BEE1-17FE83042396}" destId="{5EB3262C-3F8F-4B2C-BED6-9F445658E96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8D0D27DB-17C8-4933-B440-269A0A6B046B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C44E4557-4B8D-4B7D-B11E-573E83C92551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Introduction</a:t>
          </a:r>
          <a:endParaRPr lang="fr-FR" dirty="0"/>
        </a:p>
      </dgm:t>
    </dgm:pt>
    <dgm:pt modelId="{6B38CB67-CA6D-40EF-8104-352248E147DF}" type="parTrans" cxnId="{45954E23-9572-426C-A821-AB956A93E307}">
      <dgm:prSet/>
      <dgm:spPr/>
      <dgm:t>
        <a:bodyPr/>
        <a:lstStyle/>
        <a:p>
          <a:endParaRPr lang="fr-FR"/>
        </a:p>
      </dgm:t>
    </dgm:pt>
    <dgm:pt modelId="{CF5C36AD-D3D4-4D00-9528-447D5CAD980D}" type="sibTrans" cxnId="{45954E23-9572-426C-A821-AB956A93E307}">
      <dgm:prSet/>
      <dgm:spPr/>
      <dgm:t>
        <a:bodyPr/>
        <a:lstStyle/>
        <a:p>
          <a:endParaRPr lang="fr-FR"/>
        </a:p>
      </dgm:t>
    </dgm:pt>
    <dgm:pt modelId="{4AFFD6A4-9242-4842-B48B-70AF50DF3D5E}">
      <dgm:prSet phldrT="[Texte]"/>
      <dgm:spPr>
        <a:solidFill>
          <a:srgbClr val="0070C0"/>
        </a:solidFill>
        <a:ln>
          <a:solidFill>
            <a:schemeClr val="accent2"/>
          </a:solidFill>
        </a:ln>
      </dgm:spPr>
      <dgm:t>
        <a:bodyPr/>
        <a:lstStyle/>
        <a:p>
          <a:r>
            <a:rPr lang="fr-FR" dirty="0" smtClean="0"/>
            <a:t>Analyse de la situation</a:t>
          </a:r>
          <a:endParaRPr lang="fr-FR" dirty="0"/>
        </a:p>
      </dgm:t>
    </dgm:pt>
    <dgm:pt modelId="{D4F4099E-087F-41F3-ACC1-96E26ECF460E}" type="parTrans" cxnId="{952ECF7A-7E74-44DD-B42D-1F656DD0A9EE}">
      <dgm:prSet/>
      <dgm:spPr/>
      <dgm:t>
        <a:bodyPr/>
        <a:lstStyle/>
        <a:p>
          <a:endParaRPr lang="fr-FR"/>
        </a:p>
      </dgm:t>
    </dgm:pt>
    <dgm:pt modelId="{0402D23D-4116-4D81-8B6A-CAF0F3A8331B}" type="sibTrans" cxnId="{952ECF7A-7E74-44DD-B42D-1F656DD0A9EE}">
      <dgm:prSet/>
      <dgm:spPr/>
      <dgm:t>
        <a:bodyPr/>
        <a:lstStyle/>
        <a:p>
          <a:endParaRPr lang="fr-FR"/>
        </a:p>
      </dgm:t>
    </dgm:pt>
    <dgm:pt modelId="{A358BBB2-B0D8-410C-97E4-9F87503E986D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Tests utilisateurs</a:t>
          </a:r>
          <a:endParaRPr lang="fr-FR" dirty="0"/>
        </a:p>
      </dgm:t>
    </dgm:pt>
    <dgm:pt modelId="{38624BCE-AC19-4242-9589-59FF9826AA78}" type="parTrans" cxnId="{D87B92F2-4B78-4C72-A7B6-1B85AE931590}">
      <dgm:prSet/>
      <dgm:spPr/>
      <dgm:t>
        <a:bodyPr/>
        <a:lstStyle/>
        <a:p>
          <a:endParaRPr lang="fr-FR"/>
        </a:p>
      </dgm:t>
    </dgm:pt>
    <dgm:pt modelId="{3BB3B16D-0AFE-4FB4-AFC0-A41F5AB0CDCD}" type="sibTrans" cxnId="{D87B92F2-4B78-4C72-A7B6-1B85AE931590}">
      <dgm:prSet/>
      <dgm:spPr/>
      <dgm:t>
        <a:bodyPr/>
        <a:lstStyle/>
        <a:p>
          <a:endParaRPr lang="fr-FR"/>
        </a:p>
      </dgm:t>
    </dgm:pt>
    <dgm:pt modelId="{0294B60E-6ED8-4B51-A839-8C985CE64225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Conclusion et recommandations</a:t>
          </a:r>
          <a:endParaRPr lang="fr-FR" dirty="0"/>
        </a:p>
      </dgm:t>
    </dgm:pt>
    <dgm:pt modelId="{49E2DC80-BF73-4428-A00F-5F39EF0F8C57}" type="parTrans" cxnId="{32C5F88A-8BB4-4ADB-BD09-606FF7990B32}">
      <dgm:prSet/>
      <dgm:spPr/>
      <dgm:t>
        <a:bodyPr/>
        <a:lstStyle/>
        <a:p>
          <a:endParaRPr lang="fr-FR"/>
        </a:p>
      </dgm:t>
    </dgm:pt>
    <dgm:pt modelId="{F4D63BCA-27EC-45C9-A9DC-0558FADBD1F4}" type="sibTrans" cxnId="{32C5F88A-8BB4-4ADB-BD09-606FF7990B32}">
      <dgm:prSet/>
      <dgm:spPr/>
      <dgm:t>
        <a:bodyPr/>
        <a:lstStyle/>
        <a:p>
          <a:endParaRPr lang="fr-FR"/>
        </a:p>
      </dgm:t>
    </dgm:pt>
    <dgm:pt modelId="{86190804-C798-4D74-A945-00E0F0061E7D}">
      <dgm:prSet phldrT="[Texte]"/>
      <dgm:spPr>
        <a:solidFill>
          <a:schemeClr val="accent2"/>
        </a:solidFill>
      </dgm:spPr>
      <dgm:t>
        <a:bodyPr/>
        <a:lstStyle/>
        <a:p>
          <a:r>
            <a:rPr lang="fr-FR" dirty="0" smtClean="0"/>
            <a:t>Analyse cognitive</a:t>
          </a:r>
          <a:endParaRPr lang="fr-FR" dirty="0"/>
        </a:p>
      </dgm:t>
    </dgm:pt>
    <dgm:pt modelId="{18821DA0-02D9-4170-B348-3BF55452CD19}" type="parTrans" cxnId="{FE2B2C2E-A154-4463-B651-3E771E3C0FB6}">
      <dgm:prSet/>
      <dgm:spPr/>
      <dgm:t>
        <a:bodyPr/>
        <a:lstStyle/>
        <a:p>
          <a:endParaRPr lang="fr-FR"/>
        </a:p>
      </dgm:t>
    </dgm:pt>
    <dgm:pt modelId="{048298C8-2684-4A3A-B11A-40C38FC7AC10}" type="sibTrans" cxnId="{FE2B2C2E-A154-4463-B651-3E771E3C0FB6}">
      <dgm:prSet/>
      <dgm:spPr/>
      <dgm:t>
        <a:bodyPr/>
        <a:lstStyle/>
        <a:p>
          <a:endParaRPr lang="fr-FR"/>
        </a:p>
      </dgm:t>
    </dgm:pt>
    <dgm:pt modelId="{12D0A71A-8EA5-4CDF-ACBC-93827ABA764B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Prototype et amélioration</a:t>
          </a:r>
          <a:endParaRPr lang="fr-FR" dirty="0"/>
        </a:p>
      </dgm:t>
    </dgm:pt>
    <dgm:pt modelId="{31A2D8B2-8372-4186-9C71-B8A2684F12FA}" type="parTrans" cxnId="{C34CEB52-51C2-413A-BE07-4B373D5322EF}">
      <dgm:prSet/>
      <dgm:spPr/>
      <dgm:t>
        <a:bodyPr/>
        <a:lstStyle/>
        <a:p>
          <a:endParaRPr lang="fr-FR"/>
        </a:p>
      </dgm:t>
    </dgm:pt>
    <dgm:pt modelId="{1CF8D868-512D-4195-B252-FAB9CFC1F069}" type="sibTrans" cxnId="{C34CEB52-51C2-413A-BE07-4B373D5322EF}">
      <dgm:prSet/>
      <dgm:spPr/>
      <dgm:t>
        <a:bodyPr/>
        <a:lstStyle/>
        <a:p>
          <a:endParaRPr lang="fr-FR"/>
        </a:p>
      </dgm:t>
    </dgm:pt>
    <dgm:pt modelId="{89326826-250E-4422-BEE1-17FE83042396}" type="pres">
      <dgm:prSet presAssocID="{8D0D27DB-17C8-4933-B440-269A0A6B046B}" presName="Name0" presStyleCnt="0">
        <dgm:presLayoutVars>
          <dgm:dir/>
          <dgm:animLvl val="lvl"/>
          <dgm:resizeHandles val="exact"/>
        </dgm:presLayoutVars>
      </dgm:prSet>
      <dgm:spPr/>
    </dgm:pt>
    <dgm:pt modelId="{467ED3BA-AFFE-4B93-8B3E-C0A0089E1B2A}" type="pres">
      <dgm:prSet presAssocID="{C44E4557-4B8D-4B7D-B11E-573E83C92551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B6CCD52-631D-40EC-A29D-EF905DCD2980}" type="pres">
      <dgm:prSet presAssocID="{CF5C36AD-D3D4-4D00-9528-447D5CAD980D}" presName="parTxOnlySpace" presStyleCnt="0"/>
      <dgm:spPr/>
    </dgm:pt>
    <dgm:pt modelId="{008ACFDA-1B9C-48A0-B214-E31E872FC6D0}" type="pres">
      <dgm:prSet presAssocID="{4AFFD6A4-9242-4842-B48B-70AF50DF3D5E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7AAFF36-03C1-424D-BB2C-AF4DA7052CA5}" type="pres">
      <dgm:prSet presAssocID="{0402D23D-4116-4D81-8B6A-CAF0F3A8331B}" presName="parTxOnlySpace" presStyleCnt="0"/>
      <dgm:spPr/>
    </dgm:pt>
    <dgm:pt modelId="{B181F8EE-A344-42D4-85F0-379A6F9A3E09}" type="pres">
      <dgm:prSet presAssocID="{A358BBB2-B0D8-410C-97E4-9F87503E986D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8A8CDF3-4952-46F7-97C7-87B88213ADAD}" type="pres">
      <dgm:prSet presAssocID="{3BB3B16D-0AFE-4FB4-AFC0-A41F5AB0CDCD}" presName="parTxOnlySpace" presStyleCnt="0"/>
      <dgm:spPr/>
    </dgm:pt>
    <dgm:pt modelId="{EDDECF90-8BB3-4DA1-8C8C-78182594AEC0}" type="pres">
      <dgm:prSet presAssocID="{86190804-C798-4D74-A945-00E0F0061E7D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89026C8-5A6F-4443-941E-58AB4AD879FA}" type="pres">
      <dgm:prSet presAssocID="{048298C8-2684-4A3A-B11A-40C38FC7AC10}" presName="parTxOnlySpace" presStyleCnt="0"/>
      <dgm:spPr/>
    </dgm:pt>
    <dgm:pt modelId="{82CE2AD6-5168-45A8-91B7-2F6D8199806B}" type="pres">
      <dgm:prSet presAssocID="{12D0A71A-8EA5-4CDF-ACBC-93827ABA764B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57CF87D-BEF3-4AC1-AD2C-ECA6FA53FC82}" type="pres">
      <dgm:prSet presAssocID="{1CF8D868-512D-4195-B252-FAB9CFC1F069}" presName="parTxOnlySpace" presStyleCnt="0"/>
      <dgm:spPr/>
    </dgm:pt>
    <dgm:pt modelId="{5EB3262C-3F8F-4B2C-BED6-9F445658E96D}" type="pres">
      <dgm:prSet presAssocID="{0294B60E-6ED8-4B51-A839-8C985CE64225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D87B92F2-4B78-4C72-A7B6-1B85AE931590}" srcId="{8D0D27DB-17C8-4933-B440-269A0A6B046B}" destId="{A358BBB2-B0D8-410C-97E4-9F87503E986D}" srcOrd="2" destOrd="0" parTransId="{38624BCE-AC19-4242-9589-59FF9826AA78}" sibTransId="{3BB3B16D-0AFE-4FB4-AFC0-A41F5AB0CDCD}"/>
    <dgm:cxn modelId="{92CCB197-4F18-4BB0-9E33-A8CB7EB3255C}" type="presOf" srcId="{8D0D27DB-17C8-4933-B440-269A0A6B046B}" destId="{89326826-250E-4422-BEE1-17FE83042396}" srcOrd="0" destOrd="0" presId="urn:microsoft.com/office/officeart/2005/8/layout/chevron1"/>
    <dgm:cxn modelId="{45954E23-9572-426C-A821-AB956A93E307}" srcId="{8D0D27DB-17C8-4933-B440-269A0A6B046B}" destId="{C44E4557-4B8D-4B7D-B11E-573E83C92551}" srcOrd="0" destOrd="0" parTransId="{6B38CB67-CA6D-40EF-8104-352248E147DF}" sibTransId="{CF5C36AD-D3D4-4D00-9528-447D5CAD980D}"/>
    <dgm:cxn modelId="{7F488E24-6087-4594-8CB1-195C45FE11C3}" type="presOf" srcId="{12D0A71A-8EA5-4CDF-ACBC-93827ABA764B}" destId="{82CE2AD6-5168-45A8-91B7-2F6D8199806B}" srcOrd="0" destOrd="0" presId="urn:microsoft.com/office/officeart/2005/8/layout/chevron1"/>
    <dgm:cxn modelId="{49B1589C-8E16-41B7-8DE7-6696D5B0E97C}" type="presOf" srcId="{0294B60E-6ED8-4B51-A839-8C985CE64225}" destId="{5EB3262C-3F8F-4B2C-BED6-9F445658E96D}" srcOrd="0" destOrd="0" presId="urn:microsoft.com/office/officeart/2005/8/layout/chevron1"/>
    <dgm:cxn modelId="{9FB473CA-736F-4F5D-9BB5-32C4D4B5C227}" type="presOf" srcId="{A358BBB2-B0D8-410C-97E4-9F87503E986D}" destId="{B181F8EE-A344-42D4-85F0-379A6F9A3E09}" srcOrd="0" destOrd="0" presId="urn:microsoft.com/office/officeart/2005/8/layout/chevron1"/>
    <dgm:cxn modelId="{6C37FFBE-F027-4198-A92D-9A2A6AC7935F}" type="presOf" srcId="{4AFFD6A4-9242-4842-B48B-70AF50DF3D5E}" destId="{008ACFDA-1B9C-48A0-B214-E31E872FC6D0}" srcOrd="0" destOrd="0" presId="urn:microsoft.com/office/officeart/2005/8/layout/chevron1"/>
    <dgm:cxn modelId="{11B42A54-FDD3-4D92-8839-13671E137B87}" type="presOf" srcId="{C44E4557-4B8D-4B7D-B11E-573E83C92551}" destId="{467ED3BA-AFFE-4B93-8B3E-C0A0089E1B2A}" srcOrd="0" destOrd="0" presId="urn:microsoft.com/office/officeart/2005/8/layout/chevron1"/>
    <dgm:cxn modelId="{32C5F88A-8BB4-4ADB-BD09-606FF7990B32}" srcId="{8D0D27DB-17C8-4933-B440-269A0A6B046B}" destId="{0294B60E-6ED8-4B51-A839-8C985CE64225}" srcOrd="5" destOrd="0" parTransId="{49E2DC80-BF73-4428-A00F-5F39EF0F8C57}" sibTransId="{F4D63BCA-27EC-45C9-A9DC-0558FADBD1F4}"/>
    <dgm:cxn modelId="{FE2B2C2E-A154-4463-B651-3E771E3C0FB6}" srcId="{8D0D27DB-17C8-4933-B440-269A0A6B046B}" destId="{86190804-C798-4D74-A945-00E0F0061E7D}" srcOrd="3" destOrd="0" parTransId="{18821DA0-02D9-4170-B348-3BF55452CD19}" sibTransId="{048298C8-2684-4A3A-B11A-40C38FC7AC10}"/>
    <dgm:cxn modelId="{952ECF7A-7E74-44DD-B42D-1F656DD0A9EE}" srcId="{8D0D27DB-17C8-4933-B440-269A0A6B046B}" destId="{4AFFD6A4-9242-4842-B48B-70AF50DF3D5E}" srcOrd="1" destOrd="0" parTransId="{D4F4099E-087F-41F3-ACC1-96E26ECF460E}" sibTransId="{0402D23D-4116-4D81-8B6A-CAF0F3A8331B}"/>
    <dgm:cxn modelId="{C34CEB52-51C2-413A-BE07-4B373D5322EF}" srcId="{8D0D27DB-17C8-4933-B440-269A0A6B046B}" destId="{12D0A71A-8EA5-4CDF-ACBC-93827ABA764B}" srcOrd="4" destOrd="0" parTransId="{31A2D8B2-8372-4186-9C71-B8A2684F12FA}" sibTransId="{1CF8D868-512D-4195-B252-FAB9CFC1F069}"/>
    <dgm:cxn modelId="{8D03432B-5A58-426B-A2D1-2D835DD86035}" type="presOf" srcId="{86190804-C798-4D74-A945-00E0F0061E7D}" destId="{EDDECF90-8BB3-4DA1-8C8C-78182594AEC0}" srcOrd="0" destOrd="0" presId="urn:microsoft.com/office/officeart/2005/8/layout/chevron1"/>
    <dgm:cxn modelId="{91551F63-5C16-41E6-9B5A-9F1B571A6E26}" type="presParOf" srcId="{89326826-250E-4422-BEE1-17FE83042396}" destId="{467ED3BA-AFFE-4B93-8B3E-C0A0089E1B2A}" srcOrd="0" destOrd="0" presId="urn:microsoft.com/office/officeart/2005/8/layout/chevron1"/>
    <dgm:cxn modelId="{CD83B3EB-2A99-4EF4-A9BD-B660756C5913}" type="presParOf" srcId="{89326826-250E-4422-BEE1-17FE83042396}" destId="{2B6CCD52-631D-40EC-A29D-EF905DCD2980}" srcOrd="1" destOrd="0" presId="urn:microsoft.com/office/officeart/2005/8/layout/chevron1"/>
    <dgm:cxn modelId="{D2BCE809-0B11-46E4-8A25-E73437F5B1E6}" type="presParOf" srcId="{89326826-250E-4422-BEE1-17FE83042396}" destId="{008ACFDA-1B9C-48A0-B214-E31E872FC6D0}" srcOrd="2" destOrd="0" presId="urn:microsoft.com/office/officeart/2005/8/layout/chevron1"/>
    <dgm:cxn modelId="{B671F9C2-A6C6-4ECE-82D0-A448AC40AA41}" type="presParOf" srcId="{89326826-250E-4422-BEE1-17FE83042396}" destId="{B7AAFF36-03C1-424D-BB2C-AF4DA7052CA5}" srcOrd="3" destOrd="0" presId="urn:microsoft.com/office/officeart/2005/8/layout/chevron1"/>
    <dgm:cxn modelId="{F2EB445B-65CD-4B52-B78F-11BDB2CE384F}" type="presParOf" srcId="{89326826-250E-4422-BEE1-17FE83042396}" destId="{B181F8EE-A344-42D4-85F0-379A6F9A3E09}" srcOrd="4" destOrd="0" presId="urn:microsoft.com/office/officeart/2005/8/layout/chevron1"/>
    <dgm:cxn modelId="{955CF82E-78B0-4BE2-855E-8DE29F09E60A}" type="presParOf" srcId="{89326826-250E-4422-BEE1-17FE83042396}" destId="{D8A8CDF3-4952-46F7-97C7-87B88213ADAD}" srcOrd="5" destOrd="0" presId="urn:microsoft.com/office/officeart/2005/8/layout/chevron1"/>
    <dgm:cxn modelId="{7116F1B0-DC64-4DD8-BD41-11F69265F6F8}" type="presParOf" srcId="{89326826-250E-4422-BEE1-17FE83042396}" destId="{EDDECF90-8BB3-4DA1-8C8C-78182594AEC0}" srcOrd="6" destOrd="0" presId="urn:microsoft.com/office/officeart/2005/8/layout/chevron1"/>
    <dgm:cxn modelId="{8EB9B383-1C48-47D4-855E-F9DCB38269F1}" type="presParOf" srcId="{89326826-250E-4422-BEE1-17FE83042396}" destId="{889026C8-5A6F-4443-941E-58AB4AD879FA}" srcOrd="7" destOrd="0" presId="urn:microsoft.com/office/officeart/2005/8/layout/chevron1"/>
    <dgm:cxn modelId="{DD3585D2-A7DD-4F2E-973D-1D2BC75E5EB4}" type="presParOf" srcId="{89326826-250E-4422-BEE1-17FE83042396}" destId="{82CE2AD6-5168-45A8-91B7-2F6D8199806B}" srcOrd="8" destOrd="0" presId="urn:microsoft.com/office/officeart/2005/8/layout/chevron1"/>
    <dgm:cxn modelId="{7275306F-60B7-48F3-A4AE-C3D49F904754}" type="presParOf" srcId="{89326826-250E-4422-BEE1-17FE83042396}" destId="{857CF87D-BEF3-4AC1-AD2C-ECA6FA53FC82}" srcOrd="9" destOrd="0" presId="urn:microsoft.com/office/officeart/2005/8/layout/chevron1"/>
    <dgm:cxn modelId="{C7CDD2E2-D75B-4194-B7DE-9D8B532F92E1}" type="presParOf" srcId="{89326826-250E-4422-BEE1-17FE83042396}" destId="{5EB3262C-3F8F-4B2C-BED6-9F445658E96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8D0D27DB-17C8-4933-B440-269A0A6B046B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C44E4557-4B8D-4B7D-B11E-573E83C92551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Introduction</a:t>
          </a:r>
          <a:endParaRPr lang="fr-FR" dirty="0"/>
        </a:p>
      </dgm:t>
    </dgm:pt>
    <dgm:pt modelId="{6B38CB67-CA6D-40EF-8104-352248E147DF}" type="parTrans" cxnId="{45954E23-9572-426C-A821-AB956A93E307}">
      <dgm:prSet/>
      <dgm:spPr/>
      <dgm:t>
        <a:bodyPr/>
        <a:lstStyle/>
        <a:p>
          <a:endParaRPr lang="fr-FR"/>
        </a:p>
      </dgm:t>
    </dgm:pt>
    <dgm:pt modelId="{CF5C36AD-D3D4-4D00-9528-447D5CAD980D}" type="sibTrans" cxnId="{45954E23-9572-426C-A821-AB956A93E307}">
      <dgm:prSet/>
      <dgm:spPr/>
      <dgm:t>
        <a:bodyPr/>
        <a:lstStyle/>
        <a:p>
          <a:endParaRPr lang="fr-FR"/>
        </a:p>
      </dgm:t>
    </dgm:pt>
    <dgm:pt modelId="{4AFFD6A4-9242-4842-B48B-70AF50DF3D5E}">
      <dgm:prSet phldrT="[Texte]"/>
      <dgm:spPr>
        <a:solidFill>
          <a:srgbClr val="0070C0"/>
        </a:solidFill>
        <a:ln>
          <a:solidFill>
            <a:schemeClr val="accent2"/>
          </a:solidFill>
        </a:ln>
      </dgm:spPr>
      <dgm:t>
        <a:bodyPr/>
        <a:lstStyle/>
        <a:p>
          <a:r>
            <a:rPr lang="fr-FR" dirty="0" smtClean="0"/>
            <a:t>Analyse de la situation</a:t>
          </a:r>
          <a:endParaRPr lang="fr-FR" dirty="0"/>
        </a:p>
      </dgm:t>
    </dgm:pt>
    <dgm:pt modelId="{D4F4099E-087F-41F3-ACC1-96E26ECF460E}" type="parTrans" cxnId="{952ECF7A-7E74-44DD-B42D-1F656DD0A9EE}">
      <dgm:prSet/>
      <dgm:spPr/>
      <dgm:t>
        <a:bodyPr/>
        <a:lstStyle/>
        <a:p>
          <a:endParaRPr lang="fr-FR"/>
        </a:p>
      </dgm:t>
    </dgm:pt>
    <dgm:pt modelId="{0402D23D-4116-4D81-8B6A-CAF0F3A8331B}" type="sibTrans" cxnId="{952ECF7A-7E74-44DD-B42D-1F656DD0A9EE}">
      <dgm:prSet/>
      <dgm:spPr/>
      <dgm:t>
        <a:bodyPr/>
        <a:lstStyle/>
        <a:p>
          <a:endParaRPr lang="fr-FR"/>
        </a:p>
      </dgm:t>
    </dgm:pt>
    <dgm:pt modelId="{A358BBB2-B0D8-410C-97E4-9F87503E986D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Tests utilisateurs</a:t>
          </a:r>
          <a:endParaRPr lang="fr-FR" dirty="0"/>
        </a:p>
      </dgm:t>
    </dgm:pt>
    <dgm:pt modelId="{38624BCE-AC19-4242-9589-59FF9826AA78}" type="parTrans" cxnId="{D87B92F2-4B78-4C72-A7B6-1B85AE931590}">
      <dgm:prSet/>
      <dgm:spPr/>
      <dgm:t>
        <a:bodyPr/>
        <a:lstStyle/>
        <a:p>
          <a:endParaRPr lang="fr-FR"/>
        </a:p>
      </dgm:t>
    </dgm:pt>
    <dgm:pt modelId="{3BB3B16D-0AFE-4FB4-AFC0-A41F5AB0CDCD}" type="sibTrans" cxnId="{D87B92F2-4B78-4C72-A7B6-1B85AE931590}">
      <dgm:prSet/>
      <dgm:spPr/>
      <dgm:t>
        <a:bodyPr/>
        <a:lstStyle/>
        <a:p>
          <a:endParaRPr lang="fr-FR"/>
        </a:p>
      </dgm:t>
    </dgm:pt>
    <dgm:pt modelId="{0294B60E-6ED8-4B51-A839-8C985CE64225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Conclusion et recommandations</a:t>
          </a:r>
          <a:endParaRPr lang="fr-FR" dirty="0"/>
        </a:p>
      </dgm:t>
    </dgm:pt>
    <dgm:pt modelId="{49E2DC80-BF73-4428-A00F-5F39EF0F8C57}" type="parTrans" cxnId="{32C5F88A-8BB4-4ADB-BD09-606FF7990B32}">
      <dgm:prSet/>
      <dgm:spPr/>
      <dgm:t>
        <a:bodyPr/>
        <a:lstStyle/>
        <a:p>
          <a:endParaRPr lang="fr-FR"/>
        </a:p>
      </dgm:t>
    </dgm:pt>
    <dgm:pt modelId="{F4D63BCA-27EC-45C9-A9DC-0558FADBD1F4}" type="sibTrans" cxnId="{32C5F88A-8BB4-4ADB-BD09-606FF7990B32}">
      <dgm:prSet/>
      <dgm:spPr/>
      <dgm:t>
        <a:bodyPr/>
        <a:lstStyle/>
        <a:p>
          <a:endParaRPr lang="fr-FR"/>
        </a:p>
      </dgm:t>
    </dgm:pt>
    <dgm:pt modelId="{86190804-C798-4D74-A945-00E0F0061E7D}">
      <dgm:prSet phldrT="[Texte]"/>
      <dgm:spPr>
        <a:solidFill>
          <a:schemeClr val="accent2"/>
        </a:solidFill>
      </dgm:spPr>
      <dgm:t>
        <a:bodyPr/>
        <a:lstStyle/>
        <a:p>
          <a:r>
            <a:rPr lang="fr-FR" dirty="0" smtClean="0"/>
            <a:t>Analyse cognitive</a:t>
          </a:r>
          <a:endParaRPr lang="fr-FR" dirty="0"/>
        </a:p>
      </dgm:t>
    </dgm:pt>
    <dgm:pt modelId="{18821DA0-02D9-4170-B348-3BF55452CD19}" type="parTrans" cxnId="{FE2B2C2E-A154-4463-B651-3E771E3C0FB6}">
      <dgm:prSet/>
      <dgm:spPr/>
      <dgm:t>
        <a:bodyPr/>
        <a:lstStyle/>
        <a:p>
          <a:endParaRPr lang="fr-FR"/>
        </a:p>
      </dgm:t>
    </dgm:pt>
    <dgm:pt modelId="{048298C8-2684-4A3A-B11A-40C38FC7AC10}" type="sibTrans" cxnId="{FE2B2C2E-A154-4463-B651-3E771E3C0FB6}">
      <dgm:prSet/>
      <dgm:spPr/>
      <dgm:t>
        <a:bodyPr/>
        <a:lstStyle/>
        <a:p>
          <a:endParaRPr lang="fr-FR"/>
        </a:p>
      </dgm:t>
    </dgm:pt>
    <dgm:pt modelId="{12D0A71A-8EA5-4CDF-ACBC-93827ABA764B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Prototype et amélioration</a:t>
          </a:r>
          <a:endParaRPr lang="fr-FR" dirty="0"/>
        </a:p>
      </dgm:t>
    </dgm:pt>
    <dgm:pt modelId="{31A2D8B2-8372-4186-9C71-B8A2684F12FA}" type="parTrans" cxnId="{C34CEB52-51C2-413A-BE07-4B373D5322EF}">
      <dgm:prSet/>
      <dgm:spPr/>
      <dgm:t>
        <a:bodyPr/>
        <a:lstStyle/>
        <a:p>
          <a:endParaRPr lang="fr-FR"/>
        </a:p>
      </dgm:t>
    </dgm:pt>
    <dgm:pt modelId="{1CF8D868-512D-4195-B252-FAB9CFC1F069}" type="sibTrans" cxnId="{C34CEB52-51C2-413A-BE07-4B373D5322EF}">
      <dgm:prSet/>
      <dgm:spPr/>
      <dgm:t>
        <a:bodyPr/>
        <a:lstStyle/>
        <a:p>
          <a:endParaRPr lang="fr-FR"/>
        </a:p>
      </dgm:t>
    </dgm:pt>
    <dgm:pt modelId="{89326826-250E-4422-BEE1-17FE83042396}" type="pres">
      <dgm:prSet presAssocID="{8D0D27DB-17C8-4933-B440-269A0A6B046B}" presName="Name0" presStyleCnt="0">
        <dgm:presLayoutVars>
          <dgm:dir/>
          <dgm:animLvl val="lvl"/>
          <dgm:resizeHandles val="exact"/>
        </dgm:presLayoutVars>
      </dgm:prSet>
      <dgm:spPr/>
    </dgm:pt>
    <dgm:pt modelId="{467ED3BA-AFFE-4B93-8B3E-C0A0089E1B2A}" type="pres">
      <dgm:prSet presAssocID="{C44E4557-4B8D-4B7D-B11E-573E83C92551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B6CCD52-631D-40EC-A29D-EF905DCD2980}" type="pres">
      <dgm:prSet presAssocID="{CF5C36AD-D3D4-4D00-9528-447D5CAD980D}" presName="parTxOnlySpace" presStyleCnt="0"/>
      <dgm:spPr/>
    </dgm:pt>
    <dgm:pt modelId="{008ACFDA-1B9C-48A0-B214-E31E872FC6D0}" type="pres">
      <dgm:prSet presAssocID="{4AFFD6A4-9242-4842-B48B-70AF50DF3D5E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7AAFF36-03C1-424D-BB2C-AF4DA7052CA5}" type="pres">
      <dgm:prSet presAssocID="{0402D23D-4116-4D81-8B6A-CAF0F3A8331B}" presName="parTxOnlySpace" presStyleCnt="0"/>
      <dgm:spPr/>
    </dgm:pt>
    <dgm:pt modelId="{B181F8EE-A344-42D4-85F0-379A6F9A3E09}" type="pres">
      <dgm:prSet presAssocID="{A358BBB2-B0D8-410C-97E4-9F87503E986D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8A8CDF3-4952-46F7-97C7-87B88213ADAD}" type="pres">
      <dgm:prSet presAssocID="{3BB3B16D-0AFE-4FB4-AFC0-A41F5AB0CDCD}" presName="parTxOnlySpace" presStyleCnt="0"/>
      <dgm:spPr/>
    </dgm:pt>
    <dgm:pt modelId="{EDDECF90-8BB3-4DA1-8C8C-78182594AEC0}" type="pres">
      <dgm:prSet presAssocID="{86190804-C798-4D74-A945-00E0F0061E7D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89026C8-5A6F-4443-941E-58AB4AD879FA}" type="pres">
      <dgm:prSet presAssocID="{048298C8-2684-4A3A-B11A-40C38FC7AC10}" presName="parTxOnlySpace" presStyleCnt="0"/>
      <dgm:spPr/>
    </dgm:pt>
    <dgm:pt modelId="{82CE2AD6-5168-45A8-91B7-2F6D8199806B}" type="pres">
      <dgm:prSet presAssocID="{12D0A71A-8EA5-4CDF-ACBC-93827ABA764B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57CF87D-BEF3-4AC1-AD2C-ECA6FA53FC82}" type="pres">
      <dgm:prSet presAssocID="{1CF8D868-512D-4195-B252-FAB9CFC1F069}" presName="parTxOnlySpace" presStyleCnt="0"/>
      <dgm:spPr/>
    </dgm:pt>
    <dgm:pt modelId="{5EB3262C-3F8F-4B2C-BED6-9F445658E96D}" type="pres">
      <dgm:prSet presAssocID="{0294B60E-6ED8-4B51-A839-8C985CE64225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D87B92F2-4B78-4C72-A7B6-1B85AE931590}" srcId="{8D0D27DB-17C8-4933-B440-269A0A6B046B}" destId="{A358BBB2-B0D8-410C-97E4-9F87503E986D}" srcOrd="2" destOrd="0" parTransId="{38624BCE-AC19-4242-9589-59FF9826AA78}" sibTransId="{3BB3B16D-0AFE-4FB4-AFC0-A41F5AB0CDCD}"/>
    <dgm:cxn modelId="{92CCB197-4F18-4BB0-9E33-A8CB7EB3255C}" type="presOf" srcId="{8D0D27DB-17C8-4933-B440-269A0A6B046B}" destId="{89326826-250E-4422-BEE1-17FE83042396}" srcOrd="0" destOrd="0" presId="urn:microsoft.com/office/officeart/2005/8/layout/chevron1"/>
    <dgm:cxn modelId="{45954E23-9572-426C-A821-AB956A93E307}" srcId="{8D0D27DB-17C8-4933-B440-269A0A6B046B}" destId="{C44E4557-4B8D-4B7D-B11E-573E83C92551}" srcOrd="0" destOrd="0" parTransId="{6B38CB67-CA6D-40EF-8104-352248E147DF}" sibTransId="{CF5C36AD-D3D4-4D00-9528-447D5CAD980D}"/>
    <dgm:cxn modelId="{7F488E24-6087-4594-8CB1-195C45FE11C3}" type="presOf" srcId="{12D0A71A-8EA5-4CDF-ACBC-93827ABA764B}" destId="{82CE2AD6-5168-45A8-91B7-2F6D8199806B}" srcOrd="0" destOrd="0" presId="urn:microsoft.com/office/officeart/2005/8/layout/chevron1"/>
    <dgm:cxn modelId="{49B1589C-8E16-41B7-8DE7-6696D5B0E97C}" type="presOf" srcId="{0294B60E-6ED8-4B51-A839-8C985CE64225}" destId="{5EB3262C-3F8F-4B2C-BED6-9F445658E96D}" srcOrd="0" destOrd="0" presId="urn:microsoft.com/office/officeart/2005/8/layout/chevron1"/>
    <dgm:cxn modelId="{9FB473CA-736F-4F5D-9BB5-32C4D4B5C227}" type="presOf" srcId="{A358BBB2-B0D8-410C-97E4-9F87503E986D}" destId="{B181F8EE-A344-42D4-85F0-379A6F9A3E09}" srcOrd="0" destOrd="0" presId="urn:microsoft.com/office/officeart/2005/8/layout/chevron1"/>
    <dgm:cxn modelId="{6C37FFBE-F027-4198-A92D-9A2A6AC7935F}" type="presOf" srcId="{4AFFD6A4-9242-4842-B48B-70AF50DF3D5E}" destId="{008ACFDA-1B9C-48A0-B214-E31E872FC6D0}" srcOrd="0" destOrd="0" presId="urn:microsoft.com/office/officeart/2005/8/layout/chevron1"/>
    <dgm:cxn modelId="{11B42A54-FDD3-4D92-8839-13671E137B87}" type="presOf" srcId="{C44E4557-4B8D-4B7D-B11E-573E83C92551}" destId="{467ED3BA-AFFE-4B93-8B3E-C0A0089E1B2A}" srcOrd="0" destOrd="0" presId="urn:microsoft.com/office/officeart/2005/8/layout/chevron1"/>
    <dgm:cxn modelId="{32C5F88A-8BB4-4ADB-BD09-606FF7990B32}" srcId="{8D0D27DB-17C8-4933-B440-269A0A6B046B}" destId="{0294B60E-6ED8-4B51-A839-8C985CE64225}" srcOrd="5" destOrd="0" parTransId="{49E2DC80-BF73-4428-A00F-5F39EF0F8C57}" sibTransId="{F4D63BCA-27EC-45C9-A9DC-0558FADBD1F4}"/>
    <dgm:cxn modelId="{FE2B2C2E-A154-4463-B651-3E771E3C0FB6}" srcId="{8D0D27DB-17C8-4933-B440-269A0A6B046B}" destId="{86190804-C798-4D74-A945-00E0F0061E7D}" srcOrd="3" destOrd="0" parTransId="{18821DA0-02D9-4170-B348-3BF55452CD19}" sibTransId="{048298C8-2684-4A3A-B11A-40C38FC7AC10}"/>
    <dgm:cxn modelId="{952ECF7A-7E74-44DD-B42D-1F656DD0A9EE}" srcId="{8D0D27DB-17C8-4933-B440-269A0A6B046B}" destId="{4AFFD6A4-9242-4842-B48B-70AF50DF3D5E}" srcOrd="1" destOrd="0" parTransId="{D4F4099E-087F-41F3-ACC1-96E26ECF460E}" sibTransId="{0402D23D-4116-4D81-8B6A-CAF0F3A8331B}"/>
    <dgm:cxn modelId="{C34CEB52-51C2-413A-BE07-4B373D5322EF}" srcId="{8D0D27DB-17C8-4933-B440-269A0A6B046B}" destId="{12D0A71A-8EA5-4CDF-ACBC-93827ABA764B}" srcOrd="4" destOrd="0" parTransId="{31A2D8B2-8372-4186-9C71-B8A2684F12FA}" sibTransId="{1CF8D868-512D-4195-B252-FAB9CFC1F069}"/>
    <dgm:cxn modelId="{8D03432B-5A58-426B-A2D1-2D835DD86035}" type="presOf" srcId="{86190804-C798-4D74-A945-00E0F0061E7D}" destId="{EDDECF90-8BB3-4DA1-8C8C-78182594AEC0}" srcOrd="0" destOrd="0" presId="urn:microsoft.com/office/officeart/2005/8/layout/chevron1"/>
    <dgm:cxn modelId="{91551F63-5C16-41E6-9B5A-9F1B571A6E26}" type="presParOf" srcId="{89326826-250E-4422-BEE1-17FE83042396}" destId="{467ED3BA-AFFE-4B93-8B3E-C0A0089E1B2A}" srcOrd="0" destOrd="0" presId="urn:microsoft.com/office/officeart/2005/8/layout/chevron1"/>
    <dgm:cxn modelId="{CD83B3EB-2A99-4EF4-A9BD-B660756C5913}" type="presParOf" srcId="{89326826-250E-4422-BEE1-17FE83042396}" destId="{2B6CCD52-631D-40EC-A29D-EF905DCD2980}" srcOrd="1" destOrd="0" presId="urn:microsoft.com/office/officeart/2005/8/layout/chevron1"/>
    <dgm:cxn modelId="{D2BCE809-0B11-46E4-8A25-E73437F5B1E6}" type="presParOf" srcId="{89326826-250E-4422-BEE1-17FE83042396}" destId="{008ACFDA-1B9C-48A0-B214-E31E872FC6D0}" srcOrd="2" destOrd="0" presId="urn:microsoft.com/office/officeart/2005/8/layout/chevron1"/>
    <dgm:cxn modelId="{B671F9C2-A6C6-4ECE-82D0-A448AC40AA41}" type="presParOf" srcId="{89326826-250E-4422-BEE1-17FE83042396}" destId="{B7AAFF36-03C1-424D-BB2C-AF4DA7052CA5}" srcOrd="3" destOrd="0" presId="urn:microsoft.com/office/officeart/2005/8/layout/chevron1"/>
    <dgm:cxn modelId="{F2EB445B-65CD-4B52-B78F-11BDB2CE384F}" type="presParOf" srcId="{89326826-250E-4422-BEE1-17FE83042396}" destId="{B181F8EE-A344-42D4-85F0-379A6F9A3E09}" srcOrd="4" destOrd="0" presId="urn:microsoft.com/office/officeart/2005/8/layout/chevron1"/>
    <dgm:cxn modelId="{955CF82E-78B0-4BE2-855E-8DE29F09E60A}" type="presParOf" srcId="{89326826-250E-4422-BEE1-17FE83042396}" destId="{D8A8CDF3-4952-46F7-97C7-87B88213ADAD}" srcOrd="5" destOrd="0" presId="urn:microsoft.com/office/officeart/2005/8/layout/chevron1"/>
    <dgm:cxn modelId="{7116F1B0-DC64-4DD8-BD41-11F69265F6F8}" type="presParOf" srcId="{89326826-250E-4422-BEE1-17FE83042396}" destId="{EDDECF90-8BB3-4DA1-8C8C-78182594AEC0}" srcOrd="6" destOrd="0" presId="urn:microsoft.com/office/officeart/2005/8/layout/chevron1"/>
    <dgm:cxn modelId="{8EB9B383-1C48-47D4-855E-F9DCB38269F1}" type="presParOf" srcId="{89326826-250E-4422-BEE1-17FE83042396}" destId="{889026C8-5A6F-4443-941E-58AB4AD879FA}" srcOrd="7" destOrd="0" presId="urn:microsoft.com/office/officeart/2005/8/layout/chevron1"/>
    <dgm:cxn modelId="{DD3585D2-A7DD-4F2E-973D-1D2BC75E5EB4}" type="presParOf" srcId="{89326826-250E-4422-BEE1-17FE83042396}" destId="{82CE2AD6-5168-45A8-91B7-2F6D8199806B}" srcOrd="8" destOrd="0" presId="urn:microsoft.com/office/officeart/2005/8/layout/chevron1"/>
    <dgm:cxn modelId="{7275306F-60B7-48F3-A4AE-C3D49F904754}" type="presParOf" srcId="{89326826-250E-4422-BEE1-17FE83042396}" destId="{857CF87D-BEF3-4AC1-AD2C-ECA6FA53FC82}" srcOrd="9" destOrd="0" presId="urn:microsoft.com/office/officeart/2005/8/layout/chevron1"/>
    <dgm:cxn modelId="{C7CDD2E2-D75B-4194-B7DE-9D8B532F92E1}" type="presParOf" srcId="{89326826-250E-4422-BEE1-17FE83042396}" destId="{5EB3262C-3F8F-4B2C-BED6-9F445658E96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8D0D27DB-17C8-4933-B440-269A0A6B046B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C44E4557-4B8D-4B7D-B11E-573E83C92551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Introduction</a:t>
          </a:r>
          <a:endParaRPr lang="fr-FR" dirty="0"/>
        </a:p>
      </dgm:t>
    </dgm:pt>
    <dgm:pt modelId="{6B38CB67-CA6D-40EF-8104-352248E147DF}" type="parTrans" cxnId="{45954E23-9572-426C-A821-AB956A93E307}">
      <dgm:prSet/>
      <dgm:spPr/>
      <dgm:t>
        <a:bodyPr/>
        <a:lstStyle/>
        <a:p>
          <a:endParaRPr lang="fr-FR"/>
        </a:p>
      </dgm:t>
    </dgm:pt>
    <dgm:pt modelId="{CF5C36AD-D3D4-4D00-9528-447D5CAD980D}" type="sibTrans" cxnId="{45954E23-9572-426C-A821-AB956A93E307}">
      <dgm:prSet/>
      <dgm:spPr/>
      <dgm:t>
        <a:bodyPr/>
        <a:lstStyle/>
        <a:p>
          <a:endParaRPr lang="fr-FR"/>
        </a:p>
      </dgm:t>
    </dgm:pt>
    <dgm:pt modelId="{4AFFD6A4-9242-4842-B48B-70AF50DF3D5E}">
      <dgm:prSet phldrT="[Texte]"/>
      <dgm:spPr>
        <a:solidFill>
          <a:srgbClr val="0070C0"/>
        </a:solidFill>
        <a:ln>
          <a:solidFill>
            <a:schemeClr val="accent2"/>
          </a:solidFill>
        </a:ln>
      </dgm:spPr>
      <dgm:t>
        <a:bodyPr/>
        <a:lstStyle/>
        <a:p>
          <a:r>
            <a:rPr lang="fr-FR" dirty="0" smtClean="0"/>
            <a:t>Analyse de la situation</a:t>
          </a:r>
          <a:endParaRPr lang="fr-FR" dirty="0"/>
        </a:p>
      </dgm:t>
    </dgm:pt>
    <dgm:pt modelId="{D4F4099E-087F-41F3-ACC1-96E26ECF460E}" type="parTrans" cxnId="{952ECF7A-7E74-44DD-B42D-1F656DD0A9EE}">
      <dgm:prSet/>
      <dgm:spPr/>
      <dgm:t>
        <a:bodyPr/>
        <a:lstStyle/>
        <a:p>
          <a:endParaRPr lang="fr-FR"/>
        </a:p>
      </dgm:t>
    </dgm:pt>
    <dgm:pt modelId="{0402D23D-4116-4D81-8B6A-CAF0F3A8331B}" type="sibTrans" cxnId="{952ECF7A-7E74-44DD-B42D-1F656DD0A9EE}">
      <dgm:prSet/>
      <dgm:spPr/>
      <dgm:t>
        <a:bodyPr/>
        <a:lstStyle/>
        <a:p>
          <a:endParaRPr lang="fr-FR"/>
        </a:p>
      </dgm:t>
    </dgm:pt>
    <dgm:pt modelId="{A358BBB2-B0D8-410C-97E4-9F87503E986D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Tests utilisateurs</a:t>
          </a:r>
          <a:endParaRPr lang="fr-FR" dirty="0"/>
        </a:p>
      </dgm:t>
    </dgm:pt>
    <dgm:pt modelId="{38624BCE-AC19-4242-9589-59FF9826AA78}" type="parTrans" cxnId="{D87B92F2-4B78-4C72-A7B6-1B85AE931590}">
      <dgm:prSet/>
      <dgm:spPr/>
      <dgm:t>
        <a:bodyPr/>
        <a:lstStyle/>
        <a:p>
          <a:endParaRPr lang="fr-FR"/>
        </a:p>
      </dgm:t>
    </dgm:pt>
    <dgm:pt modelId="{3BB3B16D-0AFE-4FB4-AFC0-A41F5AB0CDCD}" type="sibTrans" cxnId="{D87B92F2-4B78-4C72-A7B6-1B85AE931590}">
      <dgm:prSet/>
      <dgm:spPr/>
      <dgm:t>
        <a:bodyPr/>
        <a:lstStyle/>
        <a:p>
          <a:endParaRPr lang="fr-FR"/>
        </a:p>
      </dgm:t>
    </dgm:pt>
    <dgm:pt modelId="{0294B60E-6ED8-4B51-A839-8C985CE64225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Conclusion et recommandations</a:t>
          </a:r>
          <a:endParaRPr lang="fr-FR" dirty="0"/>
        </a:p>
      </dgm:t>
    </dgm:pt>
    <dgm:pt modelId="{49E2DC80-BF73-4428-A00F-5F39EF0F8C57}" type="parTrans" cxnId="{32C5F88A-8BB4-4ADB-BD09-606FF7990B32}">
      <dgm:prSet/>
      <dgm:spPr/>
      <dgm:t>
        <a:bodyPr/>
        <a:lstStyle/>
        <a:p>
          <a:endParaRPr lang="fr-FR"/>
        </a:p>
      </dgm:t>
    </dgm:pt>
    <dgm:pt modelId="{F4D63BCA-27EC-45C9-A9DC-0558FADBD1F4}" type="sibTrans" cxnId="{32C5F88A-8BB4-4ADB-BD09-606FF7990B32}">
      <dgm:prSet/>
      <dgm:spPr/>
      <dgm:t>
        <a:bodyPr/>
        <a:lstStyle/>
        <a:p>
          <a:endParaRPr lang="fr-FR"/>
        </a:p>
      </dgm:t>
    </dgm:pt>
    <dgm:pt modelId="{86190804-C798-4D74-A945-00E0F0061E7D}">
      <dgm:prSet phldrT="[Texte]"/>
      <dgm:spPr>
        <a:solidFill>
          <a:schemeClr val="accent2"/>
        </a:solidFill>
      </dgm:spPr>
      <dgm:t>
        <a:bodyPr/>
        <a:lstStyle/>
        <a:p>
          <a:r>
            <a:rPr lang="fr-FR" dirty="0" smtClean="0"/>
            <a:t>Analyse cognitive</a:t>
          </a:r>
          <a:endParaRPr lang="fr-FR" dirty="0"/>
        </a:p>
      </dgm:t>
    </dgm:pt>
    <dgm:pt modelId="{18821DA0-02D9-4170-B348-3BF55452CD19}" type="parTrans" cxnId="{FE2B2C2E-A154-4463-B651-3E771E3C0FB6}">
      <dgm:prSet/>
      <dgm:spPr/>
      <dgm:t>
        <a:bodyPr/>
        <a:lstStyle/>
        <a:p>
          <a:endParaRPr lang="fr-FR"/>
        </a:p>
      </dgm:t>
    </dgm:pt>
    <dgm:pt modelId="{048298C8-2684-4A3A-B11A-40C38FC7AC10}" type="sibTrans" cxnId="{FE2B2C2E-A154-4463-B651-3E771E3C0FB6}">
      <dgm:prSet/>
      <dgm:spPr/>
      <dgm:t>
        <a:bodyPr/>
        <a:lstStyle/>
        <a:p>
          <a:endParaRPr lang="fr-FR"/>
        </a:p>
      </dgm:t>
    </dgm:pt>
    <dgm:pt modelId="{12D0A71A-8EA5-4CDF-ACBC-93827ABA764B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Prototype et amélioration</a:t>
          </a:r>
          <a:endParaRPr lang="fr-FR" dirty="0"/>
        </a:p>
      </dgm:t>
    </dgm:pt>
    <dgm:pt modelId="{31A2D8B2-8372-4186-9C71-B8A2684F12FA}" type="parTrans" cxnId="{C34CEB52-51C2-413A-BE07-4B373D5322EF}">
      <dgm:prSet/>
      <dgm:spPr/>
      <dgm:t>
        <a:bodyPr/>
        <a:lstStyle/>
        <a:p>
          <a:endParaRPr lang="fr-FR"/>
        </a:p>
      </dgm:t>
    </dgm:pt>
    <dgm:pt modelId="{1CF8D868-512D-4195-B252-FAB9CFC1F069}" type="sibTrans" cxnId="{C34CEB52-51C2-413A-BE07-4B373D5322EF}">
      <dgm:prSet/>
      <dgm:spPr/>
      <dgm:t>
        <a:bodyPr/>
        <a:lstStyle/>
        <a:p>
          <a:endParaRPr lang="fr-FR"/>
        </a:p>
      </dgm:t>
    </dgm:pt>
    <dgm:pt modelId="{89326826-250E-4422-BEE1-17FE83042396}" type="pres">
      <dgm:prSet presAssocID="{8D0D27DB-17C8-4933-B440-269A0A6B046B}" presName="Name0" presStyleCnt="0">
        <dgm:presLayoutVars>
          <dgm:dir/>
          <dgm:animLvl val="lvl"/>
          <dgm:resizeHandles val="exact"/>
        </dgm:presLayoutVars>
      </dgm:prSet>
      <dgm:spPr/>
    </dgm:pt>
    <dgm:pt modelId="{467ED3BA-AFFE-4B93-8B3E-C0A0089E1B2A}" type="pres">
      <dgm:prSet presAssocID="{C44E4557-4B8D-4B7D-B11E-573E83C92551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B6CCD52-631D-40EC-A29D-EF905DCD2980}" type="pres">
      <dgm:prSet presAssocID="{CF5C36AD-D3D4-4D00-9528-447D5CAD980D}" presName="parTxOnlySpace" presStyleCnt="0"/>
      <dgm:spPr/>
    </dgm:pt>
    <dgm:pt modelId="{008ACFDA-1B9C-48A0-B214-E31E872FC6D0}" type="pres">
      <dgm:prSet presAssocID="{4AFFD6A4-9242-4842-B48B-70AF50DF3D5E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7AAFF36-03C1-424D-BB2C-AF4DA7052CA5}" type="pres">
      <dgm:prSet presAssocID="{0402D23D-4116-4D81-8B6A-CAF0F3A8331B}" presName="parTxOnlySpace" presStyleCnt="0"/>
      <dgm:spPr/>
    </dgm:pt>
    <dgm:pt modelId="{B181F8EE-A344-42D4-85F0-379A6F9A3E09}" type="pres">
      <dgm:prSet presAssocID="{A358BBB2-B0D8-410C-97E4-9F87503E986D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8A8CDF3-4952-46F7-97C7-87B88213ADAD}" type="pres">
      <dgm:prSet presAssocID="{3BB3B16D-0AFE-4FB4-AFC0-A41F5AB0CDCD}" presName="parTxOnlySpace" presStyleCnt="0"/>
      <dgm:spPr/>
    </dgm:pt>
    <dgm:pt modelId="{EDDECF90-8BB3-4DA1-8C8C-78182594AEC0}" type="pres">
      <dgm:prSet presAssocID="{86190804-C798-4D74-A945-00E0F0061E7D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89026C8-5A6F-4443-941E-58AB4AD879FA}" type="pres">
      <dgm:prSet presAssocID="{048298C8-2684-4A3A-B11A-40C38FC7AC10}" presName="parTxOnlySpace" presStyleCnt="0"/>
      <dgm:spPr/>
    </dgm:pt>
    <dgm:pt modelId="{82CE2AD6-5168-45A8-91B7-2F6D8199806B}" type="pres">
      <dgm:prSet presAssocID="{12D0A71A-8EA5-4CDF-ACBC-93827ABA764B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57CF87D-BEF3-4AC1-AD2C-ECA6FA53FC82}" type="pres">
      <dgm:prSet presAssocID="{1CF8D868-512D-4195-B252-FAB9CFC1F069}" presName="parTxOnlySpace" presStyleCnt="0"/>
      <dgm:spPr/>
    </dgm:pt>
    <dgm:pt modelId="{5EB3262C-3F8F-4B2C-BED6-9F445658E96D}" type="pres">
      <dgm:prSet presAssocID="{0294B60E-6ED8-4B51-A839-8C985CE64225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D87B92F2-4B78-4C72-A7B6-1B85AE931590}" srcId="{8D0D27DB-17C8-4933-B440-269A0A6B046B}" destId="{A358BBB2-B0D8-410C-97E4-9F87503E986D}" srcOrd="2" destOrd="0" parTransId="{38624BCE-AC19-4242-9589-59FF9826AA78}" sibTransId="{3BB3B16D-0AFE-4FB4-AFC0-A41F5AB0CDCD}"/>
    <dgm:cxn modelId="{92CCB197-4F18-4BB0-9E33-A8CB7EB3255C}" type="presOf" srcId="{8D0D27DB-17C8-4933-B440-269A0A6B046B}" destId="{89326826-250E-4422-BEE1-17FE83042396}" srcOrd="0" destOrd="0" presId="urn:microsoft.com/office/officeart/2005/8/layout/chevron1"/>
    <dgm:cxn modelId="{45954E23-9572-426C-A821-AB956A93E307}" srcId="{8D0D27DB-17C8-4933-B440-269A0A6B046B}" destId="{C44E4557-4B8D-4B7D-B11E-573E83C92551}" srcOrd="0" destOrd="0" parTransId="{6B38CB67-CA6D-40EF-8104-352248E147DF}" sibTransId="{CF5C36AD-D3D4-4D00-9528-447D5CAD980D}"/>
    <dgm:cxn modelId="{7F488E24-6087-4594-8CB1-195C45FE11C3}" type="presOf" srcId="{12D0A71A-8EA5-4CDF-ACBC-93827ABA764B}" destId="{82CE2AD6-5168-45A8-91B7-2F6D8199806B}" srcOrd="0" destOrd="0" presId="urn:microsoft.com/office/officeart/2005/8/layout/chevron1"/>
    <dgm:cxn modelId="{49B1589C-8E16-41B7-8DE7-6696D5B0E97C}" type="presOf" srcId="{0294B60E-6ED8-4B51-A839-8C985CE64225}" destId="{5EB3262C-3F8F-4B2C-BED6-9F445658E96D}" srcOrd="0" destOrd="0" presId="urn:microsoft.com/office/officeart/2005/8/layout/chevron1"/>
    <dgm:cxn modelId="{9FB473CA-736F-4F5D-9BB5-32C4D4B5C227}" type="presOf" srcId="{A358BBB2-B0D8-410C-97E4-9F87503E986D}" destId="{B181F8EE-A344-42D4-85F0-379A6F9A3E09}" srcOrd="0" destOrd="0" presId="urn:microsoft.com/office/officeart/2005/8/layout/chevron1"/>
    <dgm:cxn modelId="{6C37FFBE-F027-4198-A92D-9A2A6AC7935F}" type="presOf" srcId="{4AFFD6A4-9242-4842-B48B-70AF50DF3D5E}" destId="{008ACFDA-1B9C-48A0-B214-E31E872FC6D0}" srcOrd="0" destOrd="0" presId="urn:microsoft.com/office/officeart/2005/8/layout/chevron1"/>
    <dgm:cxn modelId="{11B42A54-FDD3-4D92-8839-13671E137B87}" type="presOf" srcId="{C44E4557-4B8D-4B7D-B11E-573E83C92551}" destId="{467ED3BA-AFFE-4B93-8B3E-C0A0089E1B2A}" srcOrd="0" destOrd="0" presId="urn:microsoft.com/office/officeart/2005/8/layout/chevron1"/>
    <dgm:cxn modelId="{32C5F88A-8BB4-4ADB-BD09-606FF7990B32}" srcId="{8D0D27DB-17C8-4933-B440-269A0A6B046B}" destId="{0294B60E-6ED8-4B51-A839-8C985CE64225}" srcOrd="5" destOrd="0" parTransId="{49E2DC80-BF73-4428-A00F-5F39EF0F8C57}" sibTransId="{F4D63BCA-27EC-45C9-A9DC-0558FADBD1F4}"/>
    <dgm:cxn modelId="{FE2B2C2E-A154-4463-B651-3E771E3C0FB6}" srcId="{8D0D27DB-17C8-4933-B440-269A0A6B046B}" destId="{86190804-C798-4D74-A945-00E0F0061E7D}" srcOrd="3" destOrd="0" parTransId="{18821DA0-02D9-4170-B348-3BF55452CD19}" sibTransId="{048298C8-2684-4A3A-B11A-40C38FC7AC10}"/>
    <dgm:cxn modelId="{952ECF7A-7E74-44DD-B42D-1F656DD0A9EE}" srcId="{8D0D27DB-17C8-4933-B440-269A0A6B046B}" destId="{4AFFD6A4-9242-4842-B48B-70AF50DF3D5E}" srcOrd="1" destOrd="0" parTransId="{D4F4099E-087F-41F3-ACC1-96E26ECF460E}" sibTransId="{0402D23D-4116-4D81-8B6A-CAF0F3A8331B}"/>
    <dgm:cxn modelId="{C34CEB52-51C2-413A-BE07-4B373D5322EF}" srcId="{8D0D27DB-17C8-4933-B440-269A0A6B046B}" destId="{12D0A71A-8EA5-4CDF-ACBC-93827ABA764B}" srcOrd="4" destOrd="0" parTransId="{31A2D8B2-8372-4186-9C71-B8A2684F12FA}" sibTransId="{1CF8D868-512D-4195-B252-FAB9CFC1F069}"/>
    <dgm:cxn modelId="{8D03432B-5A58-426B-A2D1-2D835DD86035}" type="presOf" srcId="{86190804-C798-4D74-A945-00E0F0061E7D}" destId="{EDDECF90-8BB3-4DA1-8C8C-78182594AEC0}" srcOrd="0" destOrd="0" presId="urn:microsoft.com/office/officeart/2005/8/layout/chevron1"/>
    <dgm:cxn modelId="{91551F63-5C16-41E6-9B5A-9F1B571A6E26}" type="presParOf" srcId="{89326826-250E-4422-BEE1-17FE83042396}" destId="{467ED3BA-AFFE-4B93-8B3E-C0A0089E1B2A}" srcOrd="0" destOrd="0" presId="urn:microsoft.com/office/officeart/2005/8/layout/chevron1"/>
    <dgm:cxn modelId="{CD83B3EB-2A99-4EF4-A9BD-B660756C5913}" type="presParOf" srcId="{89326826-250E-4422-BEE1-17FE83042396}" destId="{2B6CCD52-631D-40EC-A29D-EF905DCD2980}" srcOrd="1" destOrd="0" presId="urn:microsoft.com/office/officeart/2005/8/layout/chevron1"/>
    <dgm:cxn modelId="{D2BCE809-0B11-46E4-8A25-E73437F5B1E6}" type="presParOf" srcId="{89326826-250E-4422-BEE1-17FE83042396}" destId="{008ACFDA-1B9C-48A0-B214-E31E872FC6D0}" srcOrd="2" destOrd="0" presId="urn:microsoft.com/office/officeart/2005/8/layout/chevron1"/>
    <dgm:cxn modelId="{B671F9C2-A6C6-4ECE-82D0-A448AC40AA41}" type="presParOf" srcId="{89326826-250E-4422-BEE1-17FE83042396}" destId="{B7AAFF36-03C1-424D-BB2C-AF4DA7052CA5}" srcOrd="3" destOrd="0" presId="urn:microsoft.com/office/officeart/2005/8/layout/chevron1"/>
    <dgm:cxn modelId="{F2EB445B-65CD-4B52-B78F-11BDB2CE384F}" type="presParOf" srcId="{89326826-250E-4422-BEE1-17FE83042396}" destId="{B181F8EE-A344-42D4-85F0-379A6F9A3E09}" srcOrd="4" destOrd="0" presId="urn:microsoft.com/office/officeart/2005/8/layout/chevron1"/>
    <dgm:cxn modelId="{955CF82E-78B0-4BE2-855E-8DE29F09E60A}" type="presParOf" srcId="{89326826-250E-4422-BEE1-17FE83042396}" destId="{D8A8CDF3-4952-46F7-97C7-87B88213ADAD}" srcOrd="5" destOrd="0" presId="urn:microsoft.com/office/officeart/2005/8/layout/chevron1"/>
    <dgm:cxn modelId="{7116F1B0-DC64-4DD8-BD41-11F69265F6F8}" type="presParOf" srcId="{89326826-250E-4422-BEE1-17FE83042396}" destId="{EDDECF90-8BB3-4DA1-8C8C-78182594AEC0}" srcOrd="6" destOrd="0" presId="urn:microsoft.com/office/officeart/2005/8/layout/chevron1"/>
    <dgm:cxn modelId="{8EB9B383-1C48-47D4-855E-F9DCB38269F1}" type="presParOf" srcId="{89326826-250E-4422-BEE1-17FE83042396}" destId="{889026C8-5A6F-4443-941E-58AB4AD879FA}" srcOrd="7" destOrd="0" presId="urn:microsoft.com/office/officeart/2005/8/layout/chevron1"/>
    <dgm:cxn modelId="{DD3585D2-A7DD-4F2E-973D-1D2BC75E5EB4}" type="presParOf" srcId="{89326826-250E-4422-BEE1-17FE83042396}" destId="{82CE2AD6-5168-45A8-91B7-2F6D8199806B}" srcOrd="8" destOrd="0" presId="urn:microsoft.com/office/officeart/2005/8/layout/chevron1"/>
    <dgm:cxn modelId="{7275306F-60B7-48F3-A4AE-C3D49F904754}" type="presParOf" srcId="{89326826-250E-4422-BEE1-17FE83042396}" destId="{857CF87D-BEF3-4AC1-AD2C-ECA6FA53FC82}" srcOrd="9" destOrd="0" presId="urn:microsoft.com/office/officeart/2005/8/layout/chevron1"/>
    <dgm:cxn modelId="{C7CDD2E2-D75B-4194-B7DE-9D8B532F92E1}" type="presParOf" srcId="{89326826-250E-4422-BEE1-17FE83042396}" destId="{5EB3262C-3F8F-4B2C-BED6-9F445658E96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8D0D27DB-17C8-4933-B440-269A0A6B046B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C44E4557-4B8D-4B7D-B11E-573E83C92551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Introduction</a:t>
          </a:r>
          <a:endParaRPr lang="fr-FR" dirty="0"/>
        </a:p>
      </dgm:t>
    </dgm:pt>
    <dgm:pt modelId="{6B38CB67-CA6D-40EF-8104-352248E147DF}" type="parTrans" cxnId="{45954E23-9572-426C-A821-AB956A93E307}">
      <dgm:prSet/>
      <dgm:spPr/>
      <dgm:t>
        <a:bodyPr/>
        <a:lstStyle/>
        <a:p>
          <a:endParaRPr lang="fr-FR"/>
        </a:p>
      </dgm:t>
    </dgm:pt>
    <dgm:pt modelId="{CF5C36AD-D3D4-4D00-9528-447D5CAD980D}" type="sibTrans" cxnId="{45954E23-9572-426C-A821-AB956A93E307}">
      <dgm:prSet/>
      <dgm:spPr/>
      <dgm:t>
        <a:bodyPr/>
        <a:lstStyle/>
        <a:p>
          <a:endParaRPr lang="fr-FR"/>
        </a:p>
      </dgm:t>
    </dgm:pt>
    <dgm:pt modelId="{4AFFD6A4-9242-4842-B48B-70AF50DF3D5E}">
      <dgm:prSet phldrT="[Texte]"/>
      <dgm:spPr>
        <a:solidFill>
          <a:srgbClr val="0070C0"/>
        </a:solidFill>
        <a:ln>
          <a:solidFill>
            <a:schemeClr val="accent2"/>
          </a:solidFill>
        </a:ln>
      </dgm:spPr>
      <dgm:t>
        <a:bodyPr/>
        <a:lstStyle/>
        <a:p>
          <a:r>
            <a:rPr lang="fr-FR" dirty="0" smtClean="0"/>
            <a:t>Analyse de la situation</a:t>
          </a:r>
          <a:endParaRPr lang="fr-FR" dirty="0"/>
        </a:p>
      </dgm:t>
    </dgm:pt>
    <dgm:pt modelId="{D4F4099E-087F-41F3-ACC1-96E26ECF460E}" type="parTrans" cxnId="{952ECF7A-7E74-44DD-B42D-1F656DD0A9EE}">
      <dgm:prSet/>
      <dgm:spPr/>
      <dgm:t>
        <a:bodyPr/>
        <a:lstStyle/>
        <a:p>
          <a:endParaRPr lang="fr-FR"/>
        </a:p>
      </dgm:t>
    </dgm:pt>
    <dgm:pt modelId="{0402D23D-4116-4D81-8B6A-CAF0F3A8331B}" type="sibTrans" cxnId="{952ECF7A-7E74-44DD-B42D-1F656DD0A9EE}">
      <dgm:prSet/>
      <dgm:spPr/>
      <dgm:t>
        <a:bodyPr/>
        <a:lstStyle/>
        <a:p>
          <a:endParaRPr lang="fr-FR"/>
        </a:p>
      </dgm:t>
    </dgm:pt>
    <dgm:pt modelId="{A358BBB2-B0D8-410C-97E4-9F87503E986D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Tests utilisateurs</a:t>
          </a:r>
          <a:endParaRPr lang="fr-FR" dirty="0"/>
        </a:p>
      </dgm:t>
    </dgm:pt>
    <dgm:pt modelId="{38624BCE-AC19-4242-9589-59FF9826AA78}" type="parTrans" cxnId="{D87B92F2-4B78-4C72-A7B6-1B85AE931590}">
      <dgm:prSet/>
      <dgm:spPr/>
      <dgm:t>
        <a:bodyPr/>
        <a:lstStyle/>
        <a:p>
          <a:endParaRPr lang="fr-FR"/>
        </a:p>
      </dgm:t>
    </dgm:pt>
    <dgm:pt modelId="{3BB3B16D-0AFE-4FB4-AFC0-A41F5AB0CDCD}" type="sibTrans" cxnId="{D87B92F2-4B78-4C72-A7B6-1B85AE931590}">
      <dgm:prSet/>
      <dgm:spPr/>
      <dgm:t>
        <a:bodyPr/>
        <a:lstStyle/>
        <a:p>
          <a:endParaRPr lang="fr-FR"/>
        </a:p>
      </dgm:t>
    </dgm:pt>
    <dgm:pt modelId="{0294B60E-6ED8-4B51-A839-8C985CE64225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Conclusion et recommandations</a:t>
          </a:r>
          <a:endParaRPr lang="fr-FR" dirty="0"/>
        </a:p>
      </dgm:t>
    </dgm:pt>
    <dgm:pt modelId="{49E2DC80-BF73-4428-A00F-5F39EF0F8C57}" type="parTrans" cxnId="{32C5F88A-8BB4-4ADB-BD09-606FF7990B32}">
      <dgm:prSet/>
      <dgm:spPr/>
      <dgm:t>
        <a:bodyPr/>
        <a:lstStyle/>
        <a:p>
          <a:endParaRPr lang="fr-FR"/>
        </a:p>
      </dgm:t>
    </dgm:pt>
    <dgm:pt modelId="{F4D63BCA-27EC-45C9-A9DC-0558FADBD1F4}" type="sibTrans" cxnId="{32C5F88A-8BB4-4ADB-BD09-606FF7990B32}">
      <dgm:prSet/>
      <dgm:spPr/>
      <dgm:t>
        <a:bodyPr/>
        <a:lstStyle/>
        <a:p>
          <a:endParaRPr lang="fr-FR"/>
        </a:p>
      </dgm:t>
    </dgm:pt>
    <dgm:pt modelId="{86190804-C798-4D74-A945-00E0F0061E7D}">
      <dgm:prSet phldrT="[Texte]"/>
      <dgm:spPr>
        <a:solidFill>
          <a:schemeClr val="accent2"/>
        </a:solidFill>
      </dgm:spPr>
      <dgm:t>
        <a:bodyPr/>
        <a:lstStyle/>
        <a:p>
          <a:r>
            <a:rPr lang="fr-FR" dirty="0" smtClean="0"/>
            <a:t>Analyse cognitive</a:t>
          </a:r>
          <a:endParaRPr lang="fr-FR" dirty="0"/>
        </a:p>
      </dgm:t>
    </dgm:pt>
    <dgm:pt modelId="{18821DA0-02D9-4170-B348-3BF55452CD19}" type="parTrans" cxnId="{FE2B2C2E-A154-4463-B651-3E771E3C0FB6}">
      <dgm:prSet/>
      <dgm:spPr/>
      <dgm:t>
        <a:bodyPr/>
        <a:lstStyle/>
        <a:p>
          <a:endParaRPr lang="fr-FR"/>
        </a:p>
      </dgm:t>
    </dgm:pt>
    <dgm:pt modelId="{048298C8-2684-4A3A-B11A-40C38FC7AC10}" type="sibTrans" cxnId="{FE2B2C2E-A154-4463-B651-3E771E3C0FB6}">
      <dgm:prSet/>
      <dgm:spPr/>
      <dgm:t>
        <a:bodyPr/>
        <a:lstStyle/>
        <a:p>
          <a:endParaRPr lang="fr-FR"/>
        </a:p>
      </dgm:t>
    </dgm:pt>
    <dgm:pt modelId="{12D0A71A-8EA5-4CDF-ACBC-93827ABA764B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Prototype et amélioration</a:t>
          </a:r>
          <a:endParaRPr lang="fr-FR" dirty="0"/>
        </a:p>
      </dgm:t>
    </dgm:pt>
    <dgm:pt modelId="{31A2D8B2-8372-4186-9C71-B8A2684F12FA}" type="parTrans" cxnId="{C34CEB52-51C2-413A-BE07-4B373D5322EF}">
      <dgm:prSet/>
      <dgm:spPr/>
      <dgm:t>
        <a:bodyPr/>
        <a:lstStyle/>
        <a:p>
          <a:endParaRPr lang="fr-FR"/>
        </a:p>
      </dgm:t>
    </dgm:pt>
    <dgm:pt modelId="{1CF8D868-512D-4195-B252-FAB9CFC1F069}" type="sibTrans" cxnId="{C34CEB52-51C2-413A-BE07-4B373D5322EF}">
      <dgm:prSet/>
      <dgm:spPr/>
      <dgm:t>
        <a:bodyPr/>
        <a:lstStyle/>
        <a:p>
          <a:endParaRPr lang="fr-FR"/>
        </a:p>
      </dgm:t>
    </dgm:pt>
    <dgm:pt modelId="{89326826-250E-4422-BEE1-17FE83042396}" type="pres">
      <dgm:prSet presAssocID="{8D0D27DB-17C8-4933-B440-269A0A6B046B}" presName="Name0" presStyleCnt="0">
        <dgm:presLayoutVars>
          <dgm:dir/>
          <dgm:animLvl val="lvl"/>
          <dgm:resizeHandles val="exact"/>
        </dgm:presLayoutVars>
      </dgm:prSet>
      <dgm:spPr/>
    </dgm:pt>
    <dgm:pt modelId="{467ED3BA-AFFE-4B93-8B3E-C0A0089E1B2A}" type="pres">
      <dgm:prSet presAssocID="{C44E4557-4B8D-4B7D-B11E-573E83C92551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B6CCD52-631D-40EC-A29D-EF905DCD2980}" type="pres">
      <dgm:prSet presAssocID="{CF5C36AD-D3D4-4D00-9528-447D5CAD980D}" presName="parTxOnlySpace" presStyleCnt="0"/>
      <dgm:spPr/>
    </dgm:pt>
    <dgm:pt modelId="{008ACFDA-1B9C-48A0-B214-E31E872FC6D0}" type="pres">
      <dgm:prSet presAssocID="{4AFFD6A4-9242-4842-B48B-70AF50DF3D5E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7AAFF36-03C1-424D-BB2C-AF4DA7052CA5}" type="pres">
      <dgm:prSet presAssocID="{0402D23D-4116-4D81-8B6A-CAF0F3A8331B}" presName="parTxOnlySpace" presStyleCnt="0"/>
      <dgm:spPr/>
    </dgm:pt>
    <dgm:pt modelId="{B181F8EE-A344-42D4-85F0-379A6F9A3E09}" type="pres">
      <dgm:prSet presAssocID="{A358BBB2-B0D8-410C-97E4-9F87503E986D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8A8CDF3-4952-46F7-97C7-87B88213ADAD}" type="pres">
      <dgm:prSet presAssocID="{3BB3B16D-0AFE-4FB4-AFC0-A41F5AB0CDCD}" presName="parTxOnlySpace" presStyleCnt="0"/>
      <dgm:spPr/>
    </dgm:pt>
    <dgm:pt modelId="{EDDECF90-8BB3-4DA1-8C8C-78182594AEC0}" type="pres">
      <dgm:prSet presAssocID="{86190804-C798-4D74-A945-00E0F0061E7D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89026C8-5A6F-4443-941E-58AB4AD879FA}" type="pres">
      <dgm:prSet presAssocID="{048298C8-2684-4A3A-B11A-40C38FC7AC10}" presName="parTxOnlySpace" presStyleCnt="0"/>
      <dgm:spPr/>
    </dgm:pt>
    <dgm:pt modelId="{82CE2AD6-5168-45A8-91B7-2F6D8199806B}" type="pres">
      <dgm:prSet presAssocID="{12D0A71A-8EA5-4CDF-ACBC-93827ABA764B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57CF87D-BEF3-4AC1-AD2C-ECA6FA53FC82}" type="pres">
      <dgm:prSet presAssocID="{1CF8D868-512D-4195-B252-FAB9CFC1F069}" presName="parTxOnlySpace" presStyleCnt="0"/>
      <dgm:spPr/>
    </dgm:pt>
    <dgm:pt modelId="{5EB3262C-3F8F-4B2C-BED6-9F445658E96D}" type="pres">
      <dgm:prSet presAssocID="{0294B60E-6ED8-4B51-A839-8C985CE64225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D87B92F2-4B78-4C72-A7B6-1B85AE931590}" srcId="{8D0D27DB-17C8-4933-B440-269A0A6B046B}" destId="{A358BBB2-B0D8-410C-97E4-9F87503E986D}" srcOrd="2" destOrd="0" parTransId="{38624BCE-AC19-4242-9589-59FF9826AA78}" sibTransId="{3BB3B16D-0AFE-4FB4-AFC0-A41F5AB0CDCD}"/>
    <dgm:cxn modelId="{92CCB197-4F18-4BB0-9E33-A8CB7EB3255C}" type="presOf" srcId="{8D0D27DB-17C8-4933-B440-269A0A6B046B}" destId="{89326826-250E-4422-BEE1-17FE83042396}" srcOrd="0" destOrd="0" presId="urn:microsoft.com/office/officeart/2005/8/layout/chevron1"/>
    <dgm:cxn modelId="{45954E23-9572-426C-A821-AB956A93E307}" srcId="{8D0D27DB-17C8-4933-B440-269A0A6B046B}" destId="{C44E4557-4B8D-4B7D-B11E-573E83C92551}" srcOrd="0" destOrd="0" parTransId="{6B38CB67-CA6D-40EF-8104-352248E147DF}" sibTransId="{CF5C36AD-D3D4-4D00-9528-447D5CAD980D}"/>
    <dgm:cxn modelId="{7F488E24-6087-4594-8CB1-195C45FE11C3}" type="presOf" srcId="{12D0A71A-8EA5-4CDF-ACBC-93827ABA764B}" destId="{82CE2AD6-5168-45A8-91B7-2F6D8199806B}" srcOrd="0" destOrd="0" presId="urn:microsoft.com/office/officeart/2005/8/layout/chevron1"/>
    <dgm:cxn modelId="{49B1589C-8E16-41B7-8DE7-6696D5B0E97C}" type="presOf" srcId="{0294B60E-6ED8-4B51-A839-8C985CE64225}" destId="{5EB3262C-3F8F-4B2C-BED6-9F445658E96D}" srcOrd="0" destOrd="0" presId="urn:microsoft.com/office/officeart/2005/8/layout/chevron1"/>
    <dgm:cxn modelId="{9FB473CA-736F-4F5D-9BB5-32C4D4B5C227}" type="presOf" srcId="{A358BBB2-B0D8-410C-97E4-9F87503E986D}" destId="{B181F8EE-A344-42D4-85F0-379A6F9A3E09}" srcOrd="0" destOrd="0" presId="urn:microsoft.com/office/officeart/2005/8/layout/chevron1"/>
    <dgm:cxn modelId="{6C37FFBE-F027-4198-A92D-9A2A6AC7935F}" type="presOf" srcId="{4AFFD6A4-9242-4842-B48B-70AF50DF3D5E}" destId="{008ACFDA-1B9C-48A0-B214-E31E872FC6D0}" srcOrd="0" destOrd="0" presId="urn:microsoft.com/office/officeart/2005/8/layout/chevron1"/>
    <dgm:cxn modelId="{11B42A54-FDD3-4D92-8839-13671E137B87}" type="presOf" srcId="{C44E4557-4B8D-4B7D-B11E-573E83C92551}" destId="{467ED3BA-AFFE-4B93-8B3E-C0A0089E1B2A}" srcOrd="0" destOrd="0" presId="urn:microsoft.com/office/officeart/2005/8/layout/chevron1"/>
    <dgm:cxn modelId="{32C5F88A-8BB4-4ADB-BD09-606FF7990B32}" srcId="{8D0D27DB-17C8-4933-B440-269A0A6B046B}" destId="{0294B60E-6ED8-4B51-A839-8C985CE64225}" srcOrd="5" destOrd="0" parTransId="{49E2DC80-BF73-4428-A00F-5F39EF0F8C57}" sibTransId="{F4D63BCA-27EC-45C9-A9DC-0558FADBD1F4}"/>
    <dgm:cxn modelId="{FE2B2C2E-A154-4463-B651-3E771E3C0FB6}" srcId="{8D0D27DB-17C8-4933-B440-269A0A6B046B}" destId="{86190804-C798-4D74-A945-00E0F0061E7D}" srcOrd="3" destOrd="0" parTransId="{18821DA0-02D9-4170-B348-3BF55452CD19}" sibTransId="{048298C8-2684-4A3A-B11A-40C38FC7AC10}"/>
    <dgm:cxn modelId="{952ECF7A-7E74-44DD-B42D-1F656DD0A9EE}" srcId="{8D0D27DB-17C8-4933-B440-269A0A6B046B}" destId="{4AFFD6A4-9242-4842-B48B-70AF50DF3D5E}" srcOrd="1" destOrd="0" parTransId="{D4F4099E-087F-41F3-ACC1-96E26ECF460E}" sibTransId="{0402D23D-4116-4D81-8B6A-CAF0F3A8331B}"/>
    <dgm:cxn modelId="{C34CEB52-51C2-413A-BE07-4B373D5322EF}" srcId="{8D0D27DB-17C8-4933-B440-269A0A6B046B}" destId="{12D0A71A-8EA5-4CDF-ACBC-93827ABA764B}" srcOrd="4" destOrd="0" parTransId="{31A2D8B2-8372-4186-9C71-B8A2684F12FA}" sibTransId="{1CF8D868-512D-4195-B252-FAB9CFC1F069}"/>
    <dgm:cxn modelId="{8D03432B-5A58-426B-A2D1-2D835DD86035}" type="presOf" srcId="{86190804-C798-4D74-A945-00E0F0061E7D}" destId="{EDDECF90-8BB3-4DA1-8C8C-78182594AEC0}" srcOrd="0" destOrd="0" presId="urn:microsoft.com/office/officeart/2005/8/layout/chevron1"/>
    <dgm:cxn modelId="{91551F63-5C16-41E6-9B5A-9F1B571A6E26}" type="presParOf" srcId="{89326826-250E-4422-BEE1-17FE83042396}" destId="{467ED3BA-AFFE-4B93-8B3E-C0A0089E1B2A}" srcOrd="0" destOrd="0" presId="urn:microsoft.com/office/officeart/2005/8/layout/chevron1"/>
    <dgm:cxn modelId="{CD83B3EB-2A99-4EF4-A9BD-B660756C5913}" type="presParOf" srcId="{89326826-250E-4422-BEE1-17FE83042396}" destId="{2B6CCD52-631D-40EC-A29D-EF905DCD2980}" srcOrd="1" destOrd="0" presId="urn:microsoft.com/office/officeart/2005/8/layout/chevron1"/>
    <dgm:cxn modelId="{D2BCE809-0B11-46E4-8A25-E73437F5B1E6}" type="presParOf" srcId="{89326826-250E-4422-BEE1-17FE83042396}" destId="{008ACFDA-1B9C-48A0-B214-E31E872FC6D0}" srcOrd="2" destOrd="0" presId="urn:microsoft.com/office/officeart/2005/8/layout/chevron1"/>
    <dgm:cxn modelId="{B671F9C2-A6C6-4ECE-82D0-A448AC40AA41}" type="presParOf" srcId="{89326826-250E-4422-BEE1-17FE83042396}" destId="{B7AAFF36-03C1-424D-BB2C-AF4DA7052CA5}" srcOrd="3" destOrd="0" presId="urn:microsoft.com/office/officeart/2005/8/layout/chevron1"/>
    <dgm:cxn modelId="{F2EB445B-65CD-4B52-B78F-11BDB2CE384F}" type="presParOf" srcId="{89326826-250E-4422-BEE1-17FE83042396}" destId="{B181F8EE-A344-42D4-85F0-379A6F9A3E09}" srcOrd="4" destOrd="0" presId="urn:microsoft.com/office/officeart/2005/8/layout/chevron1"/>
    <dgm:cxn modelId="{955CF82E-78B0-4BE2-855E-8DE29F09E60A}" type="presParOf" srcId="{89326826-250E-4422-BEE1-17FE83042396}" destId="{D8A8CDF3-4952-46F7-97C7-87B88213ADAD}" srcOrd="5" destOrd="0" presId="urn:microsoft.com/office/officeart/2005/8/layout/chevron1"/>
    <dgm:cxn modelId="{7116F1B0-DC64-4DD8-BD41-11F69265F6F8}" type="presParOf" srcId="{89326826-250E-4422-BEE1-17FE83042396}" destId="{EDDECF90-8BB3-4DA1-8C8C-78182594AEC0}" srcOrd="6" destOrd="0" presId="urn:microsoft.com/office/officeart/2005/8/layout/chevron1"/>
    <dgm:cxn modelId="{8EB9B383-1C48-47D4-855E-F9DCB38269F1}" type="presParOf" srcId="{89326826-250E-4422-BEE1-17FE83042396}" destId="{889026C8-5A6F-4443-941E-58AB4AD879FA}" srcOrd="7" destOrd="0" presId="urn:microsoft.com/office/officeart/2005/8/layout/chevron1"/>
    <dgm:cxn modelId="{DD3585D2-A7DD-4F2E-973D-1D2BC75E5EB4}" type="presParOf" srcId="{89326826-250E-4422-BEE1-17FE83042396}" destId="{82CE2AD6-5168-45A8-91B7-2F6D8199806B}" srcOrd="8" destOrd="0" presId="urn:microsoft.com/office/officeart/2005/8/layout/chevron1"/>
    <dgm:cxn modelId="{7275306F-60B7-48F3-A4AE-C3D49F904754}" type="presParOf" srcId="{89326826-250E-4422-BEE1-17FE83042396}" destId="{857CF87D-BEF3-4AC1-AD2C-ECA6FA53FC82}" srcOrd="9" destOrd="0" presId="urn:microsoft.com/office/officeart/2005/8/layout/chevron1"/>
    <dgm:cxn modelId="{C7CDD2E2-D75B-4194-B7DE-9D8B532F92E1}" type="presParOf" srcId="{89326826-250E-4422-BEE1-17FE83042396}" destId="{5EB3262C-3F8F-4B2C-BED6-9F445658E96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8D0D27DB-17C8-4933-B440-269A0A6B046B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C44E4557-4B8D-4B7D-B11E-573E83C92551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Introduction</a:t>
          </a:r>
          <a:endParaRPr lang="fr-FR" dirty="0"/>
        </a:p>
      </dgm:t>
    </dgm:pt>
    <dgm:pt modelId="{6B38CB67-CA6D-40EF-8104-352248E147DF}" type="parTrans" cxnId="{45954E23-9572-426C-A821-AB956A93E307}">
      <dgm:prSet/>
      <dgm:spPr/>
      <dgm:t>
        <a:bodyPr/>
        <a:lstStyle/>
        <a:p>
          <a:endParaRPr lang="fr-FR"/>
        </a:p>
      </dgm:t>
    </dgm:pt>
    <dgm:pt modelId="{CF5C36AD-D3D4-4D00-9528-447D5CAD980D}" type="sibTrans" cxnId="{45954E23-9572-426C-A821-AB956A93E307}">
      <dgm:prSet/>
      <dgm:spPr/>
      <dgm:t>
        <a:bodyPr/>
        <a:lstStyle/>
        <a:p>
          <a:endParaRPr lang="fr-FR"/>
        </a:p>
      </dgm:t>
    </dgm:pt>
    <dgm:pt modelId="{4AFFD6A4-9242-4842-B48B-70AF50DF3D5E}">
      <dgm:prSet phldrT="[Texte]"/>
      <dgm:spPr>
        <a:solidFill>
          <a:srgbClr val="0070C0"/>
        </a:solidFill>
        <a:ln>
          <a:solidFill>
            <a:schemeClr val="accent2"/>
          </a:solidFill>
        </a:ln>
      </dgm:spPr>
      <dgm:t>
        <a:bodyPr/>
        <a:lstStyle/>
        <a:p>
          <a:r>
            <a:rPr lang="fr-FR" dirty="0" smtClean="0"/>
            <a:t>Analyse de la situation</a:t>
          </a:r>
          <a:endParaRPr lang="fr-FR" dirty="0"/>
        </a:p>
      </dgm:t>
    </dgm:pt>
    <dgm:pt modelId="{D4F4099E-087F-41F3-ACC1-96E26ECF460E}" type="parTrans" cxnId="{952ECF7A-7E74-44DD-B42D-1F656DD0A9EE}">
      <dgm:prSet/>
      <dgm:spPr/>
      <dgm:t>
        <a:bodyPr/>
        <a:lstStyle/>
        <a:p>
          <a:endParaRPr lang="fr-FR"/>
        </a:p>
      </dgm:t>
    </dgm:pt>
    <dgm:pt modelId="{0402D23D-4116-4D81-8B6A-CAF0F3A8331B}" type="sibTrans" cxnId="{952ECF7A-7E74-44DD-B42D-1F656DD0A9EE}">
      <dgm:prSet/>
      <dgm:spPr/>
      <dgm:t>
        <a:bodyPr/>
        <a:lstStyle/>
        <a:p>
          <a:endParaRPr lang="fr-FR"/>
        </a:p>
      </dgm:t>
    </dgm:pt>
    <dgm:pt modelId="{A358BBB2-B0D8-410C-97E4-9F87503E986D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Tests utilisateurs</a:t>
          </a:r>
          <a:endParaRPr lang="fr-FR" dirty="0"/>
        </a:p>
      </dgm:t>
    </dgm:pt>
    <dgm:pt modelId="{38624BCE-AC19-4242-9589-59FF9826AA78}" type="parTrans" cxnId="{D87B92F2-4B78-4C72-A7B6-1B85AE931590}">
      <dgm:prSet/>
      <dgm:spPr/>
      <dgm:t>
        <a:bodyPr/>
        <a:lstStyle/>
        <a:p>
          <a:endParaRPr lang="fr-FR"/>
        </a:p>
      </dgm:t>
    </dgm:pt>
    <dgm:pt modelId="{3BB3B16D-0AFE-4FB4-AFC0-A41F5AB0CDCD}" type="sibTrans" cxnId="{D87B92F2-4B78-4C72-A7B6-1B85AE931590}">
      <dgm:prSet/>
      <dgm:spPr/>
      <dgm:t>
        <a:bodyPr/>
        <a:lstStyle/>
        <a:p>
          <a:endParaRPr lang="fr-FR"/>
        </a:p>
      </dgm:t>
    </dgm:pt>
    <dgm:pt modelId="{0294B60E-6ED8-4B51-A839-8C985CE64225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Conclusion et recommandations</a:t>
          </a:r>
          <a:endParaRPr lang="fr-FR" dirty="0"/>
        </a:p>
      </dgm:t>
    </dgm:pt>
    <dgm:pt modelId="{49E2DC80-BF73-4428-A00F-5F39EF0F8C57}" type="parTrans" cxnId="{32C5F88A-8BB4-4ADB-BD09-606FF7990B32}">
      <dgm:prSet/>
      <dgm:spPr/>
      <dgm:t>
        <a:bodyPr/>
        <a:lstStyle/>
        <a:p>
          <a:endParaRPr lang="fr-FR"/>
        </a:p>
      </dgm:t>
    </dgm:pt>
    <dgm:pt modelId="{F4D63BCA-27EC-45C9-A9DC-0558FADBD1F4}" type="sibTrans" cxnId="{32C5F88A-8BB4-4ADB-BD09-606FF7990B32}">
      <dgm:prSet/>
      <dgm:spPr/>
      <dgm:t>
        <a:bodyPr/>
        <a:lstStyle/>
        <a:p>
          <a:endParaRPr lang="fr-FR"/>
        </a:p>
      </dgm:t>
    </dgm:pt>
    <dgm:pt modelId="{86190804-C798-4D74-A945-00E0F0061E7D}">
      <dgm:prSet phldrT="[Texte]"/>
      <dgm:spPr>
        <a:solidFill>
          <a:schemeClr val="accent2"/>
        </a:solidFill>
      </dgm:spPr>
      <dgm:t>
        <a:bodyPr/>
        <a:lstStyle/>
        <a:p>
          <a:r>
            <a:rPr lang="fr-FR" dirty="0" smtClean="0"/>
            <a:t>Analyse cognitive</a:t>
          </a:r>
          <a:endParaRPr lang="fr-FR" dirty="0"/>
        </a:p>
      </dgm:t>
    </dgm:pt>
    <dgm:pt modelId="{18821DA0-02D9-4170-B348-3BF55452CD19}" type="parTrans" cxnId="{FE2B2C2E-A154-4463-B651-3E771E3C0FB6}">
      <dgm:prSet/>
      <dgm:spPr/>
      <dgm:t>
        <a:bodyPr/>
        <a:lstStyle/>
        <a:p>
          <a:endParaRPr lang="fr-FR"/>
        </a:p>
      </dgm:t>
    </dgm:pt>
    <dgm:pt modelId="{048298C8-2684-4A3A-B11A-40C38FC7AC10}" type="sibTrans" cxnId="{FE2B2C2E-A154-4463-B651-3E771E3C0FB6}">
      <dgm:prSet/>
      <dgm:spPr/>
      <dgm:t>
        <a:bodyPr/>
        <a:lstStyle/>
        <a:p>
          <a:endParaRPr lang="fr-FR"/>
        </a:p>
      </dgm:t>
    </dgm:pt>
    <dgm:pt modelId="{12D0A71A-8EA5-4CDF-ACBC-93827ABA764B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Prototype et amélioration</a:t>
          </a:r>
          <a:endParaRPr lang="fr-FR" dirty="0"/>
        </a:p>
      </dgm:t>
    </dgm:pt>
    <dgm:pt modelId="{31A2D8B2-8372-4186-9C71-B8A2684F12FA}" type="parTrans" cxnId="{C34CEB52-51C2-413A-BE07-4B373D5322EF}">
      <dgm:prSet/>
      <dgm:spPr/>
      <dgm:t>
        <a:bodyPr/>
        <a:lstStyle/>
        <a:p>
          <a:endParaRPr lang="fr-FR"/>
        </a:p>
      </dgm:t>
    </dgm:pt>
    <dgm:pt modelId="{1CF8D868-512D-4195-B252-FAB9CFC1F069}" type="sibTrans" cxnId="{C34CEB52-51C2-413A-BE07-4B373D5322EF}">
      <dgm:prSet/>
      <dgm:spPr/>
      <dgm:t>
        <a:bodyPr/>
        <a:lstStyle/>
        <a:p>
          <a:endParaRPr lang="fr-FR"/>
        </a:p>
      </dgm:t>
    </dgm:pt>
    <dgm:pt modelId="{89326826-250E-4422-BEE1-17FE83042396}" type="pres">
      <dgm:prSet presAssocID="{8D0D27DB-17C8-4933-B440-269A0A6B046B}" presName="Name0" presStyleCnt="0">
        <dgm:presLayoutVars>
          <dgm:dir/>
          <dgm:animLvl val="lvl"/>
          <dgm:resizeHandles val="exact"/>
        </dgm:presLayoutVars>
      </dgm:prSet>
      <dgm:spPr/>
    </dgm:pt>
    <dgm:pt modelId="{467ED3BA-AFFE-4B93-8B3E-C0A0089E1B2A}" type="pres">
      <dgm:prSet presAssocID="{C44E4557-4B8D-4B7D-B11E-573E83C92551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B6CCD52-631D-40EC-A29D-EF905DCD2980}" type="pres">
      <dgm:prSet presAssocID="{CF5C36AD-D3D4-4D00-9528-447D5CAD980D}" presName="parTxOnlySpace" presStyleCnt="0"/>
      <dgm:spPr/>
    </dgm:pt>
    <dgm:pt modelId="{008ACFDA-1B9C-48A0-B214-E31E872FC6D0}" type="pres">
      <dgm:prSet presAssocID="{4AFFD6A4-9242-4842-B48B-70AF50DF3D5E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7AAFF36-03C1-424D-BB2C-AF4DA7052CA5}" type="pres">
      <dgm:prSet presAssocID="{0402D23D-4116-4D81-8B6A-CAF0F3A8331B}" presName="parTxOnlySpace" presStyleCnt="0"/>
      <dgm:spPr/>
    </dgm:pt>
    <dgm:pt modelId="{B181F8EE-A344-42D4-85F0-379A6F9A3E09}" type="pres">
      <dgm:prSet presAssocID="{A358BBB2-B0D8-410C-97E4-9F87503E986D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8A8CDF3-4952-46F7-97C7-87B88213ADAD}" type="pres">
      <dgm:prSet presAssocID="{3BB3B16D-0AFE-4FB4-AFC0-A41F5AB0CDCD}" presName="parTxOnlySpace" presStyleCnt="0"/>
      <dgm:spPr/>
    </dgm:pt>
    <dgm:pt modelId="{EDDECF90-8BB3-4DA1-8C8C-78182594AEC0}" type="pres">
      <dgm:prSet presAssocID="{86190804-C798-4D74-A945-00E0F0061E7D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89026C8-5A6F-4443-941E-58AB4AD879FA}" type="pres">
      <dgm:prSet presAssocID="{048298C8-2684-4A3A-B11A-40C38FC7AC10}" presName="parTxOnlySpace" presStyleCnt="0"/>
      <dgm:spPr/>
    </dgm:pt>
    <dgm:pt modelId="{82CE2AD6-5168-45A8-91B7-2F6D8199806B}" type="pres">
      <dgm:prSet presAssocID="{12D0A71A-8EA5-4CDF-ACBC-93827ABA764B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57CF87D-BEF3-4AC1-AD2C-ECA6FA53FC82}" type="pres">
      <dgm:prSet presAssocID="{1CF8D868-512D-4195-B252-FAB9CFC1F069}" presName="parTxOnlySpace" presStyleCnt="0"/>
      <dgm:spPr/>
    </dgm:pt>
    <dgm:pt modelId="{5EB3262C-3F8F-4B2C-BED6-9F445658E96D}" type="pres">
      <dgm:prSet presAssocID="{0294B60E-6ED8-4B51-A839-8C985CE64225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D87B92F2-4B78-4C72-A7B6-1B85AE931590}" srcId="{8D0D27DB-17C8-4933-B440-269A0A6B046B}" destId="{A358BBB2-B0D8-410C-97E4-9F87503E986D}" srcOrd="2" destOrd="0" parTransId="{38624BCE-AC19-4242-9589-59FF9826AA78}" sibTransId="{3BB3B16D-0AFE-4FB4-AFC0-A41F5AB0CDCD}"/>
    <dgm:cxn modelId="{92CCB197-4F18-4BB0-9E33-A8CB7EB3255C}" type="presOf" srcId="{8D0D27DB-17C8-4933-B440-269A0A6B046B}" destId="{89326826-250E-4422-BEE1-17FE83042396}" srcOrd="0" destOrd="0" presId="urn:microsoft.com/office/officeart/2005/8/layout/chevron1"/>
    <dgm:cxn modelId="{45954E23-9572-426C-A821-AB956A93E307}" srcId="{8D0D27DB-17C8-4933-B440-269A0A6B046B}" destId="{C44E4557-4B8D-4B7D-B11E-573E83C92551}" srcOrd="0" destOrd="0" parTransId="{6B38CB67-CA6D-40EF-8104-352248E147DF}" sibTransId="{CF5C36AD-D3D4-4D00-9528-447D5CAD980D}"/>
    <dgm:cxn modelId="{7F488E24-6087-4594-8CB1-195C45FE11C3}" type="presOf" srcId="{12D0A71A-8EA5-4CDF-ACBC-93827ABA764B}" destId="{82CE2AD6-5168-45A8-91B7-2F6D8199806B}" srcOrd="0" destOrd="0" presId="urn:microsoft.com/office/officeart/2005/8/layout/chevron1"/>
    <dgm:cxn modelId="{49B1589C-8E16-41B7-8DE7-6696D5B0E97C}" type="presOf" srcId="{0294B60E-6ED8-4B51-A839-8C985CE64225}" destId="{5EB3262C-3F8F-4B2C-BED6-9F445658E96D}" srcOrd="0" destOrd="0" presId="urn:microsoft.com/office/officeart/2005/8/layout/chevron1"/>
    <dgm:cxn modelId="{9FB473CA-736F-4F5D-9BB5-32C4D4B5C227}" type="presOf" srcId="{A358BBB2-B0D8-410C-97E4-9F87503E986D}" destId="{B181F8EE-A344-42D4-85F0-379A6F9A3E09}" srcOrd="0" destOrd="0" presId="urn:microsoft.com/office/officeart/2005/8/layout/chevron1"/>
    <dgm:cxn modelId="{6C37FFBE-F027-4198-A92D-9A2A6AC7935F}" type="presOf" srcId="{4AFFD6A4-9242-4842-B48B-70AF50DF3D5E}" destId="{008ACFDA-1B9C-48A0-B214-E31E872FC6D0}" srcOrd="0" destOrd="0" presId="urn:microsoft.com/office/officeart/2005/8/layout/chevron1"/>
    <dgm:cxn modelId="{11B42A54-FDD3-4D92-8839-13671E137B87}" type="presOf" srcId="{C44E4557-4B8D-4B7D-B11E-573E83C92551}" destId="{467ED3BA-AFFE-4B93-8B3E-C0A0089E1B2A}" srcOrd="0" destOrd="0" presId="urn:microsoft.com/office/officeart/2005/8/layout/chevron1"/>
    <dgm:cxn modelId="{32C5F88A-8BB4-4ADB-BD09-606FF7990B32}" srcId="{8D0D27DB-17C8-4933-B440-269A0A6B046B}" destId="{0294B60E-6ED8-4B51-A839-8C985CE64225}" srcOrd="5" destOrd="0" parTransId="{49E2DC80-BF73-4428-A00F-5F39EF0F8C57}" sibTransId="{F4D63BCA-27EC-45C9-A9DC-0558FADBD1F4}"/>
    <dgm:cxn modelId="{FE2B2C2E-A154-4463-B651-3E771E3C0FB6}" srcId="{8D0D27DB-17C8-4933-B440-269A0A6B046B}" destId="{86190804-C798-4D74-A945-00E0F0061E7D}" srcOrd="3" destOrd="0" parTransId="{18821DA0-02D9-4170-B348-3BF55452CD19}" sibTransId="{048298C8-2684-4A3A-B11A-40C38FC7AC10}"/>
    <dgm:cxn modelId="{952ECF7A-7E74-44DD-B42D-1F656DD0A9EE}" srcId="{8D0D27DB-17C8-4933-B440-269A0A6B046B}" destId="{4AFFD6A4-9242-4842-B48B-70AF50DF3D5E}" srcOrd="1" destOrd="0" parTransId="{D4F4099E-087F-41F3-ACC1-96E26ECF460E}" sibTransId="{0402D23D-4116-4D81-8B6A-CAF0F3A8331B}"/>
    <dgm:cxn modelId="{C34CEB52-51C2-413A-BE07-4B373D5322EF}" srcId="{8D0D27DB-17C8-4933-B440-269A0A6B046B}" destId="{12D0A71A-8EA5-4CDF-ACBC-93827ABA764B}" srcOrd="4" destOrd="0" parTransId="{31A2D8B2-8372-4186-9C71-B8A2684F12FA}" sibTransId="{1CF8D868-512D-4195-B252-FAB9CFC1F069}"/>
    <dgm:cxn modelId="{8D03432B-5A58-426B-A2D1-2D835DD86035}" type="presOf" srcId="{86190804-C798-4D74-A945-00E0F0061E7D}" destId="{EDDECF90-8BB3-4DA1-8C8C-78182594AEC0}" srcOrd="0" destOrd="0" presId="urn:microsoft.com/office/officeart/2005/8/layout/chevron1"/>
    <dgm:cxn modelId="{91551F63-5C16-41E6-9B5A-9F1B571A6E26}" type="presParOf" srcId="{89326826-250E-4422-BEE1-17FE83042396}" destId="{467ED3BA-AFFE-4B93-8B3E-C0A0089E1B2A}" srcOrd="0" destOrd="0" presId="urn:microsoft.com/office/officeart/2005/8/layout/chevron1"/>
    <dgm:cxn modelId="{CD83B3EB-2A99-4EF4-A9BD-B660756C5913}" type="presParOf" srcId="{89326826-250E-4422-BEE1-17FE83042396}" destId="{2B6CCD52-631D-40EC-A29D-EF905DCD2980}" srcOrd="1" destOrd="0" presId="urn:microsoft.com/office/officeart/2005/8/layout/chevron1"/>
    <dgm:cxn modelId="{D2BCE809-0B11-46E4-8A25-E73437F5B1E6}" type="presParOf" srcId="{89326826-250E-4422-BEE1-17FE83042396}" destId="{008ACFDA-1B9C-48A0-B214-E31E872FC6D0}" srcOrd="2" destOrd="0" presId="urn:microsoft.com/office/officeart/2005/8/layout/chevron1"/>
    <dgm:cxn modelId="{B671F9C2-A6C6-4ECE-82D0-A448AC40AA41}" type="presParOf" srcId="{89326826-250E-4422-BEE1-17FE83042396}" destId="{B7AAFF36-03C1-424D-BB2C-AF4DA7052CA5}" srcOrd="3" destOrd="0" presId="urn:microsoft.com/office/officeart/2005/8/layout/chevron1"/>
    <dgm:cxn modelId="{F2EB445B-65CD-4B52-B78F-11BDB2CE384F}" type="presParOf" srcId="{89326826-250E-4422-BEE1-17FE83042396}" destId="{B181F8EE-A344-42D4-85F0-379A6F9A3E09}" srcOrd="4" destOrd="0" presId="urn:microsoft.com/office/officeart/2005/8/layout/chevron1"/>
    <dgm:cxn modelId="{955CF82E-78B0-4BE2-855E-8DE29F09E60A}" type="presParOf" srcId="{89326826-250E-4422-BEE1-17FE83042396}" destId="{D8A8CDF3-4952-46F7-97C7-87B88213ADAD}" srcOrd="5" destOrd="0" presId="urn:microsoft.com/office/officeart/2005/8/layout/chevron1"/>
    <dgm:cxn modelId="{7116F1B0-DC64-4DD8-BD41-11F69265F6F8}" type="presParOf" srcId="{89326826-250E-4422-BEE1-17FE83042396}" destId="{EDDECF90-8BB3-4DA1-8C8C-78182594AEC0}" srcOrd="6" destOrd="0" presId="urn:microsoft.com/office/officeart/2005/8/layout/chevron1"/>
    <dgm:cxn modelId="{8EB9B383-1C48-47D4-855E-F9DCB38269F1}" type="presParOf" srcId="{89326826-250E-4422-BEE1-17FE83042396}" destId="{889026C8-5A6F-4443-941E-58AB4AD879FA}" srcOrd="7" destOrd="0" presId="urn:microsoft.com/office/officeart/2005/8/layout/chevron1"/>
    <dgm:cxn modelId="{DD3585D2-A7DD-4F2E-973D-1D2BC75E5EB4}" type="presParOf" srcId="{89326826-250E-4422-BEE1-17FE83042396}" destId="{82CE2AD6-5168-45A8-91B7-2F6D8199806B}" srcOrd="8" destOrd="0" presId="urn:microsoft.com/office/officeart/2005/8/layout/chevron1"/>
    <dgm:cxn modelId="{7275306F-60B7-48F3-A4AE-C3D49F904754}" type="presParOf" srcId="{89326826-250E-4422-BEE1-17FE83042396}" destId="{857CF87D-BEF3-4AC1-AD2C-ECA6FA53FC82}" srcOrd="9" destOrd="0" presId="urn:microsoft.com/office/officeart/2005/8/layout/chevron1"/>
    <dgm:cxn modelId="{C7CDD2E2-D75B-4194-B7DE-9D8B532F92E1}" type="presParOf" srcId="{89326826-250E-4422-BEE1-17FE83042396}" destId="{5EB3262C-3F8F-4B2C-BED6-9F445658E96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8D0D27DB-17C8-4933-B440-269A0A6B046B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C44E4557-4B8D-4B7D-B11E-573E83C92551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Introduction</a:t>
          </a:r>
          <a:endParaRPr lang="fr-FR" dirty="0"/>
        </a:p>
      </dgm:t>
    </dgm:pt>
    <dgm:pt modelId="{6B38CB67-CA6D-40EF-8104-352248E147DF}" type="parTrans" cxnId="{45954E23-9572-426C-A821-AB956A93E307}">
      <dgm:prSet/>
      <dgm:spPr/>
      <dgm:t>
        <a:bodyPr/>
        <a:lstStyle/>
        <a:p>
          <a:endParaRPr lang="fr-FR"/>
        </a:p>
      </dgm:t>
    </dgm:pt>
    <dgm:pt modelId="{CF5C36AD-D3D4-4D00-9528-447D5CAD980D}" type="sibTrans" cxnId="{45954E23-9572-426C-A821-AB956A93E307}">
      <dgm:prSet/>
      <dgm:spPr/>
      <dgm:t>
        <a:bodyPr/>
        <a:lstStyle/>
        <a:p>
          <a:endParaRPr lang="fr-FR"/>
        </a:p>
      </dgm:t>
    </dgm:pt>
    <dgm:pt modelId="{4AFFD6A4-9242-4842-B48B-70AF50DF3D5E}">
      <dgm:prSet phldrT="[Texte]"/>
      <dgm:spPr>
        <a:solidFill>
          <a:srgbClr val="0070C0"/>
        </a:solidFill>
        <a:ln>
          <a:solidFill>
            <a:schemeClr val="accent2"/>
          </a:solidFill>
        </a:ln>
      </dgm:spPr>
      <dgm:t>
        <a:bodyPr/>
        <a:lstStyle/>
        <a:p>
          <a:r>
            <a:rPr lang="fr-FR" dirty="0" smtClean="0"/>
            <a:t>Analyse de la situation</a:t>
          </a:r>
          <a:endParaRPr lang="fr-FR" dirty="0"/>
        </a:p>
      </dgm:t>
    </dgm:pt>
    <dgm:pt modelId="{D4F4099E-087F-41F3-ACC1-96E26ECF460E}" type="parTrans" cxnId="{952ECF7A-7E74-44DD-B42D-1F656DD0A9EE}">
      <dgm:prSet/>
      <dgm:spPr/>
      <dgm:t>
        <a:bodyPr/>
        <a:lstStyle/>
        <a:p>
          <a:endParaRPr lang="fr-FR"/>
        </a:p>
      </dgm:t>
    </dgm:pt>
    <dgm:pt modelId="{0402D23D-4116-4D81-8B6A-CAF0F3A8331B}" type="sibTrans" cxnId="{952ECF7A-7E74-44DD-B42D-1F656DD0A9EE}">
      <dgm:prSet/>
      <dgm:spPr/>
      <dgm:t>
        <a:bodyPr/>
        <a:lstStyle/>
        <a:p>
          <a:endParaRPr lang="fr-FR"/>
        </a:p>
      </dgm:t>
    </dgm:pt>
    <dgm:pt modelId="{A358BBB2-B0D8-410C-97E4-9F87503E986D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Tests utilisateurs</a:t>
          </a:r>
          <a:endParaRPr lang="fr-FR" dirty="0"/>
        </a:p>
      </dgm:t>
    </dgm:pt>
    <dgm:pt modelId="{38624BCE-AC19-4242-9589-59FF9826AA78}" type="parTrans" cxnId="{D87B92F2-4B78-4C72-A7B6-1B85AE931590}">
      <dgm:prSet/>
      <dgm:spPr/>
      <dgm:t>
        <a:bodyPr/>
        <a:lstStyle/>
        <a:p>
          <a:endParaRPr lang="fr-FR"/>
        </a:p>
      </dgm:t>
    </dgm:pt>
    <dgm:pt modelId="{3BB3B16D-0AFE-4FB4-AFC0-A41F5AB0CDCD}" type="sibTrans" cxnId="{D87B92F2-4B78-4C72-A7B6-1B85AE931590}">
      <dgm:prSet/>
      <dgm:spPr/>
      <dgm:t>
        <a:bodyPr/>
        <a:lstStyle/>
        <a:p>
          <a:endParaRPr lang="fr-FR"/>
        </a:p>
      </dgm:t>
    </dgm:pt>
    <dgm:pt modelId="{0294B60E-6ED8-4B51-A839-8C985CE64225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Conclusion et recommandations</a:t>
          </a:r>
          <a:endParaRPr lang="fr-FR" dirty="0"/>
        </a:p>
      </dgm:t>
    </dgm:pt>
    <dgm:pt modelId="{49E2DC80-BF73-4428-A00F-5F39EF0F8C57}" type="parTrans" cxnId="{32C5F88A-8BB4-4ADB-BD09-606FF7990B32}">
      <dgm:prSet/>
      <dgm:spPr/>
      <dgm:t>
        <a:bodyPr/>
        <a:lstStyle/>
        <a:p>
          <a:endParaRPr lang="fr-FR"/>
        </a:p>
      </dgm:t>
    </dgm:pt>
    <dgm:pt modelId="{F4D63BCA-27EC-45C9-A9DC-0558FADBD1F4}" type="sibTrans" cxnId="{32C5F88A-8BB4-4ADB-BD09-606FF7990B32}">
      <dgm:prSet/>
      <dgm:spPr/>
      <dgm:t>
        <a:bodyPr/>
        <a:lstStyle/>
        <a:p>
          <a:endParaRPr lang="fr-FR"/>
        </a:p>
      </dgm:t>
    </dgm:pt>
    <dgm:pt modelId="{86190804-C798-4D74-A945-00E0F0061E7D}">
      <dgm:prSet phldrT="[Texte]"/>
      <dgm:spPr>
        <a:solidFill>
          <a:schemeClr val="accent2"/>
        </a:solidFill>
      </dgm:spPr>
      <dgm:t>
        <a:bodyPr/>
        <a:lstStyle/>
        <a:p>
          <a:r>
            <a:rPr lang="fr-FR" dirty="0" smtClean="0"/>
            <a:t>Analyse cognitive</a:t>
          </a:r>
          <a:endParaRPr lang="fr-FR" dirty="0"/>
        </a:p>
      </dgm:t>
    </dgm:pt>
    <dgm:pt modelId="{18821DA0-02D9-4170-B348-3BF55452CD19}" type="parTrans" cxnId="{FE2B2C2E-A154-4463-B651-3E771E3C0FB6}">
      <dgm:prSet/>
      <dgm:spPr/>
      <dgm:t>
        <a:bodyPr/>
        <a:lstStyle/>
        <a:p>
          <a:endParaRPr lang="fr-FR"/>
        </a:p>
      </dgm:t>
    </dgm:pt>
    <dgm:pt modelId="{048298C8-2684-4A3A-B11A-40C38FC7AC10}" type="sibTrans" cxnId="{FE2B2C2E-A154-4463-B651-3E771E3C0FB6}">
      <dgm:prSet/>
      <dgm:spPr/>
      <dgm:t>
        <a:bodyPr/>
        <a:lstStyle/>
        <a:p>
          <a:endParaRPr lang="fr-FR"/>
        </a:p>
      </dgm:t>
    </dgm:pt>
    <dgm:pt modelId="{12D0A71A-8EA5-4CDF-ACBC-93827ABA764B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Prototype et amélioration</a:t>
          </a:r>
          <a:endParaRPr lang="fr-FR" dirty="0"/>
        </a:p>
      </dgm:t>
    </dgm:pt>
    <dgm:pt modelId="{31A2D8B2-8372-4186-9C71-B8A2684F12FA}" type="parTrans" cxnId="{C34CEB52-51C2-413A-BE07-4B373D5322EF}">
      <dgm:prSet/>
      <dgm:spPr/>
      <dgm:t>
        <a:bodyPr/>
        <a:lstStyle/>
        <a:p>
          <a:endParaRPr lang="fr-FR"/>
        </a:p>
      </dgm:t>
    </dgm:pt>
    <dgm:pt modelId="{1CF8D868-512D-4195-B252-FAB9CFC1F069}" type="sibTrans" cxnId="{C34CEB52-51C2-413A-BE07-4B373D5322EF}">
      <dgm:prSet/>
      <dgm:spPr/>
      <dgm:t>
        <a:bodyPr/>
        <a:lstStyle/>
        <a:p>
          <a:endParaRPr lang="fr-FR"/>
        </a:p>
      </dgm:t>
    </dgm:pt>
    <dgm:pt modelId="{89326826-250E-4422-BEE1-17FE83042396}" type="pres">
      <dgm:prSet presAssocID="{8D0D27DB-17C8-4933-B440-269A0A6B046B}" presName="Name0" presStyleCnt="0">
        <dgm:presLayoutVars>
          <dgm:dir/>
          <dgm:animLvl val="lvl"/>
          <dgm:resizeHandles val="exact"/>
        </dgm:presLayoutVars>
      </dgm:prSet>
      <dgm:spPr/>
    </dgm:pt>
    <dgm:pt modelId="{467ED3BA-AFFE-4B93-8B3E-C0A0089E1B2A}" type="pres">
      <dgm:prSet presAssocID="{C44E4557-4B8D-4B7D-B11E-573E83C92551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B6CCD52-631D-40EC-A29D-EF905DCD2980}" type="pres">
      <dgm:prSet presAssocID="{CF5C36AD-D3D4-4D00-9528-447D5CAD980D}" presName="parTxOnlySpace" presStyleCnt="0"/>
      <dgm:spPr/>
    </dgm:pt>
    <dgm:pt modelId="{008ACFDA-1B9C-48A0-B214-E31E872FC6D0}" type="pres">
      <dgm:prSet presAssocID="{4AFFD6A4-9242-4842-B48B-70AF50DF3D5E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7AAFF36-03C1-424D-BB2C-AF4DA7052CA5}" type="pres">
      <dgm:prSet presAssocID="{0402D23D-4116-4D81-8B6A-CAF0F3A8331B}" presName="parTxOnlySpace" presStyleCnt="0"/>
      <dgm:spPr/>
    </dgm:pt>
    <dgm:pt modelId="{B181F8EE-A344-42D4-85F0-379A6F9A3E09}" type="pres">
      <dgm:prSet presAssocID="{A358BBB2-B0D8-410C-97E4-9F87503E986D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8A8CDF3-4952-46F7-97C7-87B88213ADAD}" type="pres">
      <dgm:prSet presAssocID="{3BB3B16D-0AFE-4FB4-AFC0-A41F5AB0CDCD}" presName="parTxOnlySpace" presStyleCnt="0"/>
      <dgm:spPr/>
    </dgm:pt>
    <dgm:pt modelId="{EDDECF90-8BB3-4DA1-8C8C-78182594AEC0}" type="pres">
      <dgm:prSet presAssocID="{86190804-C798-4D74-A945-00E0F0061E7D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89026C8-5A6F-4443-941E-58AB4AD879FA}" type="pres">
      <dgm:prSet presAssocID="{048298C8-2684-4A3A-B11A-40C38FC7AC10}" presName="parTxOnlySpace" presStyleCnt="0"/>
      <dgm:spPr/>
    </dgm:pt>
    <dgm:pt modelId="{82CE2AD6-5168-45A8-91B7-2F6D8199806B}" type="pres">
      <dgm:prSet presAssocID="{12D0A71A-8EA5-4CDF-ACBC-93827ABA764B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57CF87D-BEF3-4AC1-AD2C-ECA6FA53FC82}" type="pres">
      <dgm:prSet presAssocID="{1CF8D868-512D-4195-B252-FAB9CFC1F069}" presName="parTxOnlySpace" presStyleCnt="0"/>
      <dgm:spPr/>
    </dgm:pt>
    <dgm:pt modelId="{5EB3262C-3F8F-4B2C-BED6-9F445658E96D}" type="pres">
      <dgm:prSet presAssocID="{0294B60E-6ED8-4B51-A839-8C985CE64225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D87B92F2-4B78-4C72-A7B6-1B85AE931590}" srcId="{8D0D27DB-17C8-4933-B440-269A0A6B046B}" destId="{A358BBB2-B0D8-410C-97E4-9F87503E986D}" srcOrd="2" destOrd="0" parTransId="{38624BCE-AC19-4242-9589-59FF9826AA78}" sibTransId="{3BB3B16D-0AFE-4FB4-AFC0-A41F5AB0CDCD}"/>
    <dgm:cxn modelId="{92CCB197-4F18-4BB0-9E33-A8CB7EB3255C}" type="presOf" srcId="{8D0D27DB-17C8-4933-B440-269A0A6B046B}" destId="{89326826-250E-4422-BEE1-17FE83042396}" srcOrd="0" destOrd="0" presId="urn:microsoft.com/office/officeart/2005/8/layout/chevron1"/>
    <dgm:cxn modelId="{45954E23-9572-426C-A821-AB956A93E307}" srcId="{8D0D27DB-17C8-4933-B440-269A0A6B046B}" destId="{C44E4557-4B8D-4B7D-B11E-573E83C92551}" srcOrd="0" destOrd="0" parTransId="{6B38CB67-CA6D-40EF-8104-352248E147DF}" sibTransId="{CF5C36AD-D3D4-4D00-9528-447D5CAD980D}"/>
    <dgm:cxn modelId="{7F488E24-6087-4594-8CB1-195C45FE11C3}" type="presOf" srcId="{12D0A71A-8EA5-4CDF-ACBC-93827ABA764B}" destId="{82CE2AD6-5168-45A8-91B7-2F6D8199806B}" srcOrd="0" destOrd="0" presId="urn:microsoft.com/office/officeart/2005/8/layout/chevron1"/>
    <dgm:cxn modelId="{49B1589C-8E16-41B7-8DE7-6696D5B0E97C}" type="presOf" srcId="{0294B60E-6ED8-4B51-A839-8C985CE64225}" destId="{5EB3262C-3F8F-4B2C-BED6-9F445658E96D}" srcOrd="0" destOrd="0" presId="urn:microsoft.com/office/officeart/2005/8/layout/chevron1"/>
    <dgm:cxn modelId="{9FB473CA-736F-4F5D-9BB5-32C4D4B5C227}" type="presOf" srcId="{A358BBB2-B0D8-410C-97E4-9F87503E986D}" destId="{B181F8EE-A344-42D4-85F0-379A6F9A3E09}" srcOrd="0" destOrd="0" presId="urn:microsoft.com/office/officeart/2005/8/layout/chevron1"/>
    <dgm:cxn modelId="{6C37FFBE-F027-4198-A92D-9A2A6AC7935F}" type="presOf" srcId="{4AFFD6A4-9242-4842-B48B-70AF50DF3D5E}" destId="{008ACFDA-1B9C-48A0-B214-E31E872FC6D0}" srcOrd="0" destOrd="0" presId="urn:microsoft.com/office/officeart/2005/8/layout/chevron1"/>
    <dgm:cxn modelId="{11B42A54-FDD3-4D92-8839-13671E137B87}" type="presOf" srcId="{C44E4557-4B8D-4B7D-B11E-573E83C92551}" destId="{467ED3BA-AFFE-4B93-8B3E-C0A0089E1B2A}" srcOrd="0" destOrd="0" presId="urn:microsoft.com/office/officeart/2005/8/layout/chevron1"/>
    <dgm:cxn modelId="{32C5F88A-8BB4-4ADB-BD09-606FF7990B32}" srcId="{8D0D27DB-17C8-4933-B440-269A0A6B046B}" destId="{0294B60E-6ED8-4B51-A839-8C985CE64225}" srcOrd="5" destOrd="0" parTransId="{49E2DC80-BF73-4428-A00F-5F39EF0F8C57}" sibTransId="{F4D63BCA-27EC-45C9-A9DC-0558FADBD1F4}"/>
    <dgm:cxn modelId="{FE2B2C2E-A154-4463-B651-3E771E3C0FB6}" srcId="{8D0D27DB-17C8-4933-B440-269A0A6B046B}" destId="{86190804-C798-4D74-A945-00E0F0061E7D}" srcOrd="3" destOrd="0" parTransId="{18821DA0-02D9-4170-B348-3BF55452CD19}" sibTransId="{048298C8-2684-4A3A-B11A-40C38FC7AC10}"/>
    <dgm:cxn modelId="{952ECF7A-7E74-44DD-B42D-1F656DD0A9EE}" srcId="{8D0D27DB-17C8-4933-B440-269A0A6B046B}" destId="{4AFFD6A4-9242-4842-B48B-70AF50DF3D5E}" srcOrd="1" destOrd="0" parTransId="{D4F4099E-087F-41F3-ACC1-96E26ECF460E}" sibTransId="{0402D23D-4116-4D81-8B6A-CAF0F3A8331B}"/>
    <dgm:cxn modelId="{C34CEB52-51C2-413A-BE07-4B373D5322EF}" srcId="{8D0D27DB-17C8-4933-B440-269A0A6B046B}" destId="{12D0A71A-8EA5-4CDF-ACBC-93827ABA764B}" srcOrd="4" destOrd="0" parTransId="{31A2D8B2-8372-4186-9C71-B8A2684F12FA}" sibTransId="{1CF8D868-512D-4195-B252-FAB9CFC1F069}"/>
    <dgm:cxn modelId="{8D03432B-5A58-426B-A2D1-2D835DD86035}" type="presOf" srcId="{86190804-C798-4D74-A945-00E0F0061E7D}" destId="{EDDECF90-8BB3-4DA1-8C8C-78182594AEC0}" srcOrd="0" destOrd="0" presId="urn:microsoft.com/office/officeart/2005/8/layout/chevron1"/>
    <dgm:cxn modelId="{91551F63-5C16-41E6-9B5A-9F1B571A6E26}" type="presParOf" srcId="{89326826-250E-4422-BEE1-17FE83042396}" destId="{467ED3BA-AFFE-4B93-8B3E-C0A0089E1B2A}" srcOrd="0" destOrd="0" presId="urn:microsoft.com/office/officeart/2005/8/layout/chevron1"/>
    <dgm:cxn modelId="{CD83B3EB-2A99-4EF4-A9BD-B660756C5913}" type="presParOf" srcId="{89326826-250E-4422-BEE1-17FE83042396}" destId="{2B6CCD52-631D-40EC-A29D-EF905DCD2980}" srcOrd="1" destOrd="0" presId="urn:microsoft.com/office/officeart/2005/8/layout/chevron1"/>
    <dgm:cxn modelId="{D2BCE809-0B11-46E4-8A25-E73437F5B1E6}" type="presParOf" srcId="{89326826-250E-4422-BEE1-17FE83042396}" destId="{008ACFDA-1B9C-48A0-B214-E31E872FC6D0}" srcOrd="2" destOrd="0" presId="urn:microsoft.com/office/officeart/2005/8/layout/chevron1"/>
    <dgm:cxn modelId="{B671F9C2-A6C6-4ECE-82D0-A448AC40AA41}" type="presParOf" srcId="{89326826-250E-4422-BEE1-17FE83042396}" destId="{B7AAFF36-03C1-424D-BB2C-AF4DA7052CA5}" srcOrd="3" destOrd="0" presId="urn:microsoft.com/office/officeart/2005/8/layout/chevron1"/>
    <dgm:cxn modelId="{F2EB445B-65CD-4B52-B78F-11BDB2CE384F}" type="presParOf" srcId="{89326826-250E-4422-BEE1-17FE83042396}" destId="{B181F8EE-A344-42D4-85F0-379A6F9A3E09}" srcOrd="4" destOrd="0" presId="urn:microsoft.com/office/officeart/2005/8/layout/chevron1"/>
    <dgm:cxn modelId="{955CF82E-78B0-4BE2-855E-8DE29F09E60A}" type="presParOf" srcId="{89326826-250E-4422-BEE1-17FE83042396}" destId="{D8A8CDF3-4952-46F7-97C7-87B88213ADAD}" srcOrd="5" destOrd="0" presId="urn:microsoft.com/office/officeart/2005/8/layout/chevron1"/>
    <dgm:cxn modelId="{7116F1B0-DC64-4DD8-BD41-11F69265F6F8}" type="presParOf" srcId="{89326826-250E-4422-BEE1-17FE83042396}" destId="{EDDECF90-8BB3-4DA1-8C8C-78182594AEC0}" srcOrd="6" destOrd="0" presId="urn:microsoft.com/office/officeart/2005/8/layout/chevron1"/>
    <dgm:cxn modelId="{8EB9B383-1C48-47D4-855E-F9DCB38269F1}" type="presParOf" srcId="{89326826-250E-4422-BEE1-17FE83042396}" destId="{889026C8-5A6F-4443-941E-58AB4AD879FA}" srcOrd="7" destOrd="0" presId="urn:microsoft.com/office/officeart/2005/8/layout/chevron1"/>
    <dgm:cxn modelId="{DD3585D2-A7DD-4F2E-973D-1D2BC75E5EB4}" type="presParOf" srcId="{89326826-250E-4422-BEE1-17FE83042396}" destId="{82CE2AD6-5168-45A8-91B7-2F6D8199806B}" srcOrd="8" destOrd="0" presId="urn:microsoft.com/office/officeart/2005/8/layout/chevron1"/>
    <dgm:cxn modelId="{7275306F-60B7-48F3-A4AE-C3D49F904754}" type="presParOf" srcId="{89326826-250E-4422-BEE1-17FE83042396}" destId="{857CF87D-BEF3-4AC1-AD2C-ECA6FA53FC82}" srcOrd="9" destOrd="0" presId="urn:microsoft.com/office/officeart/2005/8/layout/chevron1"/>
    <dgm:cxn modelId="{C7CDD2E2-D75B-4194-B7DE-9D8B532F92E1}" type="presParOf" srcId="{89326826-250E-4422-BEE1-17FE83042396}" destId="{5EB3262C-3F8F-4B2C-BED6-9F445658E96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8D0D27DB-17C8-4933-B440-269A0A6B046B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C44E4557-4B8D-4B7D-B11E-573E83C92551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Introduction</a:t>
          </a:r>
          <a:endParaRPr lang="fr-FR" dirty="0"/>
        </a:p>
      </dgm:t>
    </dgm:pt>
    <dgm:pt modelId="{6B38CB67-CA6D-40EF-8104-352248E147DF}" type="parTrans" cxnId="{45954E23-9572-426C-A821-AB956A93E307}">
      <dgm:prSet/>
      <dgm:spPr/>
      <dgm:t>
        <a:bodyPr/>
        <a:lstStyle/>
        <a:p>
          <a:endParaRPr lang="fr-FR"/>
        </a:p>
      </dgm:t>
    </dgm:pt>
    <dgm:pt modelId="{CF5C36AD-D3D4-4D00-9528-447D5CAD980D}" type="sibTrans" cxnId="{45954E23-9572-426C-A821-AB956A93E307}">
      <dgm:prSet/>
      <dgm:spPr/>
      <dgm:t>
        <a:bodyPr/>
        <a:lstStyle/>
        <a:p>
          <a:endParaRPr lang="fr-FR"/>
        </a:p>
      </dgm:t>
    </dgm:pt>
    <dgm:pt modelId="{4AFFD6A4-9242-4842-B48B-70AF50DF3D5E}">
      <dgm:prSet phldrT="[Texte]"/>
      <dgm:spPr>
        <a:solidFill>
          <a:srgbClr val="0070C0"/>
        </a:solidFill>
        <a:ln>
          <a:solidFill>
            <a:schemeClr val="accent2"/>
          </a:solidFill>
        </a:ln>
      </dgm:spPr>
      <dgm:t>
        <a:bodyPr/>
        <a:lstStyle/>
        <a:p>
          <a:r>
            <a:rPr lang="fr-FR" dirty="0" smtClean="0"/>
            <a:t>Analyse de la situation</a:t>
          </a:r>
          <a:endParaRPr lang="fr-FR" dirty="0"/>
        </a:p>
      </dgm:t>
    </dgm:pt>
    <dgm:pt modelId="{D4F4099E-087F-41F3-ACC1-96E26ECF460E}" type="parTrans" cxnId="{952ECF7A-7E74-44DD-B42D-1F656DD0A9EE}">
      <dgm:prSet/>
      <dgm:spPr/>
      <dgm:t>
        <a:bodyPr/>
        <a:lstStyle/>
        <a:p>
          <a:endParaRPr lang="fr-FR"/>
        </a:p>
      </dgm:t>
    </dgm:pt>
    <dgm:pt modelId="{0402D23D-4116-4D81-8B6A-CAF0F3A8331B}" type="sibTrans" cxnId="{952ECF7A-7E74-44DD-B42D-1F656DD0A9EE}">
      <dgm:prSet/>
      <dgm:spPr/>
      <dgm:t>
        <a:bodyPr/>
        <a:lstStyle/>
        <a:p>
          <a:endParaRPr lang="fr-FR"/>
        </a:p>
      </dgm:t>
    </dgm:pt>
    <dgm:pt modelId="{A358BBB2-B0D8-410C-97E4-9F87503E986D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Tests utilisateurs</a:t>
          </a:r>
          <a:endParaRPr lang="fr-FR" dirty="0"/>
        </a:p>
      </dgm:t>
    </dgm:pt>
    <dgm:pt modelId="{38624BCE-AC19-4242-9589-59FF9826AA78}" type="parTrans" cxnId="{D87B92F2-4B78-4C72-A7B6-1B85AE931590}">
      <dgm:prSet/>
      <dgm:spPr/>
      <dgm:t>
        <a:bodyPr/>
        <a:lstStyle/>
        <a:p>
          <a:endParaRPr lang="fr-FR"/>
        </a:p>
      </dgm:t>
    </dgm:pt>
    <dgm:pt modelId="{3BB3B16D-0AFE-4FB4-AFC0-A41F5AB0CDCD}" type="sibTrans" cxnId="{D87B92F2-4B78-4C72-A7B6-1B85AE931590}">
      <dgm:prSet/>
      <dgm:spPr/>
      <dgm:t>
        <a:bodyPr/>
        <a:lstStyle/>
        <a:p>
          <a:endParaRPr lang="fr-FR"/>
        </a:p>
      </dgm:t>
    </dgm:pt>
    <dgm:pt modelId="{0294B60E-6ED8-4B51-A839-8C985CE64225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Conclusion et recommandations</a:t>
          </a:r>
          <a:endParaRPr lang="fr-FR" dirty="0"/>
        </a:p>
      </dgm:t>
    </dgm:pt>
    <dgm:pt modelId="{49E2DC80-BF73-4428-A00F-5F39EF0F8C57}" type="parTrans" cxnId="{32C5F88A-8BB4-4ADB-BD09-606FF7990B32}">
      <dgm:prSet/>
      <dgm:spPr/>
      <dgm:t>
        <a:bodyPr/>
        <a:lstStyle/>
        <a:p>
          <a:endParaRPr lang="fr-FR"/>
        </a:p>
      </dgm:t>
    </dgm:pt>
    <dgm:pt modelId="{F4D63BCA-27EC-45C9-A9DC-0558FADBD1F4}" type="sibTrans" cxnId="{32C5F88A-8BB4-4ADB-BD09-606FF7990B32}">
      <dgm:prSet/>
      <dgm:spPr/>
      <dgm:t>
        <a:bodyPr/>
        <a:lstStyle/>
        <a:p>
          <a:endParaRPr lang="fr-FR"/>
        </a:p>
      </dgm:t>
    </dgm:pt>
    <dgm:pt modelId="{86190804-C798-4D74-A945-00E0F0061E7D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Analyse cognitive</a:t>
          </a:r>
          <a:endParaRPr lang="fr-FR" dirty="0"/>
        </a:p>
      </dgm:t>
    </dgm:pt>
    <dgm:pt modelId="{18821DA0-02D9-4170-B348-3BF55452CD19}" type="parTrans" cxnId="{FE2B2C2E-A154-4463-B651-3E771E3C0FB6}">
      <dgm:prSet/>
      <dgm:spPr/>
      <dgm:t>
        <a:bodyPr/>
        <a:lstStyle/>
        <a:p>
          <a:endParaRPr lang="fr-FR"/>
        </a:p>
      </dgm:t>
    </dgm:pt>
    <dgm:pt modelId="{048298C8-2684-4A3A-B11A-40C38FC7AC10}" type="sibTrans" cxnId="{FE2B2C2E-A154-4463-B651-3E771E3C0FB6}">
      <dgm:prSet/>
      <dgm:spPr/>
      <dgm:t>
        <a:bodyPr/>
        <a:lstStyle/>
        <a:p>
          <a:endParaRPr lang="fr-FR"/>
        </a:p>
      </dgm:t>
    </dgm:pt>
    <dgm:pt modelId="{12D0A71A-8EA5-4CDF-ACBC-93827ABA764B}">
      <dgm:prSet phldrT="[Texte]"/>
      <dgm:spPr>
        <a:solidFill>
          <a:schemeClr val="accent2"/>
        </a:solidFill>
      </dgm:spPr>
      <dgm:t>
        <a:bodyPr/>
        <a:lstStyle/>
        <a:p>
          <a:r>
            <a:rPr lang="fr-FR" dirty="0" smtClean="0"/>
            <a:t>Prototype et amélioration</a:t>
          </a:r>
          <a:endParaRPr lang="fr-FR" dirty="0"/>
        </a:p>
      </dgm:t>
    </dgm:pt>
    <dgm:pt modelId="{31A2D8B2-8372-4186-9C71-B8A2684F12FA}" type="parTrans" cxnId="{C34CEB52-51C2-413A-BE07-4B373D5322EF}">
      <dgm:prSet/>
      <dgm:spPr/>
      <dgm:t>
        <a:bodyPr/>
        <a:lstStyle/>
        <a:p>
          <a:endParaRPr lang="fr-FR"/>
        </a:p>
      </dgm:t>
    </dgm:pt>
    <dgm:pt modelId="{1CF8D868-512D-4195-B252-FAB9CFC1F069}" type="sibTrans" cxnId="{C34CEB52-51C2-413A-BE07-4B373D5322EF}">
      <dgm:prSet/>
      <dgm:spPr/>
      <dgm:t>
        <a:bodyPr/>
        <a:lstStyle/>
        <a:p>
          <a:endParaRPr lang="fr-FR"/>
        </a:p>
      </dgm:t>
    </dgm:pt>
    <dgm:pt modelId="{89326826-250E-4422-BEE1-17FE83042396}" type="pres">
      <dgm:prSet presAssocID="{8D0D27DB-17C8-4933-B440-269A0A6B046B}" presName="Name0" presStyleCnt="0">
        <dgm:presLayoutVars>
          <dgm:dir/>
          <dgm:animLvl val="lvl"/>
          <dgm:resizeHandles val="exact"/>
        </dgm:presLayoutVars>
      </dgm:prSet>
      <dgm:spPr/>
    </dgm:pt>
    <dgm:pt modelId="{467ED3BA-AFFE-4B93-8B3E-C0A0089E1B2A}" type="pres">
      <dgm:prSet presAssocID="{C44E4557-4B8D-4B7D-B11E-573E83C92551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B6CCD52-631D-40EC-A29D-EF905DCD2980}" type="pres">
      <dgm:prSet presAssocID="{CF5C36AD-D3D4-4D00-9528-447D5CAD980D}" presName="parTxOnlySpace" presStyleCnt="0"/>
      <dgm:spPr/>
    </dgm:pt>
    <dgm:pt modelId="{008ACFDA-1B9C-48A0-B214-E31E872FC6D0}" type="pres">
      <dgm:prSet presAssocID="{4AFFD6A4-9242-4842-B48B-70AF50DF3D5E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7AAFF36-03C1-424D-BB2C-AF4DA7052CA5}" type="pres">
      <dgm:prSet presAssocID="{0402D23D-4116-4D81-8B6A-CAF0F3A8331B}" presName="parTxOnlySpace" presStyleCnt="0"/>
      <dgm:spPr/>
    </dgm:pt>
    <dgm:pt modelId="{B181F8EE-A344-42D4-85F0-379A6F9A3E09}" type="pres">
      <dgm:prSet presAssocID="{A358BBB2-B0D8-410C-97E4-9F87503E986D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8A8CDF3-4952-46F7-97C7-87B88213ADAD}" type="pres">
      <dgm:prSet presAssocID="{3BB3B16D-0AFE-4FB4-AFC0-A41F5AB0CDCD}" presName="parTxOnlySpace" presStyleCnt="0"/>
      <dgm:spPr/>
    </dgm:pt>
    <dgm:pt modelId="{EDDECF90-8BB3-4DA1-8C8C-78182594AEC0}" type="pres">
      <dgm:prSet presAssocID="{86190804-C798-4D74-A945-00E0F0061E7D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89026C8-5A6F-4443-941E-58AB4AD879FA}" type="pres">
      <dgm:prSet presAssocID="{048298C8-2684-4A3A-B11A-40C38FC7AC10}" presName="parTxOnlySpace" presStyleCnt="0"/>
      <dgm:spPr/>
    </dgm:pt>
    <dgm:pt modelId="{82CE2AD6-5168-45A8-91B7-2F6D8199806B}" type="pres">
      <dgm:prSet presAssocID="{12D0A71A-8EA5-4CDF-ACBC-93827ABA764B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57CF87D-BEF3-4AC1-AD2C-ECA6FA53FC82}" type="pres">
      <dgm:prSet presAssocID="{1CF8D868-512D-4195-B252-FAB9CFC1F069}" presName="parTxOnlySpace" presStyleCnt="0"/>
      <dgm:spPr/>
    </dgm:pt>
    <dgm:pt modelId="{5EB3262C-3F8F-4B2C-BED6-9F445658E96D}" type="pres">
      <dgm:prSet presAssocID="{0294B60E-6ED8-4B51-A839-8C985CE64225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D87B92F2-4B78-4C72-A7B6-1B85AE931590}" srcId="{8D0D27DB-17C8-4933-B440-269A0A6B046B}" destId="{A358BBB2-B0D8-410C-97E4-9F87503E986D}" srcOrd="2" destOrd="0" parTransId="{38624BCE-AC19-4242-9589-59FF9826AA78}" sibTransId="{3BB3B16D-0AFE-4FB4-AFC0-A41F5AB0CDCD}"/>
    <dgm:cxn modelId="{92CCB197-4F18-4BB0-9E33-A8CB7EB3255C}" type="presOf" srcId="{8D0D27DB-17C8-4933-B440-269A0A6B046B}" destId="{89326826-250E-4422-BEE1-17FE83042396}" srcOrd="0" destOrd="0" presId="urn:microsoft.com/office/officeart/2005/8/layout/chevron1"/>
    <dgm:cxn modelId="{45954E23-9572-426C-A821-AB956A93E307}" srcId="{8D0D27DB-17C8-4933-B440-269A0A6B046B}" destId="{C44E4557-4B8D-4B7D-B11E-573E83C92551}" srcOrd="0" destOrd="0" parTransId="{6B38CB67-CA6D-40EF-8104-352248E147DF}" sibTransId="{CF5C36AD-D3D4-4D00-9528-447D5CAD980D}"/>
    <dgm:cxn modelId="{7F488E24-6087-4594-8CB1-195C45FE11C3}" type="presOf" srcId="{12D0A71A-8EA5-4CDF-ACBC-93827ABA764B}" destId="{82CE2AD6-5168-45A8-91B7-2F6D8199806B}" srcOrd="0" destOrd="0" presId="urn:microsoft.com/office/officeart/2005/8/layout/chevron1"/>
    <dgm:cxn modelId="{49B1589C-8E16-41B7-8DE7-6696D5B0E97C}" type="presOf" srcId="{0294B60E-6ED8-4B51-A839-8C985CE64225}" destId="{5EB3262C-3F8F-4B2C-BED6-9F445658E96D}" srcOrd="0" destOrd="0" presId="urn:microsoft.com/office/officeart/2005/8/layout/chevron1"/>
    <dgm:cxn modelId="{9FB473CA-736F-4F5D-9BB5-32C4D4B5C227}" type="presOf" srcId="{A358BBB2-B0D8-410C-97E4-9F87503E986D}" destId="{B181F8EE-A344-42D4-85F0-379A6F9A3E09}" srcOrd="0" destOrd="0" presId="urn:microsoft.com/office/officeart/2005/8/layout/chevron1"/>
    <dgm:cxn modelId="{6C37FFBE-F027-4198-A92D-9A2A6AC7935F}" type="presOf" srcId="{4AFFD6A4-9242-4842-B48B-70AF50DF3D5E}" destId="{008ACFDA-1B9C-48A0-B214-E31E872FC6D0}" srcOrd="0" destOrd="0" presId="urn:microsoft.com/office/officeart/2005/8/layout/chevron1"/>
    <dgm:cxn modelId="{11B42A54-FDD3-4D92-8839-13671E137B87}" type="presOf" srcId="{C44E4557-4B8D-4B7D-B11E-573E83C92551}" destId="{467ED3BA-AFFE-4B93-8B3E-C0A0089E1B2A}" srcOrd="0" destOrd="0" presId="urn:microsoft.com/office/officeart/2005/8/layout/chevron1"/>
    <dgm:cxn modelId="{32C5F88A-8BB4-4ADB-BD09-606FF7990B32}" srcId="{8D0D27DB-17C8-4933-B440-269A0A6B046B}" destId="{0294B60E-6ED8-4B51-A839-8C985CE64225}" srcOrd="5" destOrd="0" parTransId="{49E2DC80-BF73-4428-A00F-5F39EF0F8C57}" sibTransId="{F4D63BCA-27EC-45C9-A9DC-0558FADBD1F4}"/>
    <dgm:cxn modelId="{FE2B2C2E-A154-4463-B651-3E771E3C0FB6}" srcId="{8D0D27DB-17C8-4933-B440-269A0A6B046B}" destId="{86190804-C798-4D74-A945-00E0F0061E7D}" srcOrd="3" destOrd="0" parTransId="{18821DA0-02D9-4170-B348-3BF55452CD19}" sibTransId="{048298C8-2684-4A3A-B11A-40C38FC7AC10}"/>
    <dgm:cxn modelId="{952ECF7A-7E74-44DD-B42D-1F656DD0A9EE}" srcId="{8D0D27DB-17C8-4933-B440-269A0A6B046B}" destId="{4AFFD6A4-9242-4842-B48B-70AF50DF3D5E}" srcOrd="1" destOrd="0" parTransId="{D4F4099E-087F-41F3-ACC1-96E26ECF460E}" sibTransId="{0402D23D-4116-4D81-8B6A-CAF0F3A8331B}"/>
    <dgm:cxn modelId="{C34CEB52-51C2-413A-BE07-4B373D5322EF}" srcId="{8D0D27DB-17C8-4933-B440-269A0A6B046B}" destId="{12D0A71A-8EA5-4CDF-ACBC-93827ABA764B}" srcOrd="4" destOrd="0" parTransId="{31A2D8B2-8372-4186-9C71-B8A2684F12FA}" sibTransId="{1CF8D868-512D-4195-B252-FAB9CFC1F069}"/>
    <dgm:cxn modelId="{8D03432B-5A58-426B-A2D1-2D835DD86035}" type="presOf" srcId="{86190804-C798-4D74-A945-00E0F0061E7D}" destId="{EDDECF90-8BB3-4DA1-8C8C-78182594AEC0}" srcOrd="0" destOrd="0" presId="urn:microsoft.com/office/officeart/2005/8/layout/chevron1"/>
    <dgm:cxn modelId="{91551F63-5C16-41E6-9B5A-9F1B571A6E26}" type="presParOf" srcId="{89326826-250E-4422-BEE1-17FE83042396}" destId="{467ED3BA-AFFE-4B93-8B3E-C0A0089E1B2A}" srcOrd="0" destOrd="0" presId="urn:microsoft.com/office/officeart/2005/8/layout/chevron1"/>
    <dgm:cxn modelId="{CD83B3EB-2A99-4EF4-A9BD-B660756C5913}" type="presParOf" srcId="{89326826-250E-4422-BEE1-17FE83042396}" destId="{2B6CCD52-631D-40EC-A29D-EF905DCD2980}" srcOrd="1" destOrd="0" presId="urn:microsoft.com/office/officeart/2005/8/layout/chevron1"/>
    <dgm:cxn modelId="{D2BCE809-0B11-46E4-8A25-E73437F5B1E6}" type="presParOf" srcId="{89326826-250E-4422-BEE1-17FE83042396}" destId="{008ACFDA-1B9C-48A0-B214-E31E872FC6D0}" srcOrd="2" destOrd="0" presId="urn:microsoft.com/office/officeart/2005/8/layout/chevron1"/>
    <dgm:cxn modelId="{B671F9C2-A6C6-4ECE-82D0-A448AC40AA41}" type="presParOf" srcId="{89326826-250E-4422-BEE1-17FE83042396}" destId="{B7AAFF36-03C1-424D-BB2C-AF4DA7052CA5}" srcOrd="3" destOrd="0" presId="urn:microsoft.com/office/officeart/2005/8/layout/chevron1"/>
    <dgm:cxn modelId="{F2EB445B-65CD-4B52-B78F-11BDB2CE384F}" type="presParOf" srcId="{89326826-250E-4422-BEE1-17FE83042396}" destId="{B181F8EE-A344-42D4-85F0-379A6F9A3E09}" srcOrd="4" destOrd="0" presId="urn:microsoft.com/office/officeart/2005/8/layout/chevron1"/>
    <dgm:cxn modelId="{955CF82E-78B0-4BE2-855E-8DE29F09E60A}" type="presParOf" srcId="{89326826-250E-4422-BEE1-17FE83042396}" destId="{D8A8CDF3-4952-46F7-97C7-87B88213ADAD}" srcOrd="5" destOrd="0" presId="urn:microsoft.com/office/officeart/2005/8/layout/chevron1"/>
    <dgm:cxn modelId="{7116F1B0-DC64-4DD8-BD41-11F69265F6F8}" type="presParOf" srcId="{89326826-250E-4422-BEE1-17FE83042396}" destId="{EDDECF90-8BB3-4DA1-8C8C-78182594AEC0}" srcOrd="6" destOrd="0" presId="urn:microsoft.com/office/officeart/2005/8/layout/chevron1"/>
    <dgm:cxn modelId="{8EB9B383-1C48-47D4-855E-F9DCB38269F1}" type="presParOf" srcId="{89326826-250E-4422-BEE1-17FE83042396}" destId="{889026C8-5A6F-4443-941E-58AB4AD879FA}" srcOrd="7" destOrd="0" presId="urn:microsoft.com/office/officeart/2005/8/layout/chevron1"/>
    <dgm:cxn modelId="{DD3585D2-A7DD-4F2E-973D-1D2BC75E5EB4}" type="presParOf" srcId="{89326826-250E-4422-BEE1-17FE83042396}" destId="{82CE2AD6-5168-45A8-91B7-2F6D8199806B}" srcOrd="8" destOrd="0" presId="urn:microsoft.com/office/officeart/2005/8/layout/chevron1"/>
    <dgm:cxn modelId="{7275306F-60B7-48F3-A4AE-C3D49F904754}" type="presParOf" srcId="{89326826-250E-4422-BEE1-17FE83042396}" destId="{857CF87D-BEF3-4AC1-AD2C-ECA6FA53FC82}" srcOrd="9" destOrd="0" presId="urn:microsoft.com/office/officeart/2005/8/layout/chevron1"/>
    <dgm:cxn modelId="{C7CDD2E2-D75B-4194-B7DE-9D8B532F92E1}" type="presParOf" srcId="{89326826-250E-4422-BEE1-17FE83042396}" destId="{5EB3262C-3F8F-4B2C-BED6-9F445658E96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8D0D27DB-17C8-4933-B440-269A0A6B046B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C44E4557-4B8D-4B7D-B11E-573E83C92551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Introduction</a:t>
          </a:r>
          <a:endParaRPr lang="fr-FR" dirty="0"/>
        </a:p>
      </dgm:t>
    </dgm:pt>
    <dgm:pt modelId="{6B38CB67-CA6D-40EF-8104-352248E147DF}" type="parTrans" cxnId="{45954E23-9572-426C-A821-AB956A93E307}">
      <dgm:prSet/>
      <dgm:spPr/>
      <dgm:t>
        <a:bodyPr/>
        <a:lstStyle/>
        <a:p>
          <a:endParaRPr lang="fr-FR"/>
        </a:p>
      </dgm:t>
    </dgm:pt>
    <dgm:pt modelId="{CF5C36AD-D3D4-4D00-9528-447D5CAD980D}" type="sibTrans" cxnId="{45954E23-9572-426C-A821-AB956A93E307}">
      <dgm:prSet/>
      <dgm:spPr/>
      <dgm:t>
        <a:bodyPr/>
        <a:lstStyle/>
        <a:p>
          <a:endParaRPr lang="fr-FR"/>
        </a:p>
      </dgm:t>
    </dgm:pt>
    <dgm:pt modelId="{4AFFD6A4-9242-4842-B48B-70AF50DF3D5E}">
      <dgm:prSet phldrT="[Texte]"/>
      <dgm:spPr>
        <a:solidFill>
          <a:srgbClr val="0070C0"/>
        </a:solidFill>
        <a:ln>
          <a:solidFill>
            <a:schemeClr val="accent2"/>
          </a:solidFill>
        </a:ln>
      </dgm:spPr>
      <dgm:t>
        <a:bodyPr/>
        <a:lstStyle/>
        <a:p>
          <a:r>
            <a:rPr lang="fr-FR" dirty="0" smtClean="0"/>
            <a:t>Analyse de la situation</a:t>
          </a:r>
          <a:endParaRPr lang="fr-FR" dirty="0"/>
        </a:p>
      </dgm:t>
    </dgm:pt>
    <dgm:pt modelId="{D4F4099E-087F-41F3-ACC1-96E26ECF460E}" type="parTrans" cxnId="{952ECF7A-7E74-44DD-B42D-1F656DD0A9EE}">
      <dgm:prSet/>
      <dgm:spPr/>
      <dgm:t>
        <a:bodyPr/>
        <a:lstStyle/>
        <a:p>
          <a:endParaRPr lang="fr-FR"/>
        </a:p>
      </dgm:t>
    </dgm:pt>
    <dgm:pt modelId="{0402D23D-4116-4D81-8B6A-CAF0F3A8331B}" type="sibTrans" cxnId="{952ECF7A-7E74-44DD-B42D-1F656DD0A9EE}">
      <dgm:prSet/>
      <dgm:spPr/>
      <dgm:t>
        <a:bodyPr/>
        <a:lstStyle/>
        <a:p>
          <a:endParaRPr lang="fr-FR"/>
        </a:p>
      </dgm:t>
    </dgm:pt>
    <dgm:pt modelId="{A358BBB2-B0D8-410C-97E4-9F87503E986D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Tests utilisateurs</a:t>
          </a:r>
          <a:endParaRPr lang="fr-FR" dirty="0"/>
        </a:p>
      </dgm:t>
    </dgm:pt>
    <dgm:pt modelId="{38624BCE-AC19-4242-9589-59FF9826AA78}" type="parTrans" cxnId="{D87B92F2-4B78-4C72-A7B6-1B85AE931590}">
      <dgm:prSet/>
      <dgm:spPr/>
      <dgm:t>
        <a:bodyPr/>
        <a:lstStyle/>
        <a:p>
          <a:endParaRPr lang="fr-FR"/>
        </a:p>
      </dgm:t>
    </dgm:pt>
    <dgm:pt modelId="{3BB3B16D-0AFE-4FB4-AFC0-A41F5AB0CDCD}" type="sibTrans" cxnId="{D87B92F2-4B78-4C72-A7B6-1B85AE931590}">
      <dgm:prSet/>
      <dgm:spPr/>
      <dgm:t>
        <a:bodyPr/>
        <a:lstStyle/>
        <a:p>
          <a:endParaRPr lang="fr-FR"/>
        </a:p>
      </dgm:t>
    </dgm:pt>
    <dgm:pt modelId="{0294B60E-6ED8-4B51-A839-8C985CE64225}">
      <dgm:prSet phldrT="[Texte]"/>
      <dgm:spPr>
        <a:solidFill>
          <a:schemeClr val="accent2"/>
        </a:solidFill>
      </dgm:spPr>
      <dgm:t>
        <a:bodyPr/>
        <a:lstStyle/>
        <a:p>
          <a:r>
            <a:rPr lang="fr-FR" dirty="0" smtClean="0"/>
            <a:t>Conclusion et recommandations</a:t>
          </a:r>
          <a:endParaRPr lang="fr-FR" dirty="0"/>
        </a:p>
      </dgm:t>
    </dgm:pt>
    <dgm:pt modelId="{49E2DC80-BF73-4428-A00F-5F39EF0F8C57}" type="parTrans" cxnId="{32C5F88A-8BB4-4ADB-BD09-606FF7990B32}">
      <dgm:prSet/>
      <dgm:spPr/>
      <dgm:t>
        <a:bodyPr/>
        <a:lstStyle/>
        <a:p>
          <a:endParaRPr lang="fr-FR"/>
        </a:p>
      </dgm:t>
    </dgm:pt>
    <dgm:pt modelId="{F4D63BCA-27EC-45C9-A9DC-0558FADBD1F4}" type="sibTrans" cxnId="{32C5F88A-8BB4-4ADB-BD09-606FF7990B32}">
      <dgm:prSet/>
      <dgm:spPr/>
      <dgm:t>
        <a:bodyPr/>
        <a:lstStyle/>
        <a:p>
          <a:endParaRPr lang="fr-FR"/>
        </a:p>
      </dgm:t>
    </dgm:pt>
    <dgm:pt modelId="{86190804-C798-4D74-A945-00E0F0061E7D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Analyse cognitive</a:t>
          </a:r>
          <a:endParaRPr lang="fr-FR" dirty="0"/>
        </a:p>
      </dgm:t>
    </dgm:pt>
    <dgm:pt modelId="{18821DA0-02D9-4170-B348-3BF55452CD19}" type="parTrans" cxnId="{FE2B2C2E-A154-4463-B651-3E771E3C0FB6}">
      <dgm:prSet/>
      <dgm:spPr/>
      <dgm:t>
        <a:bodyPr/>
        <a:lstStyle/>
        <a:p>
          <a:endParaRPr lang="fr-FR"/>
        </a:p>
      </dgm:t>
    </dgm:pt>
    <dgm:pt modelId="{048298C8-2684-4A3A-B11A-40C38FC7AC10}" type="sibTrans" cxnId="{FE2B2C2E-A154-4463-B651-3E771E3C0FB6}">
      <dgm:prSet/>
      <dgm:spPr/>
      <dgm:t>
        <a:bodyPr/>
        <a:lstStyle/>
        <a:p>
          <a:endParaRPr lang="fr-FR"/>
        </a:p>
      </dgm:t>
    </dgm:pt>
    <dgm:pt modelId="{12D0A71A-8EA5-4CDF-ACBC-93827ABA764B}">
      <dgm:prSet phldrT="[Texte]"/>
      <dgm:spPr>
        <a:solidFill>
          <a:srgbClr val="0070C0"/>
        </a:solidFill>
      </dgm:spPr>
      <dgm:t>
        <a:bodyPr/>
        <a:lstStyle/>
        <a:p>
          <a:r>
            <a:rPr lang="fr-FR" dirty="0" smtClean="0"/>
            <a:t>Prototype et amélioration</a:t>
          </a:r>
          <a:endParaRPr lang="fr-FR" dirty="0"/>
        </a:p>
      </dgm:t>
    </dgm:pt>
    <dgm:pt modelId="{31A2D8B2-8372-4186-9C71-B8A2684F12FA}" type="parTrans" cxnId="{C34CEB52-51C2-413A-BE07-4B373D5322EF}">
      <dgm:prSet/>
      <dgm:spPr/>
      <dgm:t>
        <a:bodyPr/>
        <a:lstStyle/>
        <a:p>
          <a:endParaRPr lang="fr-FR"/>
        </a:p>
      </dgm:t>
    </dgm:pt>
    <dgm:pt modelId="{1CF8D868-512D-4195-B252-FAB9CFC1F069}" type="sibTrans" cxnId="{C34CEB52-51C2-413A-BE07-4B373D5322EF}">
      <dgm:prSet/>
      <dgm:spPr/>
      <dgm:t>
        <a:bodyPr/>
        <a:lstStyle/>
        <a:p>
          <a:endParaRPr lang="fr-FR"/>
        </a:p>
      </dgm:t>
    </dgm:pt>
    <dgm:pt modelId="{89326826-250E-4422-BEE1-17FE83042396}" type="pres">
      <dgm:prSet presAssocID="{8D0D27DB-17C8-4933-B440-269A0A6B046B}" presName="Name0" presStyleCnt="0">
        <dgm:presLayoutVars>
          <dgm:dir/>
          <dgm:animLvl val="lvl"/>
          <dgm:resizeHandles val="exact"/>
        </dgm:presLayoutVars>
      </dgm:prSet>
      <dgm:spPr/>
    </dgm:pt>
    <dgm:pt modelId="{467ED3BA-AFFE-4B93-8B3E-C0A0089E1B2A}" type="pres">
      <dgm:prSet presAssocID="{C44E4557-4B8D-4B7D-B11E-573E83C92551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B6CCD52-631D-40EC-A29D-EF905DCD2980}" type="pres">
      <dgm:prSet presAssocID="{CF5C36AD-D3D4-4D00-9528-447D5CAD980D}" presName="parTxOnlySpace" presStyleCnt="0"/>
      <dgm:spPr/>
    </dgm:pt>
    <dgm:pt modelId="{008ACFDA-1B9C-48A0-B214-E31E872FC6D0}" type="pres">
      <dgm:prSet presAssocID="{4AFFD6A4-9242-4842-B48B-70AF50DF3D5E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7AAFF36-03C1-424D-BB2C-AF4DA7052CA5}" type="pres">
      <dgm:prSet presAssocID="{0402D23D-4116-4D81-8B6A-CAF0F3A8331B}" presName="parTxOnlySpace" presStyleCnt="0"/>
      <dgm:spPr/>
    </dgm:pt>
    <dgm:pt modelId="{B181F8EE-A344-42D4-85F0-379A6F9A3E09}" type="pres">
      <dgm:prSet presAssocID="{A358BBB2-B0D8-410C-97E4-9F87503E986D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8A8CDF3-4952-46F7-97C7-87B88213ADAD}" type="pres">
      <dgm:prSet presAssocID="{3BB3B16D-0AFE-4FB4-AFC0-A41F5AB0CDCD}" presName="parTxOnlySpace" presStyleCnt="0"/>
      <dgm:spPr/>
    </dgm:pt>
    <dgm:pt modelId="{EDDECF90-8BB3-4DA1-8C8C-78182594AEC0}" type="pres">
      <dgm:prSet presAssocID="{86190804-C798-4D74-A945-00E0F0061E7D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89026C8-5A6F-4443-941E-58AB4AD879FA}" type="pres">
      <dgm:prSet presAssocID="{048298C8-2684-4A3A-B11A-40C38FC7AC10}" presName="parTxOnlySpace" presStyleCnt="0"/>
      <dgm:spPr/>
    </dgm:pt>
    <dgm:pt modelId="{82CE2AD6-5168-45A8-91B7-2F6D8199806B}" type="pres">
      <dgm:prSet presAssocID="{12D0A71A-8EA5-4CDF-ACBC-93827ABA764B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57CF87D-BEF3-4AC1-AD2C-ECA6FA53FC82}" type="pres">
      <dgm:prSet presAssocID="{1CF8D868-512D-4195-B252-FAB9CFC1F069}" presName="parTxOnlySpace" presStyleCnt="0"/>
      <dgm:spPr/>
    </dgm:pt>
    <dgm:pt modelId="{5EB3262C-3F8F-4B2C-BED6-9F445658E96D}" type="pres">
      <dgm:prSet presAssocID="{0294B60E-6ED8-4B51-A839-8C985CE64225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D87B92F2-4B78-4C72-A7B6-1B85AE931590}" srcId="{8D0D27DB-17C8-4933-B440-269A0A6B046B}" destId="{A358BBB2-B0D8-410C-97E4-9F87503E986D}" srcOrd="2" destOrd="0" parTransId="{38624BCE-AC19-4242-9589-59FF9826AA78}" sibTransId="{3BB3B16D-0AFE-4FB4-AFC0-A41F5AB0CDCD}"/>
    <dgm:cxn modelId="{92CCB197-4F18-4BB0-9E33-A8CB7EB3255C}" type="presOf" srcId="{8D0D27DB-17C8-4933-B440-269A0A6B046B}" destId="{89326826-250E-4422-BEE1-17FE83042396}" srcOrd="0" destOrd="0" presId="urn:microsoft.com/office/officeart/2005/8/layout/chevron1"/>
    <dgm:cxn modelId="{45954E23-9572-426C-A821-AB956A93E307}" srcId="{8D0D27DB-17C8-4933-B440-269A0A6B046B}" destId="{C44E4557-4B8D-4B7D-B11E-573E83C92551}" srcOrd="0" destOrd="0" parTransId="{6B38CB67-CA6D-40EF-8104-352248E147DF}" sibTransId="{CF5C36AD-D3D4-4D00-9528-447D5CAD980D}"/>
    <dgm:cxn modelId="{7F488E24-6087-4594-8CB1-195C45FE11C3}" type="presOf" srcId="{12D0A71A-8EA5-4CDF-ACBC-93827ABA764B}" destId="{82CE2AD6-5168-45A8-91B7-2F6D8199806B}" srcOrd="0" destOrd="0" presId="urn:microsoft.com/office/officeart/2005/8/layout/chevron1"/>
    <dgm:cxn modelId="{49B1589C-8E16-41B7-8DE7-6696D5B0E97C}" type="presOf" srcId="{0294B60E-6ED8-4B51-A839-8C985CE64225}" destId="{5EB3262C-3F8F-4B2C-BED6-9F445658E96D}" srcOrd="0" destOrd="0" presId="urn:microsoft.com/office/officeart/2005/8/layout/chevron1"/>
    <dgm:cxn modelId="{9FB473CA-736F-4F5D-9BB5-32C4D4B5C227}" type="presOf" srcId="{A358BBB2-B0D8-410C-97E4-9F87503E986D}" destId="{B181F8EE-A344-42D4-85F0-379A6F9A3E09}" srcOrd="0" destOrd="0" presId="urn:microsoft.com/office/officeart/2005/8/layout/chevron1"/>
    <dgm:cxn modelId="{6C37FFBE-F027-4198-A92D-9A2A6AC7935F}" type="presOf" srcId="{4AFFD6A4-9242-4842-B48B-70AF50DF3D5E}" destId="{008ACFDA-1B9C-48A0-B214-E31E872FC6D0}" srcOrd="0" destOrd="0" presId="urn:microsoft.com/office/officeart/2005/8/layout/chevron1"/>
    <dgm:cxn modelId="{11B42A54-FDD3-4D92-8839-13671E137B87}" type="presOf" srcId="{C44E4557-4B8D-4B7D-B11E-573E83C92551}" destId="{467ED3BA-AFFE-4B93-8B3E-C0A0089E1B2A}" srcOrd="0" destOrd="0" presId="urn:microsoft.com/office/officeart/2005/8/layout/chevron1"/>
    <dgm:cxn modelId="{32C5F88A-8BB4-4ADB-BD09-606FF7990B32}" srcId="{8D0D27DB-17C8-4933-B440-269A0A6B046B}" destId="{0294B60E-6ED8-4B51-A839-8C985CE64225}" srcOrd="5" destOrd="0" parTransId="{49E2DC80-BF73-4428-A00F-5F39EF0F8C57}" sibTransId="{F4D63BCA-27EC-45C9-A9DC-0558FADBD1F4}"/>
    <dgm:cxn modelId="{FE2B2C2E-A154-4463-B651-3E771E3C0FB6}" srcId="{8D0D27DB-17C8-4933-B440-269A0A6B046B}" destId="{86190804-C798-4D74-A945-00E0F0061E7D}" srcOrd="3" destOrd="0" parTransId="{18821DA0-02D9-4170-B348-3BF55452CD19}" sibTransId="{048298C8-2684-4A3A-B11A-40C38FC7AC10}"/>
    <dgm:cxn modelId="{952ECF7A-7E74-44DD-B42D-1F656DD0A9EE}" srcId="{8D0D27DB-17C8-4933-B440-269A0A6B046B}" destId="{4AFFD6A4-9242-4842-B48B-70AF50DF3D5E}" srcOrd="1" destOrd="0" parTransId="{D4F4099E-087F-41F3-ACC1-96E26ECF460E}" sibTransId="{0402D23D-4116-4D81-8B6A-CAF0F3A8331B}"/>
    <dgm:cxn modelId="{C34CEB52-51C2-413A-BE07-4B373D5322EF}" srcId="{8D0D27DB-17C8-4933-B440-269A0A6B046B}" destId="{12D0A71A-8EA5-4CDF-ACBC-93827ABA764B}" srcOrd="4" destOrd="0" parTransId="{31A2D8B2-8372-4186-9C71-B8A2684F12FA}" sibTransId="{1CF8D868-512D-4195-B252-FAB9CFC1F069}"/>
    <dgm:cxn modelId="{8D03432B-5A58-426B-A2D1-2D835DD86035}" type="presOf" srcId="{86190804-C798-4D74-A945-00E0F0061E7D}" destId="{EDDECF90-8BB3-4DA1-8C8C-78182594AEC0}" srcOrd="0" destOrd="0" presId="urn:microsoft.com/office/officeart/2005/8/layout/chevron1"/>
    <dgm:cxn modelId="{91551F63-5C16-41E6-9B5A-9F1B571A6E26}" type="presParOf" srcId="{89326826-250E-4422-BEE1-17FE83042396}" destId="{467ED3BA-AFFE-4B93-8B3E-C0A0089E1B2A}" srcOrd="0" destOrd="0" presId="urn:microsoft.com/office/officeart/2005/8/layout/chevron1"/>
    <dgm:cxn modelId="{CD83B3EB-2A99-4EF4-A9BD-B660756C5913}" type="presParOf" srcId="{89326826-250E-4422-BEE1-17FE83042396}" destId="{2B6CCD52-631D-40EC-A29D-EF905DCD2980}" srcOrd="1" destOrd="0" presId="urn:microsoft.com/office/officeart/2005/8/layout/chevron1"/>
    <dgm:cxn modelId="{D2BCE809-0B11-46E4-8A25-E73437F5B1E6}" type="presParOf" srcId="{89326826-250E-4422-BEE1-17FE83042396}" destId="{008ACFDA-1B9C-48A0-B214-E31E872FC6D0}" srcOrd="2" destOrd="0" presId="urn:microsoft.com/office/officeart/2005/8/layout/chevron1"/>
    <dgm:cxn modelId="{B671F9C2-A6C6-4ECE-82D0-A448AC40AA41}" type="presParOf" srcId="{89326826-250E-4422-BEE1-17FE83042396}" destId="{B7AAFF36-03C1-424D-BB2C-AF4DA7052CA5}" srcOrd="3" destOrd="0" presId="urn:microsoft.com/office/officeart/2005/8/layout/chevron1"/>
    <dgm:cxn modelId="{F2EB445B-65CD-4B52-B78F-11BDB2CE384F}" type="presParOf" srcId="{89326826-250E-4422-BEE1-17FE83042396}" destId="{B181F8EE-A344-42D4-85F0-379A6F9A3E09}" srcOrd="4" destOrd="0" presId="urn:microsoft.com/office/officeart/2005/8/layout/chevron1"/>
    <dgm:cxn modelId="{955CF82E-78B0-4BE2-855E-8DE29F09E60A}" type="presParOf" srcId="{89326826-250E-4422-BEE1-17FE83042396}" destId="{D8A8CDF3-4952-46F7-97C7-87B88213ADAD}" srcOrd="5" destOrd="0" presId="urn:microsoft.com/office/officeart/2005/8/layout/chevron1"/>
    <dgm:cxn modelId="{7116F1B0-DC64-4DD8-BD41-11F69265F6F8}" type="presParOf" srcId="{89326826-250E-4422-BEE1-17FE83042396}" destId="{EDDECF90-8BB3-4DA1-8C8C-78182594AEC0}" srcOrd="6" destOrd="0" presId="urn:microsoft.com/office/officeart/2005/8/layout/chevron1"/>
    <dgm:cxn modelId="{8EB9B383-1C48-47D4-855E-F9DCB38269F1}" type="presParOf" srcId="{89326826-250E-4422-BEE1-17FE83042396}" destId="{889026C8-5A6F-4443-941E-58AB4AD879FA}" srcOrd="7" destOrd="0" presId="urn:microsoft.com/office/officeart/2005/8/layout/chevron1"/>
    <dgm:cxn modelId="{DD3585D2-A7DD-4F2E-973D-1D2BC75E5EB4}" type="presParOf" srcId="{89326826-250E-4422-BEE1-17FE83042396}" destId="{82CE2AD6-5168-45A8-91B7-2F6D8199806B}" srcOrd="8" destOrd="0" presId="urn:microsoft.com/office/officeart/2005/8/layout/chevron1"/>
    <dgm:cxn modelId="{7275306F-60B7-48F3-A4AE-C3D49F904754}" type="presParOf" srcId="{89326826-250E-4422-BEE1-17FE83042396}" destId="{857CF87D-BEF3-4AC1-AD2C-ECA6FA53FC82}" srcOrd="9" destOrd="0" presId="urn:microsoft.com/office/officeart/2005/8/layout/chevron1"/>
    <dgm:cxn modelId="{C7CDD2E2-D75B-4194-B7DE-9D8B532F92E1}" type="presParOf" srcId="{89326826-250E-4422-BEE1-17FE83042396}" destId="{5EB3262C-3F8F-4B2C-BED6-9F445658E96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C51768F6-A12F-4E0B-AFAD-DE616327D8A4}" type="doc">
      <dgm:prSet loTypeId="urn:microsoft.com/office/officeart/2005/8/layout/vList2" loCatId="list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fr-FR"/>
        </a:p>
      </dgm:t>
    </dgm:pt>
    <dgm:pt modelId="{232FC736-37E4-48E4-BE71-ED4BDC6000EE}">
      <dgm:prSet phldrT="[Texte]" custT="1"/>
      <dgm:spPr/>
      <dgm:t>
        <a:bodyPr/>
        <a:lstStyle/>
        <a:p>
          <a:r>
            <a:rPr lang="fr-FR" sz="3200" b="1" dirty="0" smtClean="0"/>
            <a:t>1. Simplifier la présentation des filtres</a:t>
          </a:r>
          <a:endParaRPr lang="fr-FR" sz="3200" dirty="0"/>
        </a:p>
      </dgm:t>
    </dgm:pt>
    <dgm:pt modelId="{33665E78-03E2-44FD-89C0-C97EE94041DA}" type="parTrans" cxnId="{5CD5D3DC-7074-457C-B319-78913FB68512}">
      <dgm:prSet/>
      <dgm:spPr/>
      <dgm:t>
        <a:bodyPr/>
        <a:lstStyle/>
        <a:p>
          <a:endParaRPr lang="fr-FR"/>
        </a:p>
      </dgm:t>
    </dgm:pt>
    <dgm:pt modelId="{CE8F8C1A-923A-48DD-B973-6215A6348793}" type="sibTrans" cxnId="{5CD5D3DC-7074-457C-B319-78913FB68512}">
      <dgm:prSet/>
      <dgm:spPr/>
      <dgm:t>
        <a:bodyPr/>
        <a:lstStyle/>
        <a:p>
          <a:endParaRPr lang="fr-FR"/>
        </a:p>
      </dgm:t>
    </dgm:pt>
    <dgm:pt modelId="{7C2F145C-58DA-4A99-8F32-52A3E0864302}">
      <dgm:prSet phldrT="[Texte]" custT="1"/>
      <dgm:spPr/>
      <dgm:t>
        <a:bodyPr/>
        <a:lstStyle/>
        <a:p>
          <a:r>
            <a:rPr lang="fr-FR" sz="3200" b="1" dirty="0" smtClean="0"/>
            <a:t>2. Renforcer la visibilité des actions</a:t>
          </a:r>
          <a:endParaRPr lang="fr-FR" sz="3200" dirty="0"/>
        </a:p>
      </dgm:t>
    </dgm:pt>
    <dgm:pt modelId="{EEB9F645-A8C9-407C-B724-3DA18B55566D}" type="parTrans" cxnId="{DEFF5241-8FE6-43DF-BF19-31E483E8142A}">
      <dgm:prSet/>
      <dgm:spPr/>
      <dgm:t>
        <a:bodyPr/>
        <a:lstStyle/>
        <a:p>
          <a:endParaRPr lang="fr-FR"/>
        </a:p>
      </dgm:t>
    </dgm:pt>
    <dgm:pt modelId="{9032D575-0367-4AD6-B0F1-EBB6779CA0D3}" type="sibTrans" cxnId="{DEFF5241-8FE6-43DF-BF19-31E483E8142A}">
      <dgm:prSet/>
      <dgm:spPr/>
      <dgm:t>
        <a:bodyPr/>
        <a:lstStyle/>
        <a:p>
          <a:endParaRPr lang="fr-FR"/>
        </a:p>
      </dgm:t>
    </dgm:pt>
    <dgm:pt modelId="{9200E6FD-52EE-46CB-BC33-9DA7CEA95EC6}">
      <dgm:prSet phldrT="[Texte]" custT="1"/>
      <dgm:spPr/>
      <dgm:t>
        <a:bodyPr/>
        <a:lstStyle/>
        <a:p>
          <a:r>
            <a:rPr lang="fr-FR" sz="3200" b="1" dirty="0" smtClean="0"/>
            <a:t>5. Uniformiser l’esthétique</a:t>
          </a:r>
          <a:endParaRPr lang="fr-FR" sz="3200" dirty="0"/>
        </a:p>
      </dgm:t>
    </dgm:pt>
    <dgm:pt modelId="{FE3244C8-1620-4A84-B877-0C4823F26FD2}" type="parTrans" cxnId="{B1001D56-A63C-4B82-B0AD-22D5ADC5AD7F}">
      <dgm:prSet/>
      <dgm:spPr/>
      <dgm:t>
        <a:bodyPr/>
        <a:lstStyle/>
        <a:p>
          <a:endParaRPr lang="fr-FR"/>
        </a:p>
      </dgm:t>
    </dgm:pt>
    <dgm:pt modelId="{47EB01E0-8ABF-4100-9AAF-8CF5C6FBD409}" type="sibTrans" cxnId="{B1001D56-A63C-4B82-B0AD-22D5ADC5AD7F}">
      <dgm:prSet/>
      <dgm:spPr/>
      <dgm:t>
        <a:bodyPr/>
        <a:lstStyle/>
        <a:p>
          <a:endParaRPr lang="fr-FR"/>
        </a:p>
      </dgm:t>
    </dgm:pt>
    <dgm:pt modelId="{5E6FF3BC-769E-45E1-B5C0-FED46A99434B}">
      <dgm:prSet phldrT="[Texte]" custT="1"/>
      <dgm:spPr/>
      <dgm:t>
        <a:bodyPr/>
        <a:lstStyle/>
        <a:p>
          <a:r>
            <a:rPr lang="fr-FR" sz="3200" b="1" dirty="0" smtClean="0"/>
            <a:t>3. Alléger la charge cognitive</a:t>
          </a:r>
          <a:endParaRPr lang="fr-FR" sz="3200" dirty="0"/>
        </a:p>
      </dgm:t>
    </dgm:pt>
    <dgm:pt modelId="{3A435BC7-20F1-4710-B54A-40D7CF4F89F0}" type="parTrans" cxnId="{C7A995D5-CDC4-4238-9D08-616FF927413F}">
      <dgm:prSet/>
      <dgm:spPr/>
      <dgm:t>
        <a:bodyPr/>
        <a:lstStyle/>
        <a:p>
          <a:endParaRPr lang="fr-FR"/>
        </a:p>
      </dgm:t>
    </dgm:pt>
    <dgm:pt modelId="{8F134192-A86E-45B9-8797-DDC210902888}" type="sibTrans" cxnId="{C7A995D5-CDC4-4238-9D08-616FF927413F}">
      <dgm:prSet/>
      <dgm:spPr/>
      <dgm:t>
        <a:bodyPr/>
        <a:lstStyle/>
        <a:p>
          <a:endParaRPr lang="fr-FR"/>
        </a:p>
      </dgm:t>
    </dgm:pt>
    <dgm:pt modelId="{6F04ED20-4C42-4C17-93B0-FEA075AE6D55}">
      <dgm:prSet phldrT="[Texte]" custT="1"/>
      <dgm:spPr/>
      <dgm:t>
        <a:bodyPr/>
        <a:lstStyle/>
        <a:p>
          <a:r>
            <a:rPr lang="fr-FR" sz="3200" b="1" dirty="0" smtClean="0"/>
            <a:t>4. Améliorer le feedback utilisateur</a:t>
          </a:r>
          <a:endParaRPr lang="fr-FR" sz="3200" dirty="0"/>
        </a:p>
      </dgm:t>
    </dgm:pt>
    <dgm:pt modelId="{DC1C2EEC-0A27-4B65-A1D0-83BFA57FB66F}" type="parTrans" cxnId="{AD476249-3579-43FA-BC22-0372DFB2136F}">
      <dgm:prSet/>
      <dgm:spPr/>
      <dgm:t>
        <a:bodyPr/>
        <a:lstStyle/>
        <a:p>
          <a:endParaRPr lang="fr-FR"/>
        </a:p>
      </dgm:t>
    </dgm:pt>
    <dgm:pt modelId="{B4EC9A76-528D-4D1C-B836-DE0255DEABF0}" type="sibTrans" cxnId="{AD476249-3579-43FA-BC22-0372DFB2136F}">
      <dgm:prSet/>
      <dgm:spPr/>
      <dgm:t>
        <a:bodyPr/>
        <a:lstStyle/>
        <a:p>
          <a:endParaRPr lang="fr-FR"/>
        </a:p>
      </dgm:t>
    </dgm:pt>
    <dgm:pt modelId="{AFFF76C1-3FA2-43B5-AE58-8C8D83855BB1}" type="pres">
      <dgm:prSet presAssocID="{C51768F6-A12F-4E0B-AFAD-DE616327D8A4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80D96809-C88F-40AE-9B3F-4BDBD4E2374D}" type="pres">
      <dgm:prSet presAssocID="{232FC736-37E4-48E4-BE71-ED4BDC6000EE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67DA1167-AE5F-4862-843E-16428D23E42C}" type="pres">
      <dgm:prSet presAssocID="{CE8F8C1A-923A-48DD-B973-6215A6348793}" presName="spacer" presStyleCnt="0"/>
      <dgm:spPr/>
    </dgm:pt>
    <dgm:pt modelId="{A3B9BCCA-5202-4A63-95DF-39508A4E9F42}" type="pres">
      <dgm:prSet presAssocID="{7C2F145C-58DA-4A99-8F32-52A3E0864302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BA843BD-0FD5-4862-89ED-16E8CF9E76A4}" type="pres">
      <dgm:prSet presAssocID="{9032D575-0367-4AD6-B0F1-EBB6779CA0D3}" presName="spacer" presStyleCnt="0"/>
      <dgm:spPr/>
    </dgm:pt>
    <dgm:pt modelId="{2188E888-7664-40D6-8AE1-DC0E8C0DE076}" type="pres">
      <dgm:prSet presAssocID="{5E6FF3BC-769E-45E1-B5C0-FED46A99434B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D330D05-F20C-4F2F-9BD6-778E7FF4097B}" type="pres">
      <dgm:prSet presAssocID="{8F134192-A86E-45B9-8797-DDC210902888}" presName="spacer" presStyleCnt="0"/>
      <dgm:spPr/>
    </dgm:pt>
    <dgm:pt modelId="{DB7A1318-4117-4488-BDA2-89925C8E8DB6}" type="pres">
      <dgm:prSet presAssocID="{6F04ED20-4C42-4C17-93B0-FEA075AE6D55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60A2E9E5-81FE-4D9B-92AB-FE4DA43329D3}" type="pres">
      <dgm:prSet presAssocID="{B4EC9A76-528D-4D1C-B836-DE0255DEABF0}" presName="spacer" presStyleCnt="0"/>
      <dgm:spPr/>
    </dgm:pt>
    <dgm:pt modelId="{77E3CFE6-083A-49FD-A994-72A6B3ED3C3E}" type="pres">
      <dgm:prSet presAssocID="{9200E6FD-52EE-46CB-BC33-9DA7CEA95EC6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B1001D56-A63C-4B82-B0AD-22D5ADC5AD7F}" srcId="{C51768F6-A12F-4E0B-AFAD-DE616327D8A4}" destId="{9200E6FD-52EE-46CB-BC33-9DA7CEA95EC6}" srcOrd="4" destOrd="0" parTransId="{FE3244C8-1620-4A84-B877-0C4823F26FD2}" sibTransId="{47EB01E0-8ABF-4100-9AAF-8CF5C6FBD409}"/>
    <dgm:cxn modelId="{DEFF5241-8FE6-43DF-BF19-31E483E8142A}" srcId="{C51768F6-A12F-4E0B-AFAD-DE616327D8A4}" destId="{7C2F145C-58DA-4A99-8F32-52A3E0864302}" srcOrd="1" destOrd="0" parTransId="{EEB9F645-A8C9-407C-B724-3DA18B55566D}" sibTransId="{9032D575-0367-4AD6-B0F1-EBB6779CA0D3}"/>
    <dgm:cxn modelId="{AD476249-3579-43FA-BC22-0372DFB2136F}" srcId="{C51768F6-A12F-4E0B-AFAD-DE616327D8A4}" destId="{6F04ED20-4C42-4C17-93B0-FEA075AE6D55}" srcOrd="3" destOrd="0" parTransId="{DC1C2EEC-0A27-4B65-A1D0-83BFA57FB66F}" sibTransId="{B4EC9A76-528D-4D1C-B836-DE0255DEABF0}"/>
    <dgm:cxn modelId="{D15EA5F5-A89D-4FB6-8DA7-24A118ED60F2}" type="presOf" srcId="{9200E6FD-52EE-46CB-BC33-9DA7CEA95EC6}" destId="{77E3CFE6-083A-49FD-A994-72A6B3ED3C3E}" srcOrd="0" destOrd="0" presId="urn:microsoft.com/office/officeart/2005/8/layout/vList2"/>
    <dgm:cxn modelId="{5CD5D3DC-7074-457C-B319-78913FB68512}" srcId="{C51768F6-A12F-4E0B-AFAD-DE616327D8A4}" destId="{232FC736-37E4-48E4-BE71-ED4BDC6000EE}" srcOrd="0" destOrd="0" parTransId="{33665E78-03E2-44FD-89C0-C97EE94041DA}" sibTransId="{CE8F8C1A-923A-48DD-B973-6215A6348793}"/>
    <dgm:cxn modelId="{FC867D49-65EC-4D41-92A8-5551E362A47E}" type="presOf" srcId="{6F04ED20-4C42-4C17-93B0-FEA075AE6D55}" destId="{DB7A1318-4117-4488-BDA2-89925C8E8DB6}" srcOrd="0" destOrd="0" presId="urn:microsoft.com/office/officeart/2005/8/layout/vList2"/>
    <dgm:cxn modelId="{C7A995D5-CDC4-4238-9D08-616FF927413F}" srcId="{C51768F6-A12F-4E0B-AFAD-DE616327D8A4}" destId="{5E6FF3BC-769E-45E1-B5C0-FED46A99434B}" srcOrd="2" destOrd="0" parTransId="{3A435BC7-20F1-4710-B54A-40D7CF4F89F0}" sibTransId="{8F134192-A86E-45B9-8797-DDC210902888}"/>
    <dgm:cxn modelId="{6E3E414B-56D4-4511-A071-4E8AB66DC9F5}" type="presOf" srcId="{232FC736-37E4-48E4-BE71-ED4BDC6000EE}" destId="{80D96809-C88F-40AE-9B3F-4BDBD4E2374D}" srcOrd="0" destOrd="0" presId="urn:microsoft.com/office/officeart/2005/8/layout/vList2"/>
    <dgm:cxn modelId="{AB4BC41B-3704-4AA3-9EB9-D341921AAFA0}" type="presOf" srcId="{C51768F6-A12F-4E0B-AFAD-DE616327D8A4}" destId="{AFFF76C1-3FA2-43B5-AE58-8C8D83855BB1}" srcOrd="0" destOrd="0" presId="urn:microsoft.com/office/officeart/2005/8/layout/vList2"/>
    <dgm:cxn modelId="{89AE99FB-F8C3-408D-B1EC-322A07659AED}" type="presOf" srcId="{5E6FF3BC-769E-45E1-B5C0-FED46A99434B}" destId="{2188E888-7664-40D6-8AE1-DC0E8C0DE076}" srcOrd="0" destOrd="0" presId="urn:microsoft.com/office/officeart/2005/8/layout/vList2"/>
    <dgm:cxn modelId="{40A3AFD3-6BF3-44DF-B368-F569D8F63303}" type="presOf" srcId="{7C2F145C-58DA-4A99-8F32-52A3E0864302}" destId="{A3B9BCCA-5202-4A63-95DF-39508A4E9F42}" srcOrd="0" destOrd="0" presId="urn:microsoft.com/office/officeart/2005/8/layout/vList2"/>
    <dgm:cxn modelId="{C38FEACE-F306-4F75-85D2-015231770452}" type="presParOf" srcId="{AFFF76C1-3FA2-43B5-AE58-8C8D83855BB1}" destId="{80D96809-C88F-40AE-9B3F-4BDBD4E2374D}" srcOrd="0" destOrd="0" presId="urn:microsoft.com/office/officeart/2005/8/layout/vList2"/>
    <dgm:cxn modelId="{A1AB6E05-95CD-4B7C-952E-DD16203927ED}" type="presParOf" srcId="{AFFF76C1-3FA2-43B5-AE58-8C8D83855BB1}" destId="{67DA1167-AE5F-4862-843E-16428D23E42C}" srcOrd="1" destOrd="0" presId="urn:microsoft.com/office/officeart/2005/8/layout/vList2"/>
    <dgm:cxn modelId="{2405C00E-427C-48B6-9E98-625EB240B0E0}" type="presParOf" srcId="{AFFF76C1-3FA2-43B5-AE58-8C8D83855BB1}" destId="{A3B9BCCA-5202-4A63-95DF-39508A4E9F42}" srcOrd="2" destOrd="0" presId="urn:microsoft.com/office/officeart/2005/8/layout/vList2"/>
    <dgm:cxn modelId="{78D10DD9-8F5E-4AA9-9A49-B303137E4FE1}" type="presParOf" srcId="{AFFF76C1-3FA2-43B5-AE58-8C8D83855BB1}" destId="{7BA843BD-0FD5-4862-89ED-16E8CF9E76A4}" srcOrd="3" destOrd="0" presId="urn:microsoft.com/office/officeart/2005/8/layout/vList2"/>
    <dgm:cxn modelId="{1436C65B-9D25-423A-98C4-F7421C32148A}" type="presParOf" srcId="{AFFF76C1-3FA2-43B5-AE58-8C8D83855BB1}" destId="{2188E888-7664-40D6-8AE1-DC0E8C0DE076}" srcOrd="4" destOrd="0" presId="urn:microsoft.com/office/officeart/2005/8/layout/vList2"/>
    <dgm:cxn modelId="{97753F0F-3911-4940-AEE1-32E1800410B4}" type="presParOf" srcId="{AFFF76C1-3FA2-43B5-AE58-8C8D83855BB1}" destId="{7D330D05-F20C-4F2F-9BD6-778E7FF4097B}" srcOrd="5" destOrd="0" presId="urn:microsoft.com/office/officeart/2005/8/layout/vList2"/>
    <dgm:cxn modelId="{6E395E9C-C83C-46F3-A8A0-57206F704637}" type="presParOf" srcId="{AFFF76C1-3FA2-43B5-AE58-8C8D83855BB1}" destId="{DB7A1318-4117-4488-BDA2-89925C8E8DB6}" srcOrd="6" destOrd="0" presId="urn:microsoft.com/office/officeart/2005/8/layout/vList2"/>
    <dgm:cxn modelId="{9939824B-3A43-49AC-8003-38E074E0B6D2}" type="presParOf" srcId="{AFFF76C1-3FA2-43B5-AE58-8C8D83855BB1}" destId="{60A2E9E5-81FE-4D9B-92AB-FE4DA43329D3}" srcOrd="7" destOrd="0" presId="urn:microsoft.com/office/officeart/2005/8/layout/vList2"/>
    <dgm:cxn modelId="{43C1599C-F75D-4172-AACC-D59614A0C644}" type="presParOf" srcId="{AFFF76C1-3FA2-43B5-AE58-8C8D83855BB1}" destId="{77E3CFE6-083A-49FD-A994-72A6B3ED3C3E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90FBFD-B2C2-4BEA-AB88-13032146D328}">
      <dsp:nvSpPr>
        <dsp:cNvPr id="0" name=""/>
        <dsp:cNvSpPr/>
      </dsp:nvSpPr>
      <dsp:spPr>
        <a:xfrm rot="20559380">
          <a:off x="1331982" y="168263"/>
          <a:ext cx="2380706" cy="2381068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037930-FD6D-4518-B1B4-A2E291D045F7}">
      <dsp:nvSpPr>
        <dsp:cNvPr id="0" name=""/>
        <dsp:cNvSpPr/>
      </dsp:nvSpPr>
      <dsp:spPr>
        <a:xfrm>
          <a:off x="1901882" y="1095904"/>
          <a:ext cx="1322912" cy="661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100" kern="1200" dirty="0" smtClean="0"/>
            <a:t>Analyse</a:t>
          </a:r>
          <a:endParaRPr lang="fr-FR" sz="2100" kern="1200" dirty="0"/>
        </a:p>
      </dsp:txBody>
      <dsp:txXfrm>
        <a:off x="1901882" y="1095904"/>
        <a:ext cx="1322912" cy="661298"/>
      </dsp:txXfrm>
    </dsp:sp>
    <dsp:sp modelId="{E7FF54F9-4018-4777-A2E3-4BF68926CE86}">
      <dsp:nvSpPr>
        <dsp:cNvPr id="0" name=""/>
        <dsp:cNvSpPr/>
      </dsp:nvSpPr>
      <dsp:spPr>
        <a:xfrm rot="898800">
          <a:off x="605518" y="1673846"/>
          <a:ext cx="2380706" cy="2381068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6264A8-89D0-47FC-A73A-FE71C5BB41DE}">
      <dsp:nvSpPr>
        <dsp:cNvPr id="0" name=""/>
        <dsp:cNvSpPr/>
      </dsp:nvSpPr>
      <dsp:spPr>
        <a:xfrm>
          <a:off x="1243332" y="2471919"/>
          <a:ext cx="1322912" cy="661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100" kern="1200" dirty="0" smtClean="0"/>
            <a:t>Conception</a:t>
          </a:r>
          <a:endParaRPr lang="fr-FR" sz="2100" kern="1200" dirty="0"/>
        </a:p>
      </dsp:txBody>
      <dsp:txXfrm>
        <a:off x="1243332" y="2471919"/>
        <a:ext cx="1322912" cy="661298"/>
      </dsp:txXfrm>
    </dsp:sp>
    <dsp:sp modelId="{D532FDB4-77DD-428E-BC98-BA5D435B9DC4}">
      <dsp:nvSpPr>
        <dsp:cNvPr id="0" name=""/>
        <dsp:cNvSpPr/>
      </dsp:nvSpPr>
      <dsp:spPr>
        <a:xfrm rot="19555975">
          <a:off x="1545111" y="3136184"/>
          <a:ext cx="2045395" cy="2046215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BAD39A-F5F5-400F-A727-F474EEED4754}">
      <dsp:nvSpPr>
        <dsp:cNvPr id="0" name=""/>
        <dsp:cNvSpPr/>
      </dsp:nvSpPr>
      <dsp:spPr>
        <a:xfrm>
          <a:off x="1905012" y="3849911"/>
          <a:ext cx="1322912" cy="661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100" kern="1200" dirty="0" smtClean="0"/>
            <a:t>Evaluation</a:t>
          </a:r>
          <a:endParaRPr lang="fr-FR" sz="2100" kern="1200" dirty="0"/>
        </a:p>
      </dsp:txBody>
      <dsp:txXfrm>
        <a:off x="1905012" y="3849911"/>
        <a:ext cx="1322912" cy="6612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7ED3BA-AFFE-4B93-8B3E-C0A0089E1B2A}">
      <dsp:nvSpPr>
        <dsp:cNvPr id="0" name=""/>
        <dsp:cNvSpPr/>
      </dsp:nvSpPr>
      <dsp:spPr>
        <a:xfrm>
          <a:off x="5784" y="0"/>
          <a:ext cx="2151921" cy="492887"/>
        </a:xfrm>
        <a:prstGeom prst="chevron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Introduction</a:t>
          </a:r>
          <a:endParaRPr lang="fr-FR" sz="1400" kern="1200" dirty="0"/>
        </a:p>
      </dsp:txBody>
      <dsp:txXfrm>
        <a:off x="252228" y="0"/>
        <a:ext cx="1659034" cy="492887"/>
      </dsp:txXfrm>
    </dsp:sp>
    <dsp:sp modelId="{008ACFDA-1B9C-48A0-B214-E31E872FC6D0}">
      <dsp:nvSpPr>
        <dsp:cNvPr id="0" name=""/>
        <dsp:cNvSpPr/>
      </dsp:nvSpPr>
      <dsp:spPr>
        <a:xfrm>
          <a:off x="1942513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Analyse de la situation</a:t>
          </a:r>
          <a:endParaRPr lang="fr-FR" sz="1400" kern="1200" dirty="0"/>
        </a:p>
      </dsp:txBody>
      <dsp:txXfrm>
        <a:off x="2188957" y="0"/>
        <a:ext cx="1659034" cy="492887"/>
      </dsp:txXfrm>
    </dsp:sp>
    <dsp:sp modelId="{B181F8EE-A344-42D4-85F0-379A6F9A3E09}">
      <dsp:nvSpPr>
        <dsp:cNvPr id="0" name=""/>
        <dsp:cNvSpPr/>
      </dsp:nvSpPr>
      <dsp:spPr>
        <a:xfrm>
          <a:off x="3879242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Tests utilisateurs</a:t>
          </a:r>
          <a:endParaRPr lang="fr-FR" sz="1400" kern="1200" dirty="0"/>
        </a:p>
      </dsp:txBody>
      <dsp:txXfrm>
        <a:off x="4125686" y="0"/>
        <a:ext cx="1659034" cy="492887"/>
      </dsp:txXfrm>
    </dsp:sp>
    <dsp:sp modelId="{EDDECF90-8BB3-4DA1-8C8C-78182594AEC0}">
      <dsp:nvSpPr>
        <dsp:cNvPr id="0" name=""/>
        <dsp:cNvSpPr/>
      </dsp:nvSpPr>
      <dsp:spPr>
        <a:xfrm>
          <a:off x="5815971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Analyse cognitive</a:t>
          </a:r>
          <a:endParaRPr lang="fr-FR" sz="1400" kern="1200" dirty="0"/>
        </a:p>
      </dsp:txBody>
      <dsp:txXfrm>
        <a:off x="6062415" y="0"/>
        <a:ext cx="1659034" cy="492887"/>
      </dsp:txXfrm>
    </dsp:sp>
    <dsp:sp modelId="{82CE2AD6-5168-45A8-91B7-2F6D8199806B}">
      <dsp:nvSpPr>
        <dsp:cNvPr id="0" name=""/>
        <dsp:cNvSpPr/>
      </dsp:nvSpPr>
      <dsp:spPr>
        <a:xfrm>
          <a:off x="7752701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Prototype et amélioration</a:t>
          </a:r>
          <a:endParaRPr lang="fr-FR" sz="1400" kern="1200" dirty="0"/>
        </a:p>
      </dsp:txBody>
      <dsp:txXfrm>
        <a:off x="7999145" y="0"/>
        <a:ext cx="1659034" cy="492887"/>
      </dsp:txXfrm>
    </dsp:sp>
    <dsp:sp modelId="{5EB3262C-3F8F-4B2C-BED6-9F445658E96D}">
      <dsp:nvSpPr>
        <dsp:cNvPr id="0" name=""/>
        <dsp:cNvSpPr/>
      </dsp:nvSpPr>
      <dsp:spPr>
        <a:xfrm>
          <a:off x="9689430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Conclusion et recommandations</a:t>
          </a:r>
          <a:endParaRPr lang="fr-FR" sz="1400" kern="1200" dirty="0"/>
        </a:p>
      </dsp:txBody>
      <dsp:txXfrm>
        <a:off x="9935874" y="0"/>
        <a:ext cx="1659034" cy="49288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7ED3BA-AFFE-4B93-8B3E-C0A0089E1B2A}">
      <dsp:nvSpPr>
        <dsp:cNvPr id="0" name=""/>
        <dsp:cNvSpPr/>
      </dsp:nvSpPr>
      <dsp:spPr>
        <a:xfrm>
          <a:off x="5784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Introduction</a:t>
          </a:r>
          <a:endParaRPr lang="fr-FR" sz="1400" kern="1200" dirty="0"/>
        </a:p>
      </dsp:txBody>
      <dsp:txXfrm>
        <a:off x="252228" y="0"/>
        <a:ext cx="1659034" cy="492887"/>
      </dsp:txXfrm>
    </dsp:sp>
    <dsp:sp modelId="{008ACFDA-1B9C-48A0-B214-E31E872FC6D0}">
      <dsp:nvSpPr>
        <dsp:cNvPr id="0" name=""/>
        <dsp:cNvSpPr/>
      </dsp:nvSpPr>
      <dsp:spPr>
        <a:xfrm>
          <a:off x="1942513" y="0"/>
          <a:ext cx="2151921" cy="492887"/>
        </a:xfrm>
        <a:prstGeom prst="chevron">
          <a:avLst/>
        </a:prstGeom>
        <a:solidFill>
          <a:schemeClr val="accent2"/>
        </a:solidFill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Analyse de la situation</a:t>
          </a:r>
          <a:endParaRPr lang="fr-FR" sz="1400" kern="1200" dirty="0"/>
        </a:p>
      </dsp:txBody>
      <dsp:txXfrm>
        <a:off x="2188957" y="0"/>
        <a:ext cx="1659034" cy="492887"/>
      </dsp:txXfrm>
    </dsp:sp>
    <dsp:sp modelId="{B181F8EE-A344-42D4-85F0-379A6F9A3E09}">
      <dsp:nvSpPr>
        <dsp:cNvPr id="0" name=""/>
        <dsp:cNvSpPr/>
      </dsp:nvSpPr>
      <dsp:spPr>
        <a:xfrm>
          <a:off x="3879242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Tests utilisateurs</a:t>
          </a:r>
          <a:endParaRPr lang="fr-FR" sz="1400" kern="1200" dirty="0"/>
        </a:p>
      </dsp:txBody>
      <dsp:txXfrm>
        <a:off x="4125686" y="0"/>
        <a:ext cx="1659034" cy="492887"/>
      </dsp:txXfrm>
    </dsp:sp>
    <dsp:sp modelId="{EDDECF90-8BB3-4DA1-8C8C-78182594AEC0}">
      <dsp:nvSpPr>
        <dsp:cNvPr id="0" name=""/>
        <dsp:cNvSpPr/>
      </dsp:nvSpPr>
      <dsp:spPr>
        <a:xfrm>
          <a:off x="5815971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Analyse cognitive</a:t>
          </a:r>
          <a:endParaRPr lang="fr-FR" sz="1400" kern="1200" dirty="0"/>
        </a:p>
      </dsp:txBody>
      <dsp:txXfrm>
        <a:off x="6062415" y="0"/>
        <a:ext cx="1659034" cy="492887"/>
      </dsp:txXfrm>
    </dsp:sp>
    <dsp:sp modelId="{82CE2AD6-5168-45A8-91B7-2F6D8199806B}">
      <dsp:nvSpPr>
        <dsp:cNvPr id="0" name=""/>
        <dsp:cNvSpPr/>
      </dsp:nvSpPr>
      <dsp:spPr>
        <a:xfrm>
          <a:off x="7752701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Prototype et amélioration</a:t>
          </a:r>
          <a:endParaRPr lang="fr-FR" sz="1400" kern="1200" dirty="0"/>
        </a:p>
      </dsp:txBody>
      <dsp:txXfrm>
        <a:off x="7999145" y="0"/>
        <a:ext cx="1659034" cy="492887"/>
      </dsp:txXfrm>
    </dsp:sp>
    <dsp:sp modelId="{5EB3262C-3F8F-4B2C-BED6-9F445658E96D}">
      <dsp:nvSpPr>
        <dsp:cNvPr id="0" name=""/>
        <dsp:cNvSpPr/>
      </dsp:nvSpPr>
      <dsp:spPr>
        <a:xfrm>
          <a:off x="9689430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Conclusion et recommandations</a:t>
          </a:r>
          <a:endParaRPr lang="fr-FR" sz="1400" kern="1200" dirty="0"/>
        </a:p>
      </dsp:txBody>
      <dsp:txXfrm>
        <a:off x="9935874" y="0"/>
        <a:ext cx="1659034" cy="49288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7ED3BA-AFFE-4B93-8B3E-C0A0089E1B2A}">
      <dsp:nvSpPr>
        <dsp:cNvPr id="0" name=""/>
        <dsp:cNvSpPr/>
      </dsp:nvSpPr>
      <dsp:spPr>
        <a:xfrm>
          <a:off x="5784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Introduction</a:t>
          </a:r>
          <a:endParaRPr lang="fr-FR" sz="1400" kern="1200" dirty="0"/>
        </a:p>
      </dsp:txBody>
      <dsp:txXfrm>
        <a:off x="252228" y="0"/>
        <a:ext cx="1659034" cy="492887"/>
      </dsp:txXfrm>
    </dsp:sp>
    <dsp:sp modelId="{008ACFDA-1B9C-48A0-B214-E31E872FC6D0}">
      <dsp:nvSpPr>
        <dsp:cNvPr id="0" name=""/>
        <dsp:cNvSpPr/>
      </dsp:nvSpPr>
      <dsp:spPr>
        <a:xfrm>
          <a:off x="1942513" y="0"/>
          <a:ext cx="2151921" cy="492887"/>
        </a:xfrm>
        <a:prstGeom prst="chevron">
          <a:avLst/>
        </a:prstGeom>
        <a:solidFill>
          <a:schemeClr val="accent2"/>
        </a:solidFill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Analyse de la situation</a:t>
          </a:r>
          <a:endParaRPr lang="fr-FR" sz="1400" kern="1200" dirty="0"/>
        </a:p>
      </dsp:txBody>
      <dsp:txXfrm>
        <a:off x="2188957" y="0"/>
        <a:ext cx="1659034" cy="492887"/>
      </dsp:txXfrm>
    </dsp:sp>
    <dsp:sp modelId="{B181F8EE-A344-42D4-85F0-379A6F9A3E09}">
      <dsp:nvSpPr>
        <dsp:cNvPr id="0" name=""/>
        <dsp:cNvSpPr/>
      </dsp:nvSpPr>
      <dsp:spPr>
        <a:xfrm>
          <a:off x="3879242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Tests utilisateurs</a:t>
          </a:r>
          <a:endParaRPr lang="fr-FR" sz="1400" kern="1200" dirty="0"/>
        </a:p>
      </dsp:txBody>
      <dsp:txXfrm>
        <a:off x="4125686" y="0"/>
        <a:ext cx="1659034" cy="492887"/>
      </dsp:txXfrm>
    </dsp:sp>
    <dsp:sp modelId="{EDDECF90-8BB3-4DA1-8C8C-78182594AEC0}">
      <dsp:nvSpPr>
        <dsp:cNvPr id="0" name=""/>
        <dsp:cNvSpPr/>
      </dsp:nvSpPr>
      <dsp:spPr>
        <a:xfrm>
          <a:off x="5815971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Analyse cognitive</a:t>
          </a:r>
          <a:endParaRPr lang="fr-FR" sz="1400" kern="1200" dirty="0"/>
        </a:p>
      </dsp:txBody>
      <dsp:txXfrm>
        <a:off x="6062415" y="0"/>
        <a:ext cx="1659034" cy="492887"/>
      </dsp:txXfrm>
    </dsp:sp>
    <dsp:sp modelId="{82CE2AD6-5168-45A8-91B7-2F6D8199806B}">
      <dsp:nvSpPr>
        <dsp:cNvPr id="0" name=""/>
        <dsp:cNvSpPr/>
      </dsp:nvSpPr>
      <dsp:spPr>
        <a:xfrm>
          <a:off x="7752701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Prototype et amélioration</a:t>
          </a:r>
          <a:endParaRPr lang="fr-FR" sz="1400" kern="1200" dirty="0"/>
        </a:p>
      </dsp:txBody>
      <dsp:txXfrm>
        <a:off x="7999145" y="0"/>
        <a:ext cx="1659034" cy="492887"/>
      </dsp:txXfrm>
    </dsp:sp>
    <dsp:sp modelId="{5EB3262C-3F8F-4B2C-BED6-9F445658E96D}">
      <dsp:nvSpPr>
        <dsp:cNvPr id="0" name=""/>
        <dsp:cNvSpPr/>
      </dsp:nvSpPr>
      <dsp:spPr>
        <a:xfrm>
          <a:off x="9689430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Conclusion et recommandations</a:t>
          </a:r>
          <a:endParaRPr lang="fr-FR" sz="1400" kern="1200" dirty="0"/>
        </a:p>
      </dsp:txBody>
      <dsp:txXfrm>
        <a:off x="9935874" y="0"/>
        <a:ext cx="1659034" cy="49288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7ED3BA-AFFE-4B93-8B3E-C0A0089E1B2A}">
      <dsp:nvSpPr>
        <dsp:cNvPr id="0" name=""/>
        <dsp:cNvSpPr/>
      </dsp:nvSpPr>
      <dsp:spPr>
        <a:xfrm>
          <a:off x="5784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Introduction</a:t>
          </a:r>
          <a:endParaRPr lang="fr-FR" sz="1400" kern="1200" dirty="0"/>
        </a:p>
      </dsp:txBody>
      <dsp:txXfrm>
        <a:off x="252228" y="0"/>
        <a:ext cx="1659034" cy="492887"/>
      </dsp:txXfrm>
    </dsp:sp>
    <dsp:sp modelId="{008ACFDA-1B9C-48A0-B214-E31E872FC6D0}">
      <dsp:nvSpPr>
        <dsp:cNvPr id="0" name=""/>
        <dsp:cNvSpPr/>
      </dsp:nvSpPr>
      <dsp:spPr>
        <a:xfrm>
          <a:off x="1942513" y="0"/>
          <a:ext cx="2151921" cy="492887"/>
        </a:xfrm>
        <a:prstGeom prst="chevron">
          <a:avLst/>
        </a:prstGeom>
        <a:solidFill>
          <a:schemeClr val="accent2"/>
        </a:solidFill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Analyse de la situation</a:t>
          </a:r>
          <a:endParaRPr lang="fr-FR" sz="1400" kern="1200" dirty="0"/>
        </a:p>
      </dsp:txBody>
      <dsp:txXfrm>
        <a:off x="2188957" y="0"/>
        <a:ext cx="1659034" cy="492887"/>
      </dsp:txXfrm>
    </dsp:sp>
    <dsp:sp modelId="{B181F8EE-A344-42D4-85F0-379A6F9A3E09}">
      <dsp:nvSpPr>
        <dsp:cNvPr id="0" name=""/>
        <dsp:cNvSpPr/>
      </dsp:nvSpPr>
      <dsp:spPr>
        <a:xfrm>
          <a:off x="3879242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Tests utilisateurs</a:t>
          </a:r>
          <a:endParaRPr lang="fr-FR" sz="1400" kern="1200" dirty="0"/>
        </a:p>
      </dsp:txBody>
      <dsp:txXfrm>
        <a:off x="4125686" y="0"/>
        <a:ext cx="1659034" cy="492887"/>
      </dsp:txXfrm>
    </dsp:sp>
    <dsp:sp modelId="{EDDECF90-8BB3-4DA1-8C8C-78182594AEC0}">
      <dsp:nvSpPr>
        <dsp:cNvPr id="0" name=""/>
        <dsp:cNvSpPr/>
      </dsp:nvSpPr>
      <dsp:spPr>
        <a:xfrm>
          <a:off x="5815971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Analyse cognitive</a:t>
          </a:r>
          <a:endParaRPr lang="fr-FR" sz="1400" kern="1200" dirty="0"/>
        </a:p>
      </dsp:txBody>
      <dsp:txXfrm>
        <a:off x="6062415" y="0"/>
        <a:ext cx="1659034" cy="492887"/>
      </dsp:txXfrm>
    </dsp:sp>
    <dsp:sp modelId="{82CE2AD6-5168-45A8-91B7-2F6D8199806B}">
      <dsp:nvSpPr>
        <dsp:cNvPr id="0" name=""/>
        <dsp:cNvSpPr/>
      </dsp:nvSpPr>
      <dsp:spPr>
        <a:xfrm>
          <a:off x="7752701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Prototype et amélioration</a:t>
          </a:r>
          <a:endParaRPr lang="fr-FR" sz="1400" kern="1200" dirty="0"/>
        </a:p>
      </dsp:txBody>
      <dsp:txXfrm>
        <a:off x="7999145" y="0"/>
        <a:ext cx="1659034" cy="492887"/>
      </dsp:txXfrm>
    </dsp:sp>
    <dsp:sp modelId="{5EB3262C-3F8F-4B2C-BED6-9F445658E96D}">
      <dsp:nvSpPr>
        <dsp:cNvPr id="0" name=""/>
        <dsp:cNvSpPr/>
      </dsp:nvSpPr>
      <dsp:spPr>
        <a:xfrm>
          <a:off x="9689430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Conclusion et recommandations</a:t>
          </a:r>
          <a:endParaRPr lang="fr-FR" sz="1400" kern="1200" dirty="0"/>
        </a:p>
      </dsp:txBody>
      <dsp:txXfrm>
        <a:off x="9935874" y="0"/>
        <a:ext cx="1659034" cy="49288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7ED3BA-AFFE-4B93-8B3E-C0A0089E1B2A}">
      <dsp:nvSpPr>
        <dsp:cNvPr id="0" name=""/>
        <dsp:cNvSpPr/>
      </dsp:nvSpPr>
      <dsp:spPr>
        <a:xfrm>
          <a:off x="5784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Introduction</a:t>
          </a:r>
          <a:endParaRPr lang="fr-FR" sz="1400" kern="1200" dirty="0"/>
        </a:p>
      </dsp:txBody>
      <dsp:txXfrm>
        <a:off x="252228" y="0"/>
        <a:ext cx="1659034" cy="492887"/>
      </dsp:txXfrm>
    </dsp:sp>
    <dsp:sp modelId="{008ACFDA-1B9C-48A0-B214-E31E872FC6D0}">
      <dsp:nvSpPr>
        <dsp:cNvPr id="0" name=""/>
        <dsp:cNvSpPr/>
      </dsp:nvSpPr>
      <dsp:spPr>
        <a:xfrm>
          <a:off x="1942513" y="0"/>
          <a:ext cx="2151921" cy="492887"/>
        </a:xfrm>
        <a:prstGeom prst="chevron">
          <a:avLst/>
        </a:prstGeom>
        <a:solidFill>
          <a:schemeClr val="accent2"/>
        </a:solidFill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Analyse de la situation</a:t>
          </a:r>
          <a:endParaRPr lang="fr-FR" sz="1400" kern="1200" dirty="0"/>
        </a:p>
      </dsp:txBody>
      <dsp:txXfrm>
        <a:off x="2188957" y="0"/>
        <a:ext cx="1659034" cy="492887"/>
      </dsp:txXfrm>
    </dsp:sp>
    <dsp:sp modelId="{B181F8EE-A344-42D4-85F0-379A6F9A3E09}">
      <dsp:nvSpPr>
        <dsp:cNvPr id="0" name=""/>
        <dsp:cNvSpPr/>
      </dsp:nvSpPr>
      <dsp:spPr>
        <a:xfrm>
          <a:off x="3879242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Tests utilisateurs</a:t>
          </a:r>
          <a:endParaRPr lang="fr-FR" sz="1400" kern="1200" dirty="0"/>
        </a:p>
      </dsp:txBody>
      <dsp:txXfrm>
        <a:off x="4125686" y="0"/>
        <a:ext cx="1659034" cy="492887"/>
      </dsp:txXfrm>
    </dsp:sp>
    <dsp:sp modelId="{EDDECF90-8BB3-4DA1-8C8C-78182594AEC0}">
      <dsp:nvSpPr>
        <dsp:cNvPr id="0" name=""/>
        <dsp:cNvSpPr/>
      </dsp:nvSpPr>
      <dsp:spPr>
        <a:xfrm>
          <a:off x="5815971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Analyse cognitive</a:t>
          </a:r>
          <a:endParaRPr lang="fr-FR" sz="1400" kern="1200" dirty="0"/>
        </a:p>
      </dsp:txBody>
      <dsp:txXfrm>
        <a:off x="6062415" y="0"/>
        <a:ext cx="1659034" cy="492887"/>
      </dsp:txXfrm>
    </dsp:sp>
    <dsp:sp modelId="{82CE2AD6-5168-45A8-91B7-2F6D8199806B}">
      <dsp:nvSpPr>
        <dsp:cNvPr id="0" name=""/>
        <dsp:cNvSpPr/>
      </dsp:nvSpPr>
      <dsp:spPr>
        <a:xfrm>
          <a:off x="7752701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Prototype et amélioration</a:t>
          </a:r>
          <a:endParaRPr lang="fr-FR" sz="1400" kern="1200" dirty="0"/>
        </a:p>
      </dsp:txBody>
      <dsp:txXfrm>
        <a:off x="7999145" y="0"/>
        <a:ext cx="1659034" cy="492887"/>
      </dsp:txXfrm>
    </dsp:sp>
    <dsp:sp modelId="{5EB3262C-3F8F-4B2C-BED6-9F445658E96D}">
      <dsp:nvSpPr>
        <dsp:cNvPr id="0" name=""/>
        <dsp:cNvSpPr/>
      </dsp:nvSpPr>
      <dsp:spPr>
        <a:xfrm>
          <a:off x="9689430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Conclusion et recommandations</a:t>
          </a:r>
          <a:endParaRPr lang="fr-FR" sz="1400" kern="1200" dirty="0"/>
        </a:p>
      </dsp:txBody>
      <dsp:txXfrm>
        <a:off x="9935874" y="0"/>
        <a:ext cx="1659034" cy="49288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7ED3BA-AFFE-4B93-8B3E-C0A0089E1B2A}">
      <dsp:nvSpPr>
        <dsp:cNvPr id="0" name=""/>
        <dsp:cNvSpPr/>
      </dsp:nvSpPr>
      <dsp:spPr>
        <a:xfrm>
          <a:off x="5784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Introduction</a:t>
          </a:r>
          <a:endParaRPr lang="fr-FR" sz="1400" kern="1200" dirty="0"/>
        </a:p>
      </dsp:txBody>
      <dsp:txXfrm>
        <a:off x="252228" y="0"/>
        <a:ext cx="1659034" cy="492887"/>
      </dsp:txXfrm>
    </dsp:sp>
    <dsp:sp modelId="{008ACFDA-1B9C-48A0-B214-E31E872FC6D0}">
      <dsp:nvSpPr>
        <dsp:cNvPr id="0" name=""/>
        <dsp:cNvSpPr/>
      </dsp:nvSpPr>
      <dsp:spPr>
        <a:xfrm>
          <a:off x="1942513" y="0"/>
          <a:ext cx="2151921" cy="492887"/>
        </a:xfrm>
        <a:prstGeom prst="chevron">
          <a:avLst/>
        </a:prstGeom>
        <a:solidFill>
          <a:schemeClr val="accent2"/>
        </a:solidFill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Analyse de la situation</a:t>
          </a:r>
          <a:endParaRPr lang="fr-FR" sz="1400" kern="1200" dirty="0"/>
        </a:p>
      </dsp:txBody>
      <dsp:txXfrm>
        <a:off x="2188957" y="0"/>
        <a:ext cx="1659034" cy="492887"/>
      </dsp:txXfrm>
    </dsp:sp>
    <dsp:sp modelId="{B181F8EE-A344-42D4-85F0-379A6F9A3E09}">
      <dsp:nvSpPr>
        <dsp:cNvPr id="0" name=""/>
        <dsp:cNvSpPr/>
      </dsp:nvSpPr>
      <dsp:spPr>
        <a:xfrm>
          <a:off x="3879242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Tests utilisateurs</a:t>
          </a:r>
          <a:endParaRPr lang="fr-FR" sz="1400" kern="1200" dirty="0"/>
        </a:p>
      </dsp:txBody>
      <dsp:txXfrm>
        <a:off x="4125686" y="0"/>
        <a:ext cx="1659034" cy="492887"/>
      </dsp:txXfrm>
    </dsp:sp>
    <dsp:sp modelId="{EDDECF90-8BB3-4DA1-8C8C-78182594AEC0}">
      <dsp:nvSpPr>
        <dsp:cNvPr id="0" name=""/>
        <dsp:cNvSpPr/>
      </dsp:nvSpPr>
      <dsp:spPr>
        <a:xfrm>
          <a:off x="5815971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Analyse cognitive</a:t>
          </a:r>
          <a:endParaRPr lang="fr-FR" sz="1400" kern="1200" dirty="0"/>
        </a:p>
      </dsp:txBody>
      <dsp:txXfrm>
        <a:off x="6062415" y="0"/>
        <a:ext cx="1659034" cy="492887"/>
      </dsp:txXfrm>
    </dsp:sp>
    <dsp:sp modelId="{82CE2AD6-5168-45A8-91B7-2F6D8199806B}">
      <dsp:nvSpPr>
        <dsp:cNvPr id="0" name=""/>
        <dsp:cNvSpPr/>
      </dsp:nvSpPr>
      <dsp:spPr>
        <a:xfrm>
          <a:off x="7752701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Prototype et amélioration</a:t>
          </a:r>
          <a:endParaRPr lang="fr-FR" sz="1400" kern="1200" dirty="0"/>
        </a:p>
      </dsp:txBody>
      <dsp:txXfrm>
        <a:off x="7999145" y="0"/>
        <a:ext cx="1659034" cy="492887"/>
      </dsp:txXfrm>
    </dsp:sp>
    <dsp:sp modelId="{5EB3262C-3F8F-4B2C-BED6-9F445658E96D}">
      <dsp:nvSpPr>
        <dsp:cNvPr id="0" name=""/>
        <dsp:cNvSpPr/>
      </dsp:nvSpPr>
      <dsp:spPr>
        <a:xfrm>
          <a:off x="9689430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Conclusion et recommandations</a:t>
          </a:r>
          <a:endParaRPr lang="fr-FR" sz="1400" kern="1200" dirty="0"/>
        </a:p>
      </dsp:txBody>
      <dsp:txXfrm>
        <a:off x="9935874" y="0"/>
        <a:ext cx="1659034" cy="49288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7ED3BA-AFFE-4B93-8B3E-C0A0089E1B2A}">
      <dsp:nvSpPr>
        <dsp:cNvPr id="0" name=""/>
        <dsp:cNvSpPr/>
      </dsp:nvSpPr>
      <dsp:spPr>
        <a:xfrm>
          <a:off x="5784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Introduction</a:t>
          </a:r>
          <a:endParaRPr lang="fr-FR" sz="1400" kern="1200" dirty="0"/>
        </a:p>
      </dsp:txBody>
      <dsp:txXfrm>
        <a:off x="252228" y="0"/>
        <a:ext cx="1659034" cy="492887"/>
      </dsp:txXfrm>
    </dsp:sp>
    <dsp:sp modelId="{008ACFDA-1B9C-48A0-B214-E31E872FC6D0}">
      <dsp:nvSpPr>
        <dsp:cNvPr id="0" name=""/>
        <dsp:cNvSpPr/>
      </dsp:nvSpPr>
      <dsp:spPr>
        <a:xfrm>
          <a:off x="1942513" y="0"/>
          <a:ext cx="2151921" cy="492887"/>
        </a:xfrm>
        <a:prstGeom prst="chevron">
          <a:avLst/>
        </a:prstGeom>
        <a:solidFill>
          <a:schemeClr val="accent2"/>
        </a:solidFill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Analyse de la situation</a:t>
          </a:r>
          <a:endParaRPr lang="fr-FR" sz="1400" kern="1200" dirty="0"/>
        </a:p>
      </dsp:txBody>
      <dsp:txXfrm>
        <a:off x="2188957" y="0"/>
        <a:ext cx="1659034" cy="492887"/>
      </dsp:txXfrm>
    </dsp:sp>
    <dsp:sp modelId="{B181F8EE-A344-42D4-85F0-379A6F9A3E09}">
      <dsp:nvSpPr>
        <dsp:cNvPr id="0" name=""/>
        <dsp:cNvSpPr/>
      </dsp:nvSpPr>
      <dsp:spPr>
        <a:xfrm>
          <a:off x="3879242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Tests utilisateurs</a:t>
          </a:r>
          <a:endParaRPr lang="fr-FR" sz="1400" kern="1200" dirty="0"/>
        </a:p>
      </dsp:txBody>
      <dsp:txXfrm>
        <a:off x="4125686" y="0"/>
        <a:ext cx="1659034" cy="492887"/>
      </dsp:txXfrm>
    </dsp:sp>
    <dsp:sp modelId="{EDDECF90-8BB3-4DA1-8C8C-78182594AEC0}">
      <dsp:nvSpPr>
        <dsp:cNvPr id="0" name=""/>
        <dsp:cNvSpPr/>
      </dsp:nvSpPr>
      <dsp:spPr>
        <a:xfrm>
          <a:off x="5815971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Analyse cognitive</a:t>
          </a:r>
          <a:endParaRPr lang="fr-FR" sz="1400" kern="1200" dirty="0"/>
        </a:p>
      </dsp:txBody>
      <dsp:txXfrm>
        <a:off x="6062415" y="0"/>
        <a:ext cx="1659034" cy="492887"/>
      </dsp:txXfrm>
    </dsp:sp>
    <dsp:sp modelId="{82CE2AD6-5168-45A8-91B7-2F6D8199806B}">
      <dsp:nvSpPr>
        <dsp:cNvPr id="0" name=""/>
        <dsp:cNvSpPr/>
      </dsp:nvSpPr>
      <dsp:spPr>
        <a:xfrm>
          <a:off x="7752701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Prototype et amélioration</a:t>
          </a:r>
          <a:endParaRPr lang="fr-FR" sz="1400" kern="1200" dirty="0"/>
        </a:p>
      </dsp:txBody>
      <dsp:txXfrm>
        <a:off x="7999145" y="0"/>
        <a:ext cx="1659034" cy="492887"/>
      </dsp:txXfrm>
    </dsp:sp>
    <dsp:sp modelId="{5EB3262C-3F8F-4B2C-BED6-9F445658E96D}">
      <dsp:nvSpPr>
        <dsp:cNvPr id="0" name=""/>
        <dsp:cNvSpPr/>
      </dsp:nvSpPr>
      <dsp:spPr>
        <a:xfrm>
          <a:off x="9689430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Conclusion et recommandations</a:t>
          </a:r>
          <a:endParaRPr lang="fr-FR" sz="1400" kern="1200" dirty="0"/>
        </a:p>
      </dsp:txBody>
      <dsp:txXfrm>
        <a:off x="9935874" y="0"/>
        <a:ext cx="1659034" cy="49288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7ED3BA-AFFE-4B93-8B3E-C0A0089E1B2A}">
      <dsp:nvSpPr>
        <dsp:cNvPr id="0" name=""/>
        <dsp:cNvSpPr/>
      </dsp:nvSpPr>
      <dsp:spPr>
        <a:xfrm>
          <a:off x="5784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Introduction</a:t>
          </a:r>
          <a:endParaRPr lang="fr-FR" sz="1400" kern="1200" dirty="0"/>
        </a:p>
      </dsp:txBody>
      <dsp:txXfrm>
        <a:off x="252228" y="0"/>
        <a:ext cx="1659034" cy="492887"/>
      </dsp:txXfrm>
    </dsp:sp>
    <dsp:sp modelId="{008ACFDA-1B9C-48A0-B214-E31E872FC6D0}">
      <dsp:nvSpPr>
        <dsp:cNvPr id="0" name=""/>
        <dsp:cNvSpPr/>
      </dsp:nvSpPr>
      <dsp:spPr>
        <a:xfrm>
          <a:off x="1942513" y="0"/>
          <a:ext cx="2151921" cy="492887"/>
        </a:xfrm>
        <a:prstGeom prst="chevron">
          <a:avLst/>
        </a:prstGeom>
        <a:solidFill>
          <a:schemeClr val="accent2"/>
        </a:solidFill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Analyse de la situation</a:t>
          </a:r>
          <a:endParaRPr lang="fr-FR" sz="1400" kern="1200" dirty="0"/>
        </a:p>
      </dsp:txBody>
      <dsp:txXfrm>
        <a:off x="2188957" y="0"/>
        <a:ext cx="1659034" cy="492887"/>
      </dsp:txXfrm>
    </dsp:sp>
    <dsp:sp modelId="{B181F8EE-A344-42D4-85F0-379A6F9A3E09}">
      <dsp:nvSpPr>
        <dsp:cNvPr id="0" name=""/>
        <dsp:cNvSpPr/>
      </dsp:nvSpPr>
      <dsp:spPr>
        <a:xfrm>
          <a:off x="3879242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Tests utilisateurs</a:t>
          </a:r>
          <a:endParaRPr lang="fr-FR" sz="1400" kern="1200" dirty="0"/>
        </a:p>
      </dsp:txBody>
      <dsp:txXfrm>
        <a:off x="4125686" y="0"/>
        <a:ext cx="1659034" cy="492887"/>
      </dsp:txXfrm>
    </dsp:sp>
    <dsp:sp modelId="{EDDECF90-8BB3-4DA1-8C8C-78182594AEC0}">
      <dsp:nvSpPr>
        <dsp:cNvPr id="0" name=""/>
        <dsp:cNvSpPr/>
      </dsp:nvSpPr>
      <dsp:spPr>
        <a:xfrm>
          <a:off x="5815971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Analyse cognitive</a:t>
          </a:r>
          <a:endParaRPr lang="fr-FR" sz="1400" kern="1200" dirty="0"/>
        </a:p>
      </dsp:txBody>
      <dsp:txXfrm>
        <a:off x="6062415" y="0"/>
        <a:ext cx="1659034" cy="492887"/>
      </dsp:txXfrm>
    </dsp:sp>
    <dsp:sp modelId="{82CE2AD6-5168-45A8-91B7-2F6D8199806B}">
      <dsp:nvSpPr>
        <dsp:cNvPr id="0" name=""/>
        <dsp:cNvSpPr/>
      </dsp:nvSpPr>
      <dsp:spPr>
        <a:xfrm>
          <a:off x="7752701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Prototype et amélioration</a:t>
          </a:r>
          <a:endParaRPr lang="fr-FR" sz="1400" kern="1200" dirty="0"/>
        </a:p>
      </dsp:txBody>
      <dsp:txXfrm>
        <a:off x="7999145" y="0"/>
        <a:ext cx="1659034" cy="492887"/>
      </dsp:txXfrm>
    </dsp:sp>
    <dsp:sp modelId="{5EB3262C-3F8F-4B2C-BED6-9F445658E96D}">
      <dsp:nvSpPr>
        <dsp:cNvPr id="0" name=""/>
        <dsp:cNvSpPr/>
      </dsp:nvSpPr>
      <dsp:spPr>
        <a:xfrm>
          <a:off x="9689430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Conclusion et recommandations</a:t>
          </a:r>
          <a:endParaRPr lang="fr-FR" sz="1400" kern="1200" dirty="0"/>
        </a:p>
      </dsp:txBody>
      <dsp:txXfrm>
        <a:off x="9935874" y="0"/>
        <a:ext cx="1659034" cy="49288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7ED3BA-AFFE-4B93-8B3E-C0A0089E1B2A}">
      <dsp:nvSpPr>
        <dsp:cNvPr id="0" name=""/>
        <dsp:cNvSpPr/>
      </dsp:nvSpPr>
      <dsp:spPr>
        <a:xfrm>
          <a:off x="5784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Introduction</a:t>
          </a:r>
          <a:endParaRPr lang="fr-FR" sz="1400" kern="1200" dirty="0"/>
        </a:p>
      </dsp:txBody>
      <dsp:txXfrm>
        <a:off x="252228" y="0"/>
        <a:ext cx="1659034" cy="492887"/>
      </dsp:txXfrm>
    </dsp:sp>
    <dsp:sp modelId="{008ACFDA-1B9C-48A0-B214-E31E872FC6D0}">
      <dsp:nvSpPr>
        <dsp:cNvPr id="0" name=""/>
        <dsp:cNvSpPr/>
      </dsp:nvSpPr>
      <dsp:spPr>
        <a:xfrm>
          <a:off x="1942513" y="0"/>
          <a:ext cx="2151921" cy="492887"/>
        </a:xfrm>
        <a:prstGeom prst="chevron">
          <a:avLst/>
        </a:prstGeom>
        <a:solidFill>
          <a:schemeClr val="accent2"/>
        </a:solidFill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Analyse de la situation</a:t>
          </a:r>
          <a:endParaRPr lang="fr-FR" sz="1400" kern="1200" dirty="0"/>
        </a:p>
      </dsp:txBody>
      <dsp:txXfrm>
        <a:off x="2188957" y="0"/>
        <a:ext cx="1659034" cy="492887"/>
      </dsp:txXfrm>
    </dsp:sp>
    <dsp:sp modelId="{B181F8EE-A344-42D4-85F0-379A6F9A3E09}">
      <dsp:nvSpPr>
        <dsp:cNvPr id="0" name=""/>
        <dsp:cNvSpPr/>
      </dsp:nvSpPr>
      <dsp:spPr>
        <a:xfrm>
          <a:off x="3879242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Tests utilisateurs</a:t>
          </a:r>
          <a:endParaRPr lang="fr-FR" sz="1400" kern="1200" dirty="0"/>
        </a:p>
      </dsp:txBody>
      <dsp:txXfrm>
        <a:off x="4125686" y="0"/>
        <a:ext cx="1659034" cy="492887"/>
      </dsp:txXfrm>
    </dsp:sp>
    <dsp:sp modelId="{EDDECF90-8BB3-4DA1-8C8C-78182594AEC0}">
      <dsp:nvSpPr>
        <dsp:cNvPr id="0" name=""/>
        <dsp:cNvSpPr/>
      </dsp:nvSpPr>
      <dsp:spPr>
        <a:xfrm>
          <a:off x="5815971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Analyse cognitive</a:t>
          </a:r>
          <a:endParaRPr lang="fr-FR" sz="1400" kern="1200" dirty="0"/>
        </a:p>
      </dsp:txBody>
      <dsp:txXfrm>
        <a:off x="6062415" y="0"/>
        <a:ext cx="1659034" cy="492887"/>
      </dsp:txXfrm>
    </dsp:sp>
    <dsp:sp modelId="{82CE2AD6-5168-45A8-91B7-2F6D8199806B}">
      <dsp:nvSpPr>
        <dsp:cNvPr id="0" name=""/>
        <dsp:cNvSpPr/>
      </dsp:nvSpPr>
      <dsp:spPr>
        <a:xfrm>
          <a:off x="7752701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Prototype et amélioration</a:t>
          </a:r>
          <a:endParaRPr lang="fr-FR" sz="1400" kern="1200" dirty="0"/>
        </a:p>
      </dsp:txBody>
      <dsp:txXfrm>
        <a:off x="7999145" y="0"/>
        <a:ext cx="1659034" cy="492887"/>
      </dsp:txXfrm>
    </dsp:sp>
    <dsp:sp modelId="{5EB3262C-3F8F-4B2C-BED6-9F445658E96D}">
      <dsp:nvSpPr>
        <dsp:cNvPr id="0" name=""/>
        <dsp:cNvSpPr/>
      </dsp:nvSpPr>
      <dsp:spPr>
        <a:xfrm>
          <a:off x="9689430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Conclusion et recommandations</a:t>
          </a:r>
          <a:endParaRPr lang="fr-FR" sz="1400" kern="1200" dirty="0"/>
        </a:p>
      </dsp:txBody>
      <dsp:txXfrm>
        <a:off x="9935874" y="0"/>
        <a:ext cx="1659034" cy="49288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7ED3BA-AFFE-4B93-8B3E-C0A0089E1B2A}">
      <dsp:nvSpPr>
        <dsp:cNvPr id="0" name=""/>
        <dsp:cNvSpPr/>
      </dsp:nvSpPr>
      <dsp:spPr>
        <a:xfrm>
          <a:off x="5784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Introduction</a:t>
          </a:r>
          <a:endParaRPr lang="fr-FR" sz="1400" kern="1200" dirty="0"/>
        </a:p>
      </dsp:txBody>
      <dsp:txXfrm>
        <a:off x="252228" y="0"/>
        <a:ext cx="1659034" cy="492887"/>
      </dsp:txXfrm>
    </dsp:sp>
    <dsp:sp modelId="{008ACFDA-1B9C-48A0-B214-E31E872FC6D0}">
      <dsp:nvSpPr>
        <dsp:cNvPr id="0" name=""/>
        <dsp:cNvSpPr/>
      </dsp:nvSpPr>
      <dsp:spPr>
        <a:xfrm>
          <a:off x="1942513" y="0"/>
          <a:ext cx="2151921" cy="492887"/>
        </a:xfrm>
        <a:prstGeom prst="chevron">
          <a:avLst/>
        </a:prstGeom>
        <a:solidFill>
          <a:schemeClr val="accent2"/>
        </a:solidFill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Analyse de la situation</a:t>
          </a:r>
          <a:endParaRPr lang="fr-FR" sz="1400" kern="1200" dirty="0"/>
        </a:p>
      </dsp:txBody>
      <dsp:txXfrm>
        <a:off x="2188957" y="0"/>
        <a:ext cx="1659034" cy="492887"/>
      </dsp:txXfrm>
    </dsp:sp>
    <dsp:sp modelId="{B181F8EE-A344-42D4-85F0-379A6F9A3E09}">
      <dsp:nvSpPr>
        <dsp:cNvPr id="0" name=""/>
        <dsp:cNvSpPr/>
      </dsp:nvSpPr>
      <dsp:spPr>
        <a:xfrm>
          <a:off x="3879242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Tests utilisateurs</a:t>
          </a:r>
          <a:endParaRPr lang="fr-FR" sz="1400" kern="1200" dirty="0"/>
        </a:p>
      </dsp:txBody>
      <dsp:txXfrm>
        <a:off x="4125686" y="0"/>
        <a:ext cx="1659034" cy="492887"/>
      </dsp:txXfrm>
    </dsp:sp>
    <dsp:sp modelId="{EDDECF90-8BB3-4DA1-8C8C-78182594AEC0}">
      <dsp:nvSpPr>
        <dsp:cNvPr id="0" name=""/>
        <dsp:cNvSpPr/>
      </dsp:nvSpPr>
      <dsp:spPr>
        <a:xfrm>
          <a:off x="5815971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Analyse cognitive</a:t>
          </a:r>
          <a:endParaRPr lang="fr-FR" sz="1400" kern="1200" dirty="0"/>
        </a:p>
      </dsp:txBody>
      <dsp:txXfrm>
        <a:off x="6062415" y="0"/>
        <a:ext cx="1659034" cy="492887"/>
      </dsp:txXfrm>
    </dsp:sp>
    <dsp:sp modelId="{82CE2AD6-5168-45A8-91B7-2F6D8199806B}">
      <dsp:nvSpPr>
        <dsp:cNvPr id="0" name=""/>
        <dsp:cNvSpPr/>
      </dsp:nvSpPr>
      <dsp:spPr>
        <a:xfrm>
          <a:off x="7752701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Prototype et amélioration</a:t>
          </a:r>
          <a:endParaRPr lang="fr-FR" sz="1400" kern="1200" dirty="0"/>
        </a:p>
      </dsp:txBody>
      <dsp:txXfrm>
        <a:off x="7999145" y="0"/>
        <a:ext cx="1659034" cy="492887"/>
      </dsp:txXfrm>
    </dsp:sp>
    <dsp:sp modelId="{5EB3262C-3F8F-4B2C-BED6-9F445658E96D}">
      <dsp:nvSpPr>
        <dsp:cNvPr id="0" name=""/>
        <dsp:cNvSpPr/>
      </dsp:nvSpPr>
      <dsp:spPr>
        <a:xfrm>
          <a:off x="9689430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Conclusion et recommandations</a:t>
          </a:r>
          <a:endParaRPr lang="fr-FR" sz="1400" kern="1200" dirty="0"/>
        </a:p>
      </dsp:txBody>
      <dsp:txXfrm>
        <a:off x="9935874" y="0"/>
        <a:ext cx="1659034" cy="492887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7ED3BA-AFFE-4B93-8B3E-C0A0089E1B2A}">
      <dsp:nvSpPr>
        <dsp:cNvPr id="0" name=""/>
        <dsp:cNvSpPr/>
      </dsp:nvSpPr>
      <dsp:spPr>
        <a:xfrm>
          <a:off x="5784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Introduction</a:t>
          </a:r>
          <a:endParaRPr lang="fr-FR" sz="1400" kern="1200" dirty="0"/>
        </a:p>
      </dsp:txBody>
      <dsp:txXfrm>
        <a:off x="252228" y="0"/>
        <a:ext cx="1659034" cy="492887"/>
      </dsp:txXfrm>
    </dsp:sp>
    <dsp:sp modelId="{008ACFDA-1B9C-48A0-B214-E31E872FC6D0}">
      <dsp:nvSpPr>
        <dsp:cNvPr id="0" name=""/>
        <dsp:cNvSpPr/>
      </dsp:nvSpPr>
      <dsp:spPr>
        <a:xfrm>
          <a:off x="1942513" y="0"/>
          <a:ext cx="2151921" cy="492887"/>
        </a:xfrm>
        <a:prstGeom prst="chevron">
          <a:avLst/>
        </a:prstGeom>
        <a:solidFill>
          <a:schemeClr val="accent2"/>
        </a:solidFill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Analyse de la situation</a:t>
          </a:r>
          <a:endParaRPr lang="fr-FR" sz="1400" kern="1200" dirty="0"/>
        </a:p>
      </dsp:txBody>
      <dsp:txXfrm>
        <a:off x="2188957" y="0"/>
        <a:ext cx="1659034" cy="492887"/>
      </dsp:txXfrm>
    </dsp:sp>
    <dsp:sp modelId="{B181F8EE-A344-42D4-85F0-379A6F9A3E09}">
      <dsp:nvSpPr>
        <dsp:cNvPr id="0" name=""/>
        <dsp:cNvSpPr/>
      </dsp:nvSpPr>
      <dsp:spPr>
        <a:xfrm>
          <a:off x="3879242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Tests utilisateurs</a:t>
          </a:r>
          <a:endParaRPr lang="fr-FR" sz="1400" kern="1200" dirty="0"/>
        </a:p>
      </dsp:txBody>
      <dsp:txXfrm>
        <a:off x="4125686" y="0"/>
        <a:ext cx="1659034" cy="492887"/>
      </dsp:txXfrm>
    </dsp:sp>
    <dsp:sp modelId="{EDDECF90-8BB3-4DA1-8C8C-78182594AEC0}">
      <dsp:nvSpPr>
        <dsp:cNvPr id="0" name=""/>
        <dsp:cNvSpPr/>
      </dsp:nvSpPr>
      <dsp:spPr>
        <a:xfrm>
          <a:off x="5815971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Analyse cognitive</a:t>
          </a:r>
          <a:endParaRPr lang="fr-FR" sz="1400" kern="1200" dirty="0"/>
        </a:p>
      </dsp:txBody>
      <dsp:txXfrm>
        <a:off x="6062415" y="0"/>
        <a:ext cx="1659034" cy="492887"/>
      </dsp:txXfrm>
    </dsp:sp>
    <dsp:sp modelId="{82CE2AD6-5168-45A8-91B7-2F6D8199806B}">
      <dsp:nvSpPr>
        <dsp:cNvPr id="0" name=""/>
        <dsp:cNvSpPr/>
      </dsp:nvSpPr>
      <dsp:spPr>
        <a:xfrm>
          <a:off x="7752701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Prototype et amélioration</a:t>
          </a:r>
          <a:endParaRPr lang="fr-FR" sz="1400" kern="1200" dirty="0"/>
        </a:p>
      </dsp:txBody>
      <dsp:txXfrm>
        <a:off x="7999145" y="0"/>
        <a:ext cx="1659034" cy="492887"/>
      </dsp:txXfrm>
    </dsp:sp>
    <dsp:sp modelId="{5EB3262C-3F8F-4B2C-BED6-9F445658E96D}">
      <dsp:nvSpPr>
        <dsp:cNvPr id="0" name=""/>
        <dsp:cNvSpPr/>
      </dsp:nvSpPr>
      <dsp:spPr>
        <a:xfrm>
          <a:off x="9689430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Conclusion et recommandations</a:t>
          </a:r>
          <a:endParaRPr lang="fr-FR" sz="1400" kern="1200" dirty="0"/>
        </a:p>
      </dsp:txBody>
      <dsp:txXfrm>
        <a:off x="9935874" y="0"/>
        <a:ext cx="1659034" cy="492887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7ED3BA-AFFE-4B93-8B3E-C0A0089E1B2A}">
      <dsp:nvSpPr>
        <dsp:cNvPr id="0" name=""/>
        <dsp:cNvSpPr/>
      </dsp:nvSpPr>
      <dsp:spPr>
        <a:xfrm>
          <a:off x="5784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Introduction</a:t>
          </a:r>
          <a:endParaRPr lang="fr-FR" sz="1400" kern="1200" dirty="0"/>
        </a:p>
      </dsp:txBody>
      <dsp:txXfrm>
        <a:off x="252228" y="0"/>
        <a:ext cx="1659034" cy="492887"/>
      </dsp:txXfrm>
    </dsp:sp>
    <dsp:sp modelId="{008ACFDA-1B9C-48A0-B214-E31E872FC6D0}">
      <dsp:nvSpPr>
        <dsp:cNvPr id="0" name=""/>
        <dsp:cNvSpPr/>
      </dsp:nvSpPr>
      <dsp:spPr>
        <a:xfrm>
          <a:off x="1942513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Analyse de la situation</a:t>
          </a:r>
          <a:endParaRPr lang="fr-FR" sz="1400" kern="1200" dirty="0"/>
        </a:p>
      </dsp:txBody>
      <dsp:txXfrm>
        <a:off x="2188957" y="0"/>
        <a:ext cx="1659034" cy="492887"/>
      </dsp:txXfrm>
    </dsp:sp>
    <dsp:sp modelId="{B181F8EE-A344-42D4-85F0-379A6F9A3E09}">
      <dsp:nvSpPr>
        <dsp:cNvPr id="0" name=""/>
        <dsp:cNvSpPr/>
      </dsp:nvSpPr>
      <dsp:spPr>
        <a:xfrm>
          <a:off x="3879242" y="0"/>
          <a:ext cx="2151921" cy="492887"/>
        </a:xfrm>
        <a:prstGeom prst="chevron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Tests utilisateurs</a:t>
          </a:r>
          <a:endParaRPr lang="fr-FR" sz="1400" kern="1200" dirty="0"/>
        </a:p>
      </dsp:txBody>
      <dsp:txXfrm>
        <a:off x="4125686" y="0"/>
        <a:ext cx="1659034" cy="492887"/>
      </dsp:txXfrm>
    </dsp:sp>
    <dsp:sp modelId="{EDDECF90-8BB3-4DA1-8C8C-78182594AEC0}">
      <dsp:nvSpPr>
        <dsp:cNvPr id="0" name=""/>
        <dsp:cNvSpPr/>
      </dsp:nvSpPr>
      <dsp:spPr>
        <a:xfrm>
          <a:off x="5815971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Analyse cognitive</a:t>
          </a:r>
          <a:endParaRPr lang="fr-FR" sz="1400" kern="1200" dirty="0"/>
        </a:p>
      </dsp:txBody>
      <dsp:txXfrm>
        <a:off x="6062415" y="0"/>
        <a:ext cx="1659034" cy="492887"/>
      </dsp:txXfrm>
    </dsp:sp>
    <dsp:sp modelId="{82CE2AD6-5168-45A8-91B7-2F6D8199806B}">
      <dsp:nvSpPr>
        <dsp:cNvPr id="0" name=""/>
        <dsp:cNvSpPr/>
      </dsp:nvSpPr>
      <dsp:spPr>
        <a:xfrm>
          <a:off x="7752701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Prototype et amélioration</a:t>
          </a:r>
          <a:endParaRPr lang="fr-FR" sz="1400" kern="1200" dirty="0"/>
        </a:p>
      </dsp:txBody>
      <dsp:txXfrm>
        <a:off x="7999145" y="0"/>
        <a:ext cx="1659034" cy="492887"/>
      </dsp:txXfrm>
    </dsp:sp>
    <dsp:sp modelId="{5EB3262C-3F8F-4B2C-BED6-9F445658E96D}">
      <dsp:nvSpPr>
        <dsp:cNvPr id="0" name=""/>
        <dsp:cNvSpPr/>
      </dsp:nvSpPr>
      <dsp:spPr>
        <a:xfrm>
          <a:off x="9689430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Conclusion et recommandations</a:t>
          </a:r>
          <a:endParaRPr lang="fr-FR" sz="1400" kern="1200" dirty="0"/>
        </a:p>
      </dsp:txBody>
      <dsp:txXfrm>
        <a:off x="9935874" y="0"/>
        <a:ext cx="1659034" cy="492887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7D4E1A-0F0A-492D-916D-A2AB7D2BDD9E}">
      <dsp:nvSpPr>
        <dsp:cNvPr id="0" name=""/>
        <dsp:cNvSpPr/>
      </dsp:nvSpPr>
      <dsp:spPr>
        <a:xfrm>
          <a:off x="564496" y="88500"/>
          <a:ext cx="2234752" cy="1953455"/>
        </a:xfrm>
        <a:prstGeom prst="rightArrow">
          <a:avLst>
            <a:gd name="adj1" fmla="val 70000"/>
            <a:gd name="adj2" fmla="val 50000"/>
          </a:avLst>
        </a:prstGeom>
        <a:gradFill flip="none" rotWithShape="0">
          <a:gsLst>
            <a:gs pos="0">
              <a:srgbClr val="92D050">
                <a:tint val="66000"/>
                <a:satMod val="160000"/>
              </a:srgbClr>
            </a:gs>
            <a:gs pos="50000">
              <a:srgbClr val="92D050">
                <a:tint val="44500"/>
                <a:satMod val="160000"/>
              </a:srgbClr>
            </a:gs>
            <a:gs pos="100000">
              <a:srgbClr val="92D050">
                <a:tint val="23500"/>
                <a:satMod val="160000"/>
              </a:srgbClr>
            </a:gs>
          </a:gsLst>
          <a:lin ang="0" scaled="1"/>
          <a:tileRect/>
        </a:gradFill>
        <a:ln w="63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9525" rIns="19050" bIns="95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500" kern="1200" dirty="0" smtClean="0"/>
            <a:t>6 secondes</a:t>
          </a:r>
          <a:endParaRPr lang="fr-FR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500" kern="1200" dirty="0" smtClean="0"/>
            <a:t>Navigation simple</a:t>
          </a:r>
          <a:endParaRPr lang="fr-FR" sz="1500" kern="1200" dirty="0"/>
        </a:p>
      </dsp:txBody>
      <dsp:txXfrm>
        <a:off x="1123184" y="381518"/>
        <a:ext cx="1089442" cy="1367419"/>
      </dsp:txXfrm>
    </dsp:sp>
    <dsp:sp modelId="{003BD990-133E-4BBA-9CB4-E3540C0D6806}">
      <dsp:nvSpPr>
        <dsp:cNvPr id="0" name=""/>
        <dsp:cNvSpPr/>
      </dsp:nvSpPr>
      <dsp:spPr>
        <a:xfrm>
          <a:off x="5807" y="506540"/>
          <a:ext cx="1117376" cy="1117376"/>
        </a:xfrm>
        <a:prstGeom prst="ellipse">
          <a:avLst/>
        </a:prstGeom>
        <a:solidFill>
          <a:srgbClr val="92D050"/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Accueil</a:t>
          </a:r>
          <a:endParaRPr lang="fr-FR" sz="1400" kern="1200" dirty="0"/>
        </a:p>
      </dsp:txBody>
      <dsp:txXfrm>
        <a:off x="169443" y="670176"/>
        <a:ext cx="790104" cy="790104"/>
      </dsp:txXfrm>
    </dsp:sp>
    <dsp:sp modelId="{688E0334-3448-4877-8B5A-C2AFEE60F41C}">
      <dsp:nvSpPr>
        <dsp:cNvPr id="0" name=""/>
        <dsp:cNvSpPr/>
      </dsp:nvSpPr>
      <dsp:spPr>
        <a:xfrm>
          <a:off x="3497609" y="88500"/>
          <a:ext cx="2234752" cy="1953455"/>
        </a:xfrm>
        <a:prstGeom prst="rightArrow">
          <a:avLst>
            <a:gd name="adj1" fmla="val 70000"/>
            <a:gd name="adj2" fmla="val 50000"/>
          </a:avLst>
        </a:prstGeom>
        <a:gradFill flip="none" rotWithShape="0">
          <a:gsLst>
            <a:gs pos="0">
              <a:srgbClr val="92D050">
                <a:tint val="66000"/>
                <a:satMod val="160000"/>
              </a:srgbClr>
            </a:gs>
            <a:gs pos="50000">
              <a:srgbClr val="92D050">
                <a:tint val="44500"/>
                <a:satMod val="160000"/>
              </a:srgbClr>
            </a:gs>
            <a:gs pos="100000">
              <a:srgbClr val="92D050">
                <a:tint val="23500"/>
                <a:satMod val="160000"/>
              </a:srgbClr>
            </a:gs>
          </a:gsLst>
          <a:lin ang="0" scaled="1"/>
          <a:tileRect/>
        </a:gradFill>
        <a:ln w="63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9525" rIns="19050" bIns="95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500" kern="1200" dirty="0" smtClean="0"/>
            <a:t>10 secondes</a:t>
          </a:r>
          <a:endParaRPr lang="fr-FR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500" kern="1200" dirty="0" smtClean="0"/>
            <a:t>Facile, intuitive</a:t>
          </a:r>
          <a:endParaRPr lang="fr-FR" sz="1500" kern="1200" dirty="0"/>
        </a:p>
      </dsp:txBody>
      <dsp:txXfrm>
        <a:off x="4056297" y="381518"/>
        <a:ext cx="1089442" cy="1367419"/>
      </dsp:txXfrm>
    </dsp:sp>
    <dsp:sp modelId="{022BB9A9-4239-42D8-88A9-0A6088FE46CB}">
      <dsp:nvSpPr>
        <dsp:cNvPr id="0" name=""/>
        <dsp:cNvSpPr/>
      </dsp:nvSpPr>
      <dsp:spPr>
        <a:xfrm>
          <a:off x="2938920" y="506540"/>
          <a:ext cx="1117376" cy="1117376"/>
        </a:xfrm>
        <a:prstGeom prst="ellipse">
          <a:avLst/>
        </a:prstGeom>
        <a:solidFill>
          <a:srgbClr val="92D050"/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Recherche</a:t>
          </a:r>
          <a:endParaRPr lang="fr-FR" sz="1400" kern="1200" dirty="0"/>
        </a:p>
      </dsp:txBody>
      <dsp:txXfrm>
        <a:off x="3102556" y="670176"/>
        <a:ext cx="790104" cy="790104"/>
      </dsp:txXfrm>
    </dsp:sp>
    <dsp:sp modelId="{334C33D5-6EF4-48B2-876D-44CD3E1156FE}">
      <dsp:nvSpPr>
        <dsp:cNvPr id="0" name=""/>
        <dsp:cNvSpPr/>
      </dsp:nvSpPr>
      <dsp:spPr>
        <a:xfrm>
          <a:off x="6430722" y="88500"/>
          <a:ext cx="2234752" cy="1953455"/>
        </a:xfrm>
        <a:prstGeom prst="rightArrow">
          <a:avLst>
            <a:gd name="adj1" fmla="val 70000"/>
            <a:gd name="adj2" fmla="val 50000"/>
          </a:avLst>
        </a:prstGeom>
        <a:gradFill flip="none" rotWithShape="0">
          <a:gsLst>
            <a:gs pos="0">
              <a:srgbClr val="FF0000">
                <a:tint val="66000"/>
                <a:satMod val="160000"/>
              </a:srgbClr>
            </a:gs>
            <a:gs pos="50000">
              <a:srgbClr val="FF0000">
                <a:tint val="44500"/>
                <a:satMod val="160000"/>
              </a:srgbClr>
            </a:gs>
            <a:gs pos="100000">
              <a:srgbClr val="FF0000">
                <a:tint val="23500"/>
                <a:satMod val="160000"/>
              </a:srgbClr>
            </a:gs>
          </a:gsLst>
          <a:lin ang="0" scaled="1"/>
          <a:tileRect/>
        </a:gradFill>
        <a:ln w="63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9525" rIns="19050" bIns="95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500" kern="1200" dirty="0" smtClean="0"/>
            <a:t>22 secondes</a:t>
          </a:r>
          <a:endParaRPr lang="fr-FR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500" kern="1200" dirty="0" smtClean="0"/>
            <a:t>Longue -&gt; Surcharge</a:t>
          </a:r>
          <a:endParaRPr lang="fr-FR" sz="1500" kern="1200" dirty="0"/>
        </a:p>
      </dsp:txBody>
      <dsp:txXfrm>
        <a:off x="6989410" y="381518"/>
        <a:ext cx="1089442" cy="1367419"/>
      </dsp:txXfrm>
    </dsp:sp>
    <dsp:sp modelId="{8D79EA35-3BBA-4871-B249-C27B9054B58A}">
      <dsp:nvSpPr>
        <dsp:cNvPr id="0" name=""/>
        <dsp:cNvSpPr/>
      </dsp:nvSpPr>
      <dsp:spPr>
        <a:xfrm>
          <a:off x="5872034" y="506540"/>
          <a:ext cx="1117376" cy="1117376"/>
        </a:xfrm>
        <a:prstGeom prst="ellipse">
          <a:avLst/>
        </a:prstGeom>
        <a:solidFill>
          <a:srgbClr val="FF0000"/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Filtres</a:t>
          </a:r>
          <a:endParaRPr lang="fr-FR" sz="1400" kern="1200" dirty="0"/>
        </a:p>
      </dsp:txBody>
      <dsp:txXfrm>
        <a:off x="6035670" y="670176"/>
        <a:ext cx="790104" cy="790104"/>
      </dsp:txXfrm>
    </dsp:sp>
    <dsp:sp modelId="{492BEEBE-8D45-4D3A-AE6A-47739559E894}">
      <dsp:nvSpPr>
        <dsp:cNvPr id="0" name=""/>
        <dsp:cNvSpPr/>
      </dsp:nvSpPr>
      <dsp:spPr>
        <a:xfrm>
          <a:off x="9363835" y="88500"/>
          <a:ext cx="2234752" cy="1953455"/>
        </a:xfrm>
        <a:prstGeom prst="rightArrow">
          <a:avLst>
            <a:gd name="adj1" fmla="val 70000"/>
            <a:gd name="adj2" fmla="val 50000"/>
          </a:avLst>
        </a:prstGeom>
        <a:gradFill flip="none" rotWithShape="0">
          <a:gsLst>
            <a:gs pos="0">
              <a:srgbClr val="FFC000">
                <a:tint val="66000"/>
                <a:satMod val="160000"/>
              </a:srgbClr>
            </a:gs>
            <a:gs pos="50000">
              <a:srgbClr val="FFC000">
                <a:tint val="44500"/>
                <a:satMod val="160000"/>
              </a:srgbClr>
            </a:gs>
            <a:gs pos="100000">
              <a:srgbClr val="FFC000">
                <a:tint val="23500"/>
                <a:satMod val="160000"/>
              </a:srgbClr>
            </a:gs>
          </a:gsLst>
          <a:lin ang="0" scaled="1"/>
          <a:tileRect/>
        </a:gradFill>
        <a:ln w="63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9525" rIns="19050" bIns="95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500" kern="1200" dirty="0" smtClean="0"/>
            <a:t>18 secondes</a:t>
          </a:r>
          <a:endParaRPr lang="fr-FR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500" kern="1200" dirty="0" smtClean="0"/>
            <a:t>Temps de lecture</a:t>
          </a:r>
          <a:endParaRPr lang="fr-FR" sz="1500" kern="1200" dirty="0"/>
        </a:p>
      </dsp:txBody>
      <dsp:txXfrm>
        <a:off x="9922523" y="381518"/>
        <a:ext cx="1089442" cy="1367419"/>
      </dsp:txXfrm>
    </dsp:sp>
    <dsp:sp modelId="{E26B8BFB-206E-431B-AE75-E436D42C98D4}">
      <dsp:nvSpPr>
        <dsp:cNvPr id="0" name=""/>
        <dsp:cNvSpPr/>
      </dsp:nvSpPr>
      <dsp:spPr>
        <a:xfrm>
          <a:off x="8805147" y="506540"/>
          <a:ext cx="1117376" cy="1117376"/>
        </a:xfrm>
        <a:prstGeom prst="ellipse">
          <a:avLst/>
        </a:prstGeom>
        <a:solidFill>
          <a:srgbClr val="FFC000"/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Fiche produit</a:t>
          </a:r>
          <a:endParaRPr lang="fr-FR" sz="1400" kern="1200" dirty="0"/>
        </a:p>
      </dsp:txBody>
      <dsp:txXfrm>
        <a:off x="8968783" y="670176"/>
        <a:ext cx="790104" cy="790104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7ED3BA-AFFE-4B93-8B3E-C0A0089E1B2A}">
      <dsp:nvSpPr>
        <dsp:cNvPr id="0" name=""/>
        <dsp:cNvSpPr/>
      </dsp:nvSpPr>
      <dsp:spPr>
        <a:xfrm>
          <a:off x="5784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Introduction</a:t>
          </a:r>
          <a:endParaRPr lang="fr-FR" sz="1400" kern="1200" dirty="0"/>
        </a:p>
      </dsp:txBody>
      <dsp:txXfrm>
        <a:off x="252228" y="0"/>
        <a:ext cx="1659034" cy="492887"/>
      </dsp:txXfrm>
    </dsp:sp>
    <dsp:sp modelId="{008ACFDA-1B9C-48A0-B214-E31E872FC6D0}">
      <dsp:nvSpPr>
        <dsp:cNvPr id="0" name=""/>
        <dsp:cNvSpPr/>
      </dsp:nvSpPr>
      <dsp:spPr>
        <a:xfrm>
          <a:off x="1942513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Analyse de la situation</a:t>
          </a:r>
          <a:endParaRPr lang="fr-FR" sz="1400" kern="1200" dirty="0"/>
        </a:p>
      </dsp:txBody>
      <dsp:txXfrm>
        <a:off x="2188957" y="0"/>
        <a:ext cx="1659034" cy="492887"/>
      </dsp:txXfrm>
    </dsp:sp>
    <dsp:sp modelId="{B181F8EE-A344-42D4-85F0-379A6F9A3E09}">
      <dsp:nvSpPr>
        <dsp:cNvPr id="0" name=""/>
        <dsp:cNvSpPr/>
      </dsp:nvSpPr>
      <dsp:spPr>
        <a:xfrm>
          <a:off x="3879242" y="0"/>
          <a:ext cx="2151921" cy="492887"/>
        </a:xfrm>
        <a:prstGeom prst="chevron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Tests utilisateurs</a:t>
          </a:r>
          <a:endParaRPr lang="fr-FR" sz="1400" kern="1200" dirty="0"/>
        </a:p>
      </dsp:txBody>
      <dsp:txXfrm>
        <a:off x="4125686" y="0"/>
        <a:ext cx="1659034" cy="492887"/>
      </dsp:txXfrm>
    </dsp:sp>
    <dsp:sp modelId="{EDDECF90-8BB3-4DA1-8C8C-78182594AEC0}">
      <dsp:nvSpPr>
        <dsp:cNvPr id="0" name=""/>
        <dsp:cNvSpPr/>
      </dsp:nvSpPr>
      <dsp:spPr>
        <a:xfrm>
          <a:off x="5815971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Analyse cognitive</a:t>
          </a:r>
          <a:endParaRPr lang="fr-FR" sz="1400" kern="1200" dirty="0"/>
        </a:p>
      </dsp:txBody>
      <dsp:txXfrm>
        <a:off x="6062415" y="0"/>
        <a:ext cx="1659034" cy="492887"/>
      </dsp:txXfrm>
    </dsp:sp>
    <dsp:sp modelId="{82CE2AD6-5168-45A8-91B7-2F6D8199806B}">
      <dsp:nvSpPr>
        <dsp:cNvPr id="0" name=""/>
        <dsp:cNvSpPr/>
      </dsp:nvSpPr>
      <dsp:spPr>
        <a:xfrm>
          <a:off x="7752701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Prototype et amélioration</a:t>
          </a:r>
          <a:endParaRPr lang="fr-FR" sz="1400" kern="1200" dirty="0"/>
        </a:p>
      </dsp:txBody>
      <dsp:txXfrm>
        <a:off x="7999145" y="0"/>
        <a:ext cx="1659034" cy="492887"/>
      </dsp:txXfrm>
    </dsp:sp>
    <dsp:sp modelId="{5EB3262C-3F8F-4B2C-BED6-9F445658E96D}">
      <dsp:nvSpPr>
        <dsp:cNvPr id="0" name=""/>
        <dsp:cNvSpPr/>
      </dsp:nvSpPr>
      <dsp:spPr>
        <a:xfrm>
          <a:off x="9689430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Conclusion et recommandations</a:t>
          </a:r>
          <a:endParaRPr lang="fr-FR" sz="1400" kern="1200" dirty="0"/>
        </a:p>
      </dsp:txBody>
      <dsp:txXfrm>
        <a:off x="9935874" y="0"/>
        <a:ext cx="1659034" cy="492887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5FB3A2-0AF1-4BD3-BFDE-B2D529DE23D9}">
      <dsp:nvSpPr>
        <dsp:cNvPr id="0" name=""/>
        <dsp:cNvSpPr/>
      </dsp:nvSpPr>
      <dsp:spPr>
        <a:xfrm>
          <a:off x="6266" y="736329"/>
          <a:ext cx="2011352" cy="1917869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7D078F-C35D-47C7-84F3-3A270DA93B64}">
      <dsp:nvSpPr>
        <dsp:cNvPr id="0" name=""/>
        <dsp:cNvSpPr/>
      </dsp:nvSpPr>
      <dsp:spPr>
        <a:xfrm>
          <a:off x="431452" y="2285140"/>
          <a:ext cx="1947174" cy="194717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Matériel</a:t>
          </a:r>
          <a:endParaRPr lang="fr-FR" sz="14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100" kern="1200" dirty="0" smtClean="0"/>
            <a:t>Smartphone/Ordinateur</a:t>
          </a:r>
          <a:endParaRPr lang="fr-FR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100" kern="1200" dirty="0" smtClean="0"/>
            <a:t>Chronomètre</a:t>
          </a:r>
          <a:endParaRPr lang="fr-FR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100" kern="1200" dirty="0" smtClean="0"/>
            <a:t>Grille d’observation</a:t>
          </a:r>
          <a:endParaRPr lang="fr-FR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100" kern="1200" dirty="0" smtClean="0"/>
            <a:t>Eye </a:t>
          </a:r>
          <a:r>
            <a:rPr lang="fr-FR" sz="1100" kern="1200" dirty="0" err="1" smtClean="0"/>
            <a:t>tracking</a:t>
          </a:r>
          <a:endParaRPr lang="fr-FR" sz="1100" kern="1200" dirty="0"/>
        </a:p>
      </dsp:txBody>
      <dsp:txXfrm>
        <a:off x="488483" y="2342171"/>
        <a:ext cx="1833112" cy="1833112"/>
      </dsp:txXfrm>
    </dsp:sp>
    <dsp:sp modelId="{1A92BA62-B263-4A2A-9B14-8DDFBBF94682}">
      <dsp:nvSpPr>
        <dsp:cNvPr id="0" name=""/>
        <dsp:cNvSpPr/>
      </dsp:nvSpPr>
      <dsp:spPr>
        <a:xfrm rot="21384501">
          <a:off x="2398643" y="1373710"/>
          <a:ext cx="355348" cy="44672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1100" kern="1200"/>
        </a:p>
      </dsp:txBody>
      <dsp:txXfrm>
        <a:off x="2398748" y="1466393"/>
        <a:ext cx="248744" cy="268033"/>
      </dsp:txXfrm>
    </dsp:sp>
    <dsp:sp modelId="{0076BA1C-5B11-4DB0-AD56-3D1B081127DB}">
      <dsp:nvSpPr>
        <dsp:cNvPr id="0" name=""/>
        <dsp:cNvSpPr/>
      </dsp:nvSpPr>
      <dsp:spPr>
        <a:xfrm>
          <a:off x="3081805" y="530644"/>
          <a:ext cx="1947174" cy="1947174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2"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56EEA0-DBC7-42B5-968B-643C31838EB9}">
      <dsp:nvSpPr>
        <dsp:cNvPr id="0" name=""/>
        <dsp:cNvSpPr/>
      </dsp:nvSpPr>
      <dsp:spPr>
        <a:xfrm>
          <a:off x="3393413" y="2302105"/>
          <a:ext cx="1947174" cy="194717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Tâches testées</a:t>
          </a:r>
          <a:endParaRPr lang="fr-FR" sz="14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100" kern="1200" dirty="0" smtClean="0"/>
            <a:t>Cas 1 : Achat d’un bureau</a:t>
          </a:r>
          <a:endParaRPr lang="fr-FR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100" kern="1200" dirty="0" smtClean="0"/>
            <a:t>Cas 2 : Vérification d’un produit</a:t>
          </a:r>
          <a:endParaRPr lang="fr-FR" sz="1100" kern="1200" dirty="0"/>
        </a:p>
      </dsp:txBody>
      <dsp:txXfrm>
        <a:off x="3450444" y="2359136"/>
        <a:ext cx="1833112" cy="1833112"/>
      </dsp:txXfrm>
    </dsp:sp>
    <dsp:sp modelId="{BBD814F2-14F5-4B0C-A6BD-93B71DA24F9F}">
      <dsp:nvSpPr>
        <dsp:cNvPr id="0" name=""/>
        <dsp:cNvSpPr/>
      </dsp:nvSpPr>
      <dsp:spPr>
        <a:xfrm rot="21600000">
          <a:off x="5408609" y="1357858"/>
          <a:ext cx="380545" cy="467878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1100" kern="1200"/>
        </a:p>
      </dsp:txBody>
      <dsp:txXfrm rot="-21600000">
        <a:off x="5408609" y="1451434"/>
        <a:ext cx="266382" cy="280726"/>
      </dsp:txXfrm>
    </dsp:sp>
    <dsp:sp modelId="{74BE84F9-2280-4E01-ADCE-81D1CECFFB77}">
      <dsp:nvSpPr>
        <dsp:cNvPr id="0" name=""/>
        <dsp:cNvSpPr/>
      </dsp:nvSpPr>
      <dsp:spPr>
        <a:xfrm>
          <a:off x="6114507" y="702696"/>
          <a:ext cx="1947174" cy="1947174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3"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B8F53D-7E5A-4ABF-BA5E-6DA2B641066D}">
      <dsp:nvSpPr>
        <dsp:cNvPr id="0" name=""/>
        <dsp:cNvSpPr/>
      </dsp:nvSpPr>
      <dsp:spPr>
        <a:xfrm>
          <a:off x="6385711" y="2273190"/>
          <a:ext cx="1947174" cy="194717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Données collectées</a:t>
          </a:r>
          <a:endParaRPr lang="fr-FR" sz="14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100" kern="1200" dirty="0" smtClean="0"/>
            <a:t>Temps (s)</a:t>
          </a:r>
          <a:endParaRPr lang="fr-FR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100" kern="1200" dirty="0" smtClean="0"/>
            <a:t>Clics</a:t>
          </a:r>
          <a:endParaRPr lang="fr-FR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100" kern="1200" dirty="0" smtClean="0"/>
            <a:t>Erreurs</a:t>
          </a:r>
          <a:endParaRPr lang="fr-FR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100" kern="1200" dirty="0" smtClean="0"/>
            <a:t>Satisfaction (1 à 5)</a:t>
          </a:r>
          <a:endParaRPr lang="fr-FR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100" kern="1200" dirty="0" smtClean="0"/>
            <a:t>Commentaires</a:t>
          </a:r>
          <a:endParaRPr lang="fr-FR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100" kern="1200" dirty="0" smtClean="0"/>
            <a:t>La réussite de l’action</a:t>
          </a:r>
          <a:endParaRPr lang="fr-FR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100" kern="1200" dirty="0" smtClean="0"/>
            <a:t>La difficulté rencontré</a:t>
          </a:r>
          <a:endParaRPr lang="fr-FR" sz="1100" kern="1200" dirty="0"/>
        </a:p>
      </dsp:txBody>
      <dsp:txXfrm>
        <a:off x="6442742" y="2330221"/>
        <a:ext cx="1833112" cy="1833112"/>
      </dsp:txXfrm>
    </dsp:sp>
    <dsp:sp modelId="{F7FE185D-E8C0-4CAF-A500-6426CC50FCE0}">
      <dsp:nvSpPr>
        <dsp:cNvPr id="0" name=""/>
        <dsp:cNvSpPr/>
      </dsp:nvSpPr>
      <dsp:spPr>
        <a:xfrm rot="30344">
          <a:off x="8421886" y="1449456"/>
          <a:ext cx="364315" cy="4804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1100" kern="1200"/>
        </a:p>
      </dsp:txBody>
      <dsp:txXfrm>
        <a:off x="8421888" y="1545057"/>
        <a:ext cx="255021" cy="288251"/>
      </dsp:txXfrm>
    </dsp:sp>
    <dsp:sp modelId="{EF95714A-1C05-4C17-88AF-EE9CB7F76D3D}">
      <dsp:nvSpPr>
        <dsp:cNvPr id="0" name=""/>
        <dsp:cNvSpPr/>
      </dsp:nvSpPr>
      <dsp:spPr>
        <a:xfrm>
          <a:off x="9094752" y="729003"/>
          <a:ext cx="1947174" cy="1947174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4"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CFD16D-743F-4C7A-A23C-8757382938E2}">
      <dsp:nvSpPr>
        <dsp:cNvPr id="0" name=""/>
        <dsp:cNvSpPr/>
      </dsp:nvSpPr>
      <dsp:spPr>
        <a:xfrm>
          <a:off x="9402466" y="2292739"/>
          <a:ext cx="1947174" cy="194717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Outils utilisés</a:t>
          </a:r>
          <a:endParaRPr lang="fr-FR" sz="14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100" kern="1200" dirty="0" smtClean="0"/>
            <a:t>Excel</a:t>
          </a:r>
          <a:endParaRPr lang="fr-FR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100" kern="1200" dirty="0" smtClean="0"/>
            <a:t>Power BI</a:t>
          </a:r>
          <a:endParaRPr lang="fr-FR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100" kern="1200" dirty="0" smtClean="0"/>
            <a:t>Google </a:t>
          </a:r>
          <a:r>
            <a:rPr lang="fr-FR" sz="1100" kern="1200" dirty="0" err="1" smtClean="0"/>
            <a:t>form</a:t>
          </a:r>
          <a:endParaRPr lang="fr-FR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100" kern="1200" dirty="0" err="1" smtClean="0"/>
            <a:t>Figma</a:t>
          </a:r>
          <a:endParaRPr lang="fr-FR" sz="1100" kern="1200" dirty="0"/>
        </a:p>
      </dsp:txBody>
      <dsp:txXfrm>
        <a:off x="9459497" y="2349770"/>
        <a:ext cx="1833112" cy="1833112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7ED3BA-AFFE-4B93-8B3E-C0A0089E1B2A}">
      <dsp:nvSpPr>
        <dsp:cNvPr id="0" name=""/>
        <dsp:cNvSpPr/>
      </dsp:nvSpPr>
      <dsp:spPr>
        <a:xfrm>
          <a:off x="5784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Introduction</a:t>
          </a:r>
          <a:endParaRPr lang="fr-FR" sz="1400" kern="1200" dirty="0"/>
        </a:p>
      </dsp:txBody>
      <dsp:txXfrm>
        <a:off x="252228" y="0"/>
        <a:ext cx="1659034" cy="492887"/>
      </dsp:txXfrm>
    </dsp:sp>
    <dsp:sp modelId="{008ACFDA-1B9C-48A0-B214-E31E872FC6D0}">
      <dsp:nvSpPr>
        <dsp:cNvPr id="0" name=""/>
        <dsp:cNvSpPr/>
      </dsp:nvSpPr>
      <dsp:spPr>
        <a:xfrm>
          <a:off x="1942513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Analyse de la situation</a:t>
          </a:r>
          <a:endParaRPr lang="fr-FR" sz="1400" kern="1200" dirty="0"/>
        </a:p>
      </dsp:txBody>
      <dsp:txXfrm>
        <a:off x="2188957" y="0"/>
        <a:ext cx="1659034" cy="492887"/>
      </dsp:txXfrm>
    </dsp:sp>
    <dsp:sp modelId="{B181F8EE-A344-42D4-85F0-379A6F9A3E09}">
      <dsp:nvSpPr>
        <dsp:cNvPr id="0" name=""/>
        <dsp:cNvSpPr/>
      </dsp:nvSpPr>
      <dsp:spPr>
        <a:xfrm>
          <a:off x="3879242" y="0"/>
          <a:ext cx="2151921" cy="492887"/>
        </a:xfrm>
        <a:prstGeom prst="chevron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Tests utilisateurs</a:t>
          </a:r>
          <a:endParaRPr lang="fr-FR" sz="1400" kern="1200" dirty="0"/>
        </a:p>
      </dsp:txBody>
      <dsp:txXfrm>
        <a:off x="4125686" y="0"/>
        <a:ext cx="1659034" cy="492887"/>
      </dsp:txXfrm>
    </dsp:sp>
    <dsp:sp modelId="{EDDECF90-8BB3-4DA1-8C8C-78182594AEC0}">
      <dsp:nvSpPr>
        <dsp:cNvPr id="0" name=""/>
        <dsp:cNvSpPr/>
      </dsp:nvSpPr>
      <dsp:spPr>
        <a:xfrm>
          <a:off x="5815971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Analyse cognitive</a:t>
          </a:r>
          <a:endParaRPr lang="fr-FR" sz="1400" kern="1200" dirty="0"/>
        </a:p>
      </dsp:txBody>
      <dsp:txXfrm>
        <a:off x="6062415" y="0"/>
        <a:ext cx="1659034" cy="492887"/>
      </dsp:txXfrm>
    </dsp:sp>
    <dsp:sp modelId="{82CE2AD6-5168-45A8-91B7-2F6D8199806B}">
      <dsp:nvSpPr>
        <dsp:cNvPr id="0" name=""/>
        <dsp:cNvSpPr/>
      </dsp:nvSpPr>
      <dsp:spPr>
        <a:xfrm>
          <a:off x="7752701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Prototype et amélioration</a:t>
          </a:r>
          <a:endParaRPr lang="fr-FR" sz="1400" kern="1200" dirty="0"/>
        </a:p>
      </dsp:txBody>
      <dsp:txXfrm>
        <a:off x="7999145" y="0"/>
        <a:ext cx="1659034" cy="492887"/>
      </dsp:txXfrm>
    </dsp:sp>
    <dsp:sp modelId="{5EB3262C-3F8F-4B2C-BED6-9F445658E96D}">
      <dsp:nvSpPr>
        <dsp:cNvPr id="0" name=""/>
        <dsp:cNvSpPr/>
      </dsp:nvSpPr>
      <dsp:spPr>
        <a:xfrm>
          <a:off x="9689430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Conclusion et recommandations</a:t>
          </a:r>
          <a:endParaRPr lang="fr-FR" sz="1400" kern="1200" dirty="0"/>
        </a:p>
      </dsp:txBody>
      <dsp:txXfrm>
        <a:off x="9935874" y="0"/>
        <a:ext cx="1659034" cy="492887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7ED3BA-AFFE-4B93-8B3E-C0A0089E1B2A}">
      <dsp:nvSpPr>
        <dsp:cNvPr id="0" name=""/>
        <dsp:cNvSpPr/>
      </dsp:nvSpPr>
      <dsp:spPr>
        <a:xfrm>
          <a:off x="5784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Introduction</a:t>
          </a:r>
          <a:endParaRPr lang="fr-FR" sz="1400" kern="1200" dirty="0"/>
        </a:p>
      </dsp:txBody>
      <dsp:txXfrm>
        <a:off x="252228" y="0"/>
        <a:ext cx="1659034" cy="492887"/>
      </dsp:txXfrm>
    </dsp:sp>
    <dsp:sp modelId="{008ACFDA-1B9C-48A0-B214-E31E872FC6D0}">
      <dsp:nvSpPr>
        <dsp:cNvPr id="0" name=""/>
        <dsp:cNvSpPr/>
      </dsp:nvSpPr>
      <dsp:spPr>
        <a:xfrm>
          <a:off x="1942513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Analyse de la situation</a:t>
          </a:r>
          <a:endParaRPr lang="fr-FR" sz="1400" kern="1200" dirty="0"/>
        </a:p>
      </dsp:txBody>
      <dsp:txXfrm>
        <a:off x="2188957" y="0"/>
        <a:ext cx="1659034" cy="492887"/>
      </dsp:txXfrm>
    </dsp:sp>
    <dsp:sp modelId="{B181F8EE-A344-42D4-85F0-379A6F9A3E09}">
      <dsp:nvSpPr>
        <dsp:cNvPr id="0" name=""/>
        <dsp:cNvSpPr/>
      </dsp:nvSpPr>
      <dsp:spPr>
        <a:xfrm>
          <a:off x="3879242" y="0"/>
          <a:ext cx="2151921" cy="492887"/>
        </a:xfrm>
        <a:prstGeom prst="chevron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Tests utilisateurs</a:t>
          </a:r>
          <a:endParaRPr lang="fr-FR" sz="1400" kern="1200" dirty="0"/>
        </a:p>
      </dsp:txBody>
      <dsp:txXfrm>
        <a:off x="4125686" y="0"/>
        <a:ext cx="1659034" cy="492887"/>
      </dsp:txXfrm>
    </dsp:sp>
    <dsp:sp modelId="{EDDECF90-8BB3-4DA1-8C8C-78182594AEC0}">
      <dsp:nvSpPr>
        <dsp:cNvPr id="0" name=""/>
        <dsp:cNvSpPr/>
      </dsp:nvSpPr>
      <dsp:spPr>
        <a:xfrm>
          <a:off x="5815971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Analyse cognitive</a:t>
          </a:r>
          <a:endParaRPr lang="fr-FR" sz="1400" kern="1200" dirty="0"/>
        </a:p>
      </dsp:txBody>
      <dsp:txXfrm>
        <a:off x="6062415" y="0"/>
        <a:ext cx="1659034" cy="492887"/>
      </dsp:txXfrm>
    </dsp:sp>
    <dsp:sp modelId="{82CE2AD6-5168-45A8-91B7-2F6D8199806B}">
      <dsp:nvSpPr>
        <dsp:cNvPr id="0" name=""/>
        <dsp:cNvSpPr/>
      </dsp:nvSpPr>
      <dsp:spPr>
        <a:xfrm>
          <a:off x="7752701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Prototype et amélioration</a:t>
          </a:r>
          <a:endParaRPr lang="fr-FR" sz="1400" kern="1200" dirty="0"/>
        </a:p>
      </dsp:txBody>
      <dsp:txXfrm>
        <a:off x="7999145" y="0"/>
        <a:ext cx="1659034" cy="492887"/>
      </dsp:txXfrm>
    </dsp:sp>
    <dsp:sp modelId="{5EB3262C-3F8F-4B2C-BED6-9F445658E96D}">
      <dsp:nvSpPr>
        <dsp:cNvPr id="0" name=""/>
        <dsp:cNvSpPr/>
      </dsp:nvSpPr>
      <dsp:spPr>
        <a:xfrm>
          <a:off x="9689430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Conclusion et recommandations</a:t>
          </a:r>
          <a:endParaRPr lang="fr-FR" sz="1400" kern="1200" dirty="0"/>
        </a:p>
      </dsp:txBody>
      <dsp:txXfrm>
        <a:off x="9935874" y="0"/>
        <a:ext cx="1659034" cy="492887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7ED3BA-AFFE-4B93-8B3E-C0A0089E1B2A}">
      <dsp:nvSpPr>
        <dsp:cNvPr id="0" name=""/>
        <dsp:cNvSpPr/>
      </dsp:nvSpPr>
      <dsp:spPr>
        <a:xfrm>
          <a:off x="5784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Introduction</a:t>
          </a:r>
          <a:endParaRPr lang="fr-FR" sz="1400" kern="1200" dirty="0"/>
        </a:p>
      </dsp:txBody>
      <dsp:txXfrm>
        <a:off x="252228" y="0"/>
        <a:ext cx="1659034" cy="492887"/>
      </dsp:txXfrm>
    </dsp:sp>
    <dsp:sp modelId="{008ACFDA-1B9C-48A0-B214-E31E872FC6D0}">
      <dsp:nvSpPr>
        <dsp:cNvPr id="0" name=""/>
        <dsp:cNvSpPr/>
      </dsp:nvSpPr>
      <dsp:spPr>
        <a:xfrm>
          <a:off x="1942513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Analyse de la situation</a:t>
          </a:r>
          <a:endParaRPr lang="fr-FR" sz="1400" kern="1200" dirty="0"/>
        </a:p>
      </dsp:txBody>
      <dsp:txXfrm>
        <a:off x="2188957" y="0"/>
        <a:ext cx="1659034" cy="492887"/>
      </dsp:txXfrm>
    </dsp:sp>
    <dsp:sp modelId="{B181F8EE-A344-42D4-85F0-379A6F9A3E09}">
      <dsp:nvSpPr>
        <dsp:cNvPr id="0" name=""/>
        <dsp:cNvSpPr/>
      </dsp:nvSpPr>
      <dsp:spPr>
        <a:xfrm>
          <a:off x="3879242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Tests utilisateurs</a:t>
          </a:r>
          <a:endParaRPr lang="fr-FR" sz="1400" kern="1200" dirty="0"/>
        </a:p>
      </dsp:txBody>
      <dsp:txXfrm>
        <a:off x="4125686" y="0"/>
        <a:ext cx="1659034" cy="492887"/>
      </dsp:txXfrm>
    </dsp:sp>
    <dsp:sp modelId="{EDDECF90-8BB3-4DA1-8C8C-78182594AEC0}">
      <dsp:nvSpPr>
        <dsp:cNvPr id="0" name=""/>
        <dsp:cNvSpPr/>
      </dsp:nvSpPr>
      <dsp:spPr>
        <a:xfrm>
          <a:off x="5815971" y="0"/>
          <a:ext cx="2151921" cy="492887"/>
        </a:xfrm>
        <a:prstGeom prst="chevron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Analyse cognitive</a:t>
          </a:r>
          <a:endParaRPr lang="fr-FR" sz="1400" kern="1200" dirty="0"/>
        </a:p>
      </dsp:txBody>
      <dsp:txXfrm>
        <a:off x="6062415" y="0"/>
        <a:ext cx="1659034" cy="492887"/>
      </dsp:txXfrm>
    </dsp:sp>
    <dsp:sp modelId="{82CE2AD6-5168-45A8-91B7-2F6D8199806B}">
      <dsp:nvSpPr>
        <dsp:cNvPr id="0" name=""/>
        <dsp:cNvSpPr/>
      </dsp:nvSpPr>
      <dsp:spPr>
        <a:xfrm>
          <a:off x="7752701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Prototype et amélioration</a:t>
          </a:r>
          <a:endParaRPr lang="fr-FR" sz="1400" kern="1200" dirty="0"/>
        </a:p>
      </dsp:txBody>
      <dsp:txXfrm>
        <a:off x="7999145" y="0"/>
        <a:ext cx="1659034" cy="492887"/>
      </dsp:txXfrm>
    </dsp:sp>
    <dsp:sp modelId="{5EB3262C-3F8F-4B2C-BED6-9F445658E96D}">
      <dsp:nvSpPr>
        <dsp:cNvPr id="0" name=""/>
        <dsp:cNvSpPr/>
      </dsp:nvSpPr>
      <dsp:spPr>
        <a:xfrm>
          <a:off x="9689430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Conclusion et recommandations</a:t>
          </a:r>
          <a:endParaRPr lang="fr-FR" sz="1400" kern="1200" dirty="0"/>
        </a:p>
      </dsp:txBody>
      <dsp:txXfrm>
        <a:off x="9935874" y="0"/>
        <a:ext cx="1659034" cy="492887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7ED3BA-AFFE-4B93-8B3E-C0A0089E1B2A}">
      <dsp:nvSpPr>
        <dsp:cNvPr id="0" name=""/>
        <dsp:cNvSpPr/>
      </dsp:nvSpPr>
      <dsp:spPr>
        <a:xfrm>
          <a:off x="5784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Introduction</a:t>
          </a:r>
          <a:endParaRPr lang="fr-FR" sz="1400" kern="1200" dirty="0"/>
        </a:p>
      </dsp:txBody>
      <dsp:txXfrm>
        <a:off x="252228" y="0"/>
        <a:ext cx="1659034" cy="492887"/>
      </dsp:txXfrm>
    </dsp:sp>
    <dsp:sp modelId="{008ACFDA-1B9C-48A0-B214-E31E872FC6D0}">
      <dsp:nvSpPr>
        <dsp:cNvPr id="0" name=""/>
        <dsp:cNvSpPr/>
      </dsp:nvSpPr>
      <dsp:spPr>
        <a:xfrm>
          <a:off x="1942513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Analyse de la situation</a:t>
          </a:r>
          <a:endParaRPr lang="fr-FR" sz="1400" kern="1200" dirty="0"/>
        </a:p>
      </dsp:txBody>
      <dsp:txXfrm>
        <a:off x="2188957" y="0"/>
        <a:ext cx="1659034" cy="492887"/>
      </dsp:txXfrm>
    </dsp:sp>
    <dsp:sp modelId="{B181F8EE-A344-42D4-85F0-379A6F9A3E09}">
      <dsp:nvSpPr>
        <dsp:cNvPr id="0" name=""/>
        <dsp:cNvSpPr/>
      </dsp:nvSpPr>
      <dsp:spPr>
        <a:xfrm>
          <a:off x="3879242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Tests utilisateurs</a:t>
          </a:r>
          <a:endParaRPr lang="fr-FR" sz="1400" kern="1200" dirty="0"/>
        </a:p>
      </dsp:txBody>
      <dsp:txXfrm>
        <a:off x="4125686" y="0"/>
        <a:ext cx="1659034" cy="492887"/>
      </dsp:txXfrm>
    </dsp:sp>
    <dsp:sp modelId="{EDDECF90-8BB3-4DA1-8C8C-78182594AEC0}">
      <dsp:nvSpPr>
        <dsp:cNvPr id="0" name=""/>
        <dsp:cNvSpPr/>
      </dsp:nvSpPr>
      <dsp:spPr>
        <a:xfrm>
          <a:off x="5815971" y="0"/>
          <a:ext cx="2151921" cy="492887"/>
        </a:xfrm>
        <a:prstGeom prst="chevron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Analyse cognitive</a:t>
          </a:r>
          <a:endParaRPr lang="fr-FR" sz="1400" kern="1200" dirty="0"/>
        </a:p>
      </dsp:txBody>
      <dsp:txXfrm>
        <a:off x="6062415" y="0"/>
        <a:ext cx="1659034" cy="492887"/>
      </dsp:txXfrm>
    </dsp:sp>
    <dsp:sp modelId="{82CE2AD6-5168-45A8-91B7-2F6D8199806B}">
      <dsp:nvSpPr>
        <dsp:cNvPr id="0" name=""/>
        <dsp:cNvSpPr/>
      </dsp:nvSpPr>
      <dsp:spPr>
        <a:xfrm>
          <a:off x="7752701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Prototype et amélioration</a:t>
          </a:r>
          <a:endParaRPr lang="fr-FR" sz="1400" kern="1200" dirty="0"/>
        </a:p>
      </dsp:txBody>
      <dsp:txXfrm>
        <a:off x="7999145" y="0"/>
        <a:ext cx="1659034" cy="492887"/>
      </dsp:txXfrm>
    </dsp:sp>
    <dsp:sp modelId="{5EB3262C-3F8F-4B2C-BED6-9F445658E96D}">
      <dsp:nvSpPr>
        <dsp:cNvPr id="0" name=""/>
        <dsp:cNvSpPr/>
      </dsp:nvSpPr>
      <dsp:spPr>
        <a:xfrm>
          <a:off x="9689430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Conclusion et recommandations</a:t>
          </a:r>
          <a:endParaRPr lang="fr-FR" sz="1400" kern="1200" dirty="0"/>
        </a:p>
      </dsp:txBody>
      <dsp:txXfrm>
        <a:off x="9935874" y="0"/>
        <a:ext cx="1659034" cy="492887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7ED3BA-AFFE-4B93-8B3E-C0A0089E1B2A}">
      <dsp:nvSpPr>
        <dsp:cNvPr id="0" name=""/>
        <dsp:cNvSpPr/>
      </dsp:nvSpPr>
      <dsp:spPr>
        <a:xfrm>
          <a:off x="5784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Introduction</a:t>
          </a:r>
          <a:endParaRPr lang="fr-FR" sz="1400" kern="1200" dirty="0"/>
        </a:p>
      </dsp:txBody>
      <dsp:txXfrm>
        <a:off x="252228" y="0"/>
        <a:ext cx="1659034" cy="492887"/>
      </dsp:txXfrm>
    </dsp:sp>
    <dsp:sp modelId="{008ACFDA-1B9C-48A0-B214-E31E872FC6D0}">
      <dsp:nvSpPr>
        <dsp:cNvPr id="0" name=""/>
        <dsp:cNvSpPr/>
      </dsp:nvSpPr>
      <dsp:spPr>
        <a:xfrm>
          <a:off x="1942513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Analyse de la situation</a:t>
          </a:r>
          <a:endParaRPr lang="fr-FR" sz="1400" kern="1200" dirty="0"/>
        </a:p>
      </dsp:txBody>
      <dsp:txXfrm>
        <a:off x="2188957" y="0"/>
        <a:ext cx="1659034" cy="492887"/>
      </dsp:txXfrm>
    </dsp:sp>
    <dsp:sp modelId="{B181F8EE-A344-42D4-85F0-379A6F9A3E09}">
      <dsp:nvSpPr>
        <dsp:cNvPr id="0" name=""/>
        <dsp:cNvSpPr/>
      </dsp:nvSpPr>
      <dsp:spPr>
        <a:xfrm>
          <a:off x="3879242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Tests utilisateurs</a:t>
          </a:r>
          <a:endParaRPr lang="fr-FR" sz="1400" kern="1200" dirty="0"/>
        </a:p>
      </dsp:txBody>
      <dsp:txXfrm>
        <a:off x="4125686" y="0"/>
        <a:ext cx="1659034" cy="492887"/>
      </dsp:txXfrm>
    </dsp:sp>
    <dsp:sp modelId="{EDDECF90-8BB3-4DA1-8C8C-78182594AEC0}">
      <dsp:nvSpPr>
        <dsp:cNvPr id="0" name=""/>
        <dsp:cNvSpPr/>
      </dsp:nvSpPr>
      <dsp:spPr>
        <a:xfrm>
          <a:off x="5815971" y="0"/>
          <a:ext cx="2151921" cy="492887"/>
        </a:xfrm>
        <a:prstGeom prst="chevron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Analyse cognitive</a:t>
          </a:r>
          <a:endParaRPr lang="fr-FR" sz="1400" kern="1200" dirty="0"/>
        </a:p>
      </dsp:txBody>
      <dsp:txXfrm>
        <a:off x="6062415" y="0"/>
        <a:ext cx="1659034" cy="492887"/>
      </dsp:txXfrm>
    </dsp:sp>
    <dsp:sp modelId="{82CE2AD6-5168-45A8-91B7-2F6D8199806B}">
      <dsp:nvSpPr>
        <dsp:cNvPr id="0" name=""/>
        <dsp:cNvSpPr/>
      </dsp:nvSpPr>
      <dsp:spPr>
        <a:xfrm>
          <a:off x="7752701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Prototype et amélioration</a:t>
          </a:r>
          <a:endParaRPr lang="fr-FR" sz="1400" kern="1200" dirty="0"/>
        </a:p>
      </dsp:txBody>
      <dsp:txXfrm>
        <a:off x="7999145" y="0"/>
        <a:ext cx="1659034" cy="492887"/>
      </dsp:txXfrm>
    </dsp:sp>
    <dsp:sp modelId="{5EB3262C-3F8F-4B2C-BED6-9F445658E96D}">
      <dsp:nvSpPr>
        <dsp:cNvPr id="0" name=""/>
        <dsp:cNvSpPr/>
      </dsp:nvSpPr>
      <dsp:spPr>
        <a:xfrm>
          <a:off x="9689430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Conclusion et recommandations</a:t>
          </a:r>
          <a:endParaRPr lang="fr-FR" sz="1400" kern="1200" dirty="0"/>
        </a:p>
      </dsp:txBody>
      <dsp:txXfrm>
        <a:off x="9935874" y="0"/>
        <a:ext cx="1659034" cy="492887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7ED3BA-AFFE-4B93-8B3E-C0A0089E1B2A}">
      <dsp:nvSpPr>
        <dsp:cNvPr id="0" name=""/>
        <dsp:cNvSpPr/>
      </dsp:nvSpPr>
      <dsp:spPr>
        <a:xfrm>
          <a:off x="5784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Introduction</a:t>
          </a:r>
          <a:endParaRPr lang="fr-FR" sz="1400" kern="1200" dirty="0"/>
        </a:p>
      </dsp:txBody>
      <dsp:txXfrm>
        <a:off x="252228" y="0"/>
        <a:ext cx="1659034" cy="492887"/>
      </dsp:txXfrm>
    </dsp:sp>
    <dsp:sp modelId="{008ACFDA-1B9C-48A0-B214-E31E872FC6D0}">
      <dsp:nvSpPr>
        <dsp:cNvPr id="0" name=""/>
        <dsp:cNvSpPr/>
      </dsp:nvSpPr>
      <dsp:spPr>
        <a:xfrm>
          <a:off x="1942513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Analyse de la situation</a:t>
          </a:r>
          <a:endParaRPr lang="fr-FR" sz="1400" kern="1200" dirty="0"/>
        </a:p>
      </dsp:txBody>
      <dsp:txXfrm>
        <a:off x="2188957" y="0"/>
        <a:ext cx="1659034" cy="492887"/>
      </dsp:txXfrm>
    </dsp:sp>
    <dsp:sp modelId="{B181F8EE-A344-42D4-85F0-379A6F9A3E09}">
      <dsp:nvSpPr>
        <dsp:cNvPr id="0" name=""/>
        <dsp:cNvSpPr/>
      </dsp:nvSpPr>
      <dsp:spPr>
        <a:xfrm>
          <a:off x="3879242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Tests utilisateurs</a:t>
          </a:r>
          <a:endParaRPr lang="fr-FR" sz="1400" kern="1200" dirty="0"/>
        </a:p>
      </dsp:txBody>
      <dsp:txXfrm>
        <a:off x="4125686" y="0"/>
        <a:ext cx="1659034" cy="492887"/>
      </dsp:txXfrm>
    </dsp:sp>
    <dsp:sp modelId="{EDDECF90-8BB3-4DA1-8C8C-78182594AEC0}">
      <dsp:nvSpPr>
        <dsp:cNvPr id="0" name=""/>
        <dsp:cNvSpPr/>
      </dsp:nvSpPr>
      <dsp:spPr>
        <a:xfrm>
          <a:off x="5815971" y="0"/>
          <a:ext cx="2151921" cy="492887"/>
        </a:xfrm>
        <a:prstGeom prst="chevron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Analyse cognitive</a:t>
          </a:r>
          <a:endParaRPr lang="fr-FR" sz="1400" kern="1200" dirty="0"/>
        </a:p>
      </dsp:txBody>
      <dsp:txXfrm>
        <a:off x="6062415" y="0"/>
        <a:ext cx="1659034" cy="492887"/>
      </dsp:txXfrm>
    </dsp:sp>
    <dsp:sp modelId="{82CE2AD6-5168-45A8-91B7-2F6D8199806B}">
      <dsp:nvSpPr>
        <dsp:cNvPr id="0" name=""/>
        <dsp:cNvSpPr/>
      </dsp:nvSpPr>
      <dsp:spPr>
        <a:xfrm>
          <a:off x="7752701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Prototype et amélioration</a:t>
          </a:r>
          <a:endParaRPr lang="fr-FR" sz="1400" kern="1200" dirty="0"/>
        </a:p>
      </dsp:txBody>
      <dsp:txXfrm>
        <a:off x="7999145" y="0"/>
        <a:ext cx="1659034" cy="492887"/>
      </dsp:txXfrm>
    </dsp:sp>
    <dsp:sp modelId="{5EB3262C-3F8F-4B2C-BED6-9F445658E96D}">
      <dsp:nvSpPr>
        <dsp:cNvPr id="0" name=""/>
        <dsp:cNvSpPr/>
      </dsp:nvSpPr>
      <dsp:spPr>
        <a:xfrm>
          <a:off x="9689430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Conclusion et recommandations</a:t>
          </a:r>
          <a:endParaRPr lang="fr-FR" sz="1400" kern="1200" dirty="0"/>
        </a:p>
      </dsp:txBody>
      <dsp:txXfrm>
        <a:off x="9935874" y="0"/>
        <a:ext cx="1659034" cy="492887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7ED3BA-AFFE-4B93-8B3E-C0A0089E1B2A}">
      <dsp:nvSpPr>
        <dsp:cNvPr id="0" name=""/>
        <dsp:cNvSpPr/>
      </dsp:nvSpPr>
      <dsp:spPr>
        <a:xfrm>
          <a:off x="5784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Introduction</a:t>
          </a:r>
          <a:endParaRPr lang="fr-FR" sz="1400" kern="1200" dirty="0"/>
        </a:p>
      </dsp:txBody>
      <dsp:txXfrm>
        <a:off x="252228" y="0"/>
        <a:ext cx="1659034" cy="492887"/>
      </dsp:txXfrm>
    </dsp:sp>
    <dsp:sp modelId="{008ACFDA-1B9C-48A0-B214-E31E872FC6D0}">
      <dsp:nvSpPr>
        <dsp:cNvPr id="0" name=""/>
        <dsp:cNvSpPr/>
      </dsp:nvSpPr>
      <dsp:spPr>
        <a:xfrm>
          <a:off x="1942513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Analyse de la situation</a:t>
          </a:r>
          <a:endParaRPr lang="fr-FR" sz="1400" kern="1200" dirty="0"/>
        </a:p>
      </dsp:txBody>
      <dsp:txXfrm>
        <a:off x="2188957" y="0"/>
        <a:ext cx="1659034" cy="492887"/>
      </dsp:txXfrm>
    </dsp:sp>
    <dsp:sp modelId="{B181F8EE-A344-42D4-85F0-379A6F9A3E09}">
      <dsp:nvSpPr>
        <dsp:cNvPr id="0" name=""/>
        <dsp:cNvSpPr/>
      </dsp:nvSpPr>
      <dsp:spPr>
        <a:xfrm>
          <a:off x="3879242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Tests utilisateurs</a:t>
          </a:r>
          <a:endParaRPr lang="fr-FR" sz="1400" kern="1200" dirty="0"/>
        </a:p>
      </dsp:txBody>
      <dsp:txXfrm>
        <a:off x="4125686" y="0"/>
        <a:ext cx="1659034" cy="492887"/>
      </dsp:txXfrm>
    </dsp:sp>
    <dsp:sp modelId="{EDDECF90-8BB3-4DA1-8C8C-78182594AEC0}">
      <dsp:nvSpPr>
        <dsp:cNvPr id="0" name=""/>
        <dsp:cNvSpPr/>
      </dsp:nvSpPr>
      <dsp:spPr>
        <a:xfrm>
          <a:off x="5815971" y="0"/>
          <a:ext cx="2151921" cy="492887"/>
        </a:xfrm>
        <a:prstGeom prst="chevron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Analyse cognitive</a:t>
          </a:r>
          <a:endParaRPr lang="fr-FR" sz="1400" kern="1200" dirty="0"/>
        </a:p>
      </dsp:txBody>
      <dsp:txXfrm>
        <a:off x="6062415" y="0"/>
        <a:ext cx="1659034" cy="492887"/>
      </dsp:txXfrm>
    </dsp:sp>
    <dsp:sp modelId="{82CE2AD6-5168-45A8-91B7-2F6D8199806B}">
      <dsp:nvSpPr>
        <dsp:cNvPr id="0" name=""/>
        <dsp:cNvSpPr/>
      </dsp:nvSpPr>
      <dsp:spPr>
        <a:xfrm>
          <a:off x="7752701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Prototype et amélioration</a:t>
          </a:r>
          <a:endParaRPr lang="fr-FR" sz="1400" kern="1200" dirty="0"/>
        </a:p>
      </dsp:txBody>
      <dsp:txXfrm>
        <a:off x="7999145" y="0"/>
        <a:ext cx="1659034" cy="492887"/>
      </dsp:txXfrm>
    </dsp:sp>
    <dsp:sp modelId="{5EB3262C-3F8F-4B2C-BED6-9F445658E96D}">
      <dsp:nvSpPr>
        <dsp:cNvPr id="0" name=""/>
        <dsp:cNvSpPr/>
      </dsp:nvSpPr>
      <dsp:spPr>
        <a:xfrm>
          <a:off x="9689430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Conclusion et recommandations</a:t>
          </a:r>
          <a:endParaRPr lang="fr-FR" sz="1400" kern="1200" dirty="0"/>
        </a:p>
      </dsp:txBody>
      <dsp:txXfrm>
        <a:off x="9935874" y="0"/>
        <a:ext cx="1659034" cy="492887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7ED3BA-AFFE-4B93-8B3E-C0A0089E1B2A}">
      <dsp:nvSpPr>
        <dsp:cNvPr id="0" name=""/>
        <dsp:cNvSpPr/>
      </dsp:nvSpPr>
      <dsp:spPr>
        <a:xfrm>
          <a:off x="5784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Introduction</a:t>
          </a:r>
          <a:endParaRPr lang="fr-FR" sz="1400" kern="1200" dirty="0"/>
        </a:p>
      </dsp:txBody>
      <dsp:txXfrm>
        <a:off x="252228" y="0"/>
        <a:ext cx="1659034" cy="492887"/>
      </dsp:txXfrm>
    </dsp:sp>
    <dsp:sp modelId="{008ACFDA-1B9C-48A0-B214-E31E872FC6D0}">
      <dsp:nvSpPr>
        <dsp:cNvPr id="0" name=""/>
        <dsp:cNvSpPr/>
      </dsp:nvSpPr>
      <dsp:spPr>
        <a:xfrm>
          <a:off x="1942513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Analyse de la situation</a:t>
          </a:r>
          <a:endParaRPr lang="fr-FR" sz="1400" kern="1200" dirty="0"/>
        </a:p>
      </dsp:txBody>
      <dsp:txXfrm>
        <a:off x="2188957" y="0"/>
        <a:ext cx="1659034" cy="492887"/>
      </dsp:txXfrm>
    </dsp:sp>
    <dsp:sp modelId="{B181F8EE-A344-42D4-85F0-379A6F9A3E09}">
      <dsp:nvSpPr>
        <dsp:cNvPr id="0" name=""/>
        <dsp:cNvSpPr/>
      </dsp:nvSpPr>
      <dsp:spPr>
        <a:xfrm>
          <a:off x="3879242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Tests utilisateurs</a:t>
          </a:r>
          <a:endParaRPr lang="fr-FR" sz="1400" kern="1200" dirty="0"/>
        </a:p>
      </dsp:txBody>
      <dsp:txXfrm>
        <a:off x="4125686" y="0"/>
        <a:ext cx="1659034" cy="492887"/>
      </dsp:txXfrm>
    </dsp:sp>
    <dsp:sp modelId="{EDDECF90-8BB3-4DA1-8C8C-78182594AEC0}">
      <dsp:nvSpPr>
        <dsp:cNvPr id="0" name=""/>
        <dsp:cNvSpPr/>
      </dsp:nvSpPr>
      <dsp:spPr>
        <a:xfrm>
          <a:off x="5815971" y="0"/>
          <a:ext cx="2151921" cy="492887"/>
        </a:xfrm>
        <a:prstGeom prst="chevron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Analyse cognitive</a:t>
          </a:r>
          <a:endParaRPr lang="fr-FR" sz="1400" kern="1200" dirty="0"/>
        </a:p>
      </dsp:txBody>
      <dsp:txXfrm>
        <a:off x="6062415" y="0"/>
        <a:ext cx="1659034" cy="492887"/>
      </dsp:txXfrm>
    </dsp:sp>
    <dsp:sp modelId="{82CE2AD6-5168-45A8-91B7-2F6D8199806B}">
      <dsp:nvSpPr>
        <dsp:cNvPr id="0" name=""/>
        <dsp:cNvSpPr/>
      </dsp:nvSpPr>
      <dsp:spPr>
        <a:xfrm>
          <a:off x="7752701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Prototype et amélioration</a:t>
          </a:r>
          <a:endParaRPr lang="fr-FR" sz="1400" kern="1200" dirty="0"/>
        </a:p>
      </dsp:txBody>
      <dsp:txXfrm>
        <a:off x="7999145" y="0"/>
        <a:ext cx="1659034" cy="492887"/>
      </dsp:txXfrm>
    </dsp:sp>
    <dsp:sp modelId="{5EB3262C-3F8F-4B2C-BED6-9F445658E96D}">
      <dsp:nvSpPr>
        <dsp:cNvPr id="0" name=""/>
        <dsp:cNvSpPr/>
      </dsp:nvSpPr>
      <dsp:spPr>
        <a:xfrm>
          <a:off x="9689430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Conclusion et recommandations</a:t>
          </a:r>
          <a:endParaRPr lang="fr-FR" sz="1400" kern="1200" dirty="0"/>
        </a:p>
      </dsp:txBody>
      <dsp:txXfrm>
        <a:off x="9935874" y="0"/>
        <a:ext cx="1659034" cy="492887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7ED3BA-AFFE-4B93-8B3E-C0A0089E1B2A}">
      <dsp:nvSpPr>
        <dsp:cNvPr id="0" name=""/>
        <dsp:cNvSpPr/>
      </dsp:nvSpPr>
      <dsp:spPr>
        <a:xfrm>
          <a:off x="5784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Introduction</a:t>
          </a:r>
          <a:endParaRPr lang="fr-FR" sz="1400" kern="1200" dirty="0"/>
        </a:p>
      </dsp:txBody>
      <dsp:txXfrm>
        <a:off x="252228" y="0"/>
        <a:ext cx="1659034" cy="492887"/>
      </dsp:txXfrm>
    </dsp:sp>
    <dsp:sp modelId="{008ACFDA-1B9C-48A0-B214-E31E872FC6D0}">
      <dsp:nvSpPr>
        <dsp:cNvPr id="0" name=""/>
        <dsp:cNvSpPr/>
      </dsp:nvSpPr>
      <dsp:spPr>
        <a:xfrm>
          <a:off x="1942513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Analyse de la situation</a:t>
          </a:r>
          <a:endParaRPr lang="fr-FR" sz="1400" kern="1200" dirty="0"/>
        </a:p>
      </dsp:txBody>
      <dsp:txXfrm>
        <a:off x="2188957" y="0"/>
        <a:ext cx="1659034" cy="492887"/>
      </dsp:txXfrm>
    </dsp:sp>
    <dsp:sp modelId="{B181F8EE-A344-42D4-85F0-379A6F9A3E09}">
      <dsp:nvSpPr>
        <dsp:cNvPr id="0" name=""/>
        <dsp:cNvSpPr/>
      </dsp:nvSpPr>
      <dsp:spPr>
        <a:xfrm>
          <a:off x="3879242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Tests utilisateurs</a:t>
          </a:r>
          <a:endParaRPr lang="fr-FR" sz="1400" kern="1200" dirty="0"/>
        </a:p>
      </dsp:txBody>
      <dsp:txXfrm>
        <a:off x="4125686" y="0"/>
        <a:ext cx="1659034" cy="492887"/>
      </dsp:txXfrm>
    </dsp:sp>
    <dsp:sp modelId="{EDDECF90-8BB3-4DA1-8C8C-78182594AEC0}">
      <dsp:nvSpPr>
        <dsp:cNvPr id="0" name=""/>
        <dsp:cNvSpPr/>
      </dsp:nvSpPr>
      <dsp:spPr>
        <a:xfrm>
          <a:off x="5815971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Analyse cognitive</a:t>
          </a:r>
          <a:endParaRPr lang="fr-FR" sz="1400" kern="1200" dirty="0"/>
        </a:p>
      </dsp:txBody>
      <dsp:txXfrm>
        <a:off x="6062415" y="0"/>
        <a:ext cx="1659034" cy="492887"/>
      </dsp:txXfrm>
    </dsp:sp>
    <dsp:sp modelId="{82CE2AD6-5168-45A8-91B7-2F6D8199806B}">
      <dsp:nvSpPr>
        <dsp:cNvPr id="0" name=""/>
        <dsp:cNvSpPr/>
      </dsp:nvSpPr>
      <dsp:spPr>
        <a:xfrm>
          <a:off x="7752701" y="0"/>
          <a:ext cx="2151921" cy="492887"/>
        </a:xfrm>
        <a:prstGeom prst="chevron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Prototype et amélioration</a:t>
          </a:r>
          <a:endParaRPr lang="fr-FR" sz="1400" kern="1200" dirty="0"/>
        </a:p>
      </dsp:txBody>
      <dsp:txXfrm>
        <a:off x="7999145" y="0"/>
        <a:ext cx="1659034" cy="492887"/>
      </dsp:txXfrm>
    </dsp:sp>
    <dsp:sp modelId="{5EB3262C-3F8F-4B2C-BED6-9F445658E96D}">
      <dsp:nvSpPr>
        <dsp:cNvPr id="0" name=""/>
        <dsp:cNvSpPr/>
      </dsp:nvSpPr>
      <dsp:spPr>
        <a:xfrm>
          <a:off x="9689430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Conclusion et recommandations</a:t>
          </a:r>
          <a:endParaRPr lang="fr-FR" sz="1400" kern="1200" dirty="0"/>
        </a:p>
      </dsp:txBody>
      <dsp:txXfrm>
        <a:off x="9935874" y="0"/>
        <a:ext cx="1659034" cy="492887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7ED3BA-AFFE-4B93-8B3E-C0A0089E1B2A}">
      <dsp:nvSpPr>
        <dsp:cNvPr id="0" name=""/>
        <dsp:cNvSpPr/>
      </dsp:nvSpPr>
      <dsp:spPr>
        <a:xfrm>
          <a:off x="5784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Introduction</a:t>
          </a:r>
          <a:endParaRPr lang="fr-FR" sz="1400" kern="1200" dirty="0"/>
        </a:p>
      </dsp:txBody>
      <dsp:txXfrm>
        <a:off x="252228" y="0"/>
        <a:ext cx="1659034" cy="492887"/>
      </dsp:txXfrm>
    </dsp:sp>
    <dsp:sp modelId="{008ACFDA-1B9C-48A0-B214-E31E872FC6D0}">
      <dsp:nvSpPr>
        <dsp:cNvPr id="0" name=""/>
        <dsp:cNvSpPr/>
      </dsp:nvSpPr>
      <dsp:spPr>
        <a:xfrm>
          <a:off x="1942513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Analyse de la situation</a:t>
          </a:r>
          <a:endParaRPr lang="fr-FR" sz="1400" kern="1200" dirty="0"/>
        </a:p>
      </dsp:txBody>
      <dsp:txXfrm>
        <a:off x="2188957" y="0"/>
        <a:ext cx="1659034" cy="492887"/>
      </dsp:txXfrm>
    </dsp:sp>
    <dsp:sp modelId="{B181F8EE-A344-42D4-85F0-379A6F9A3E09}">
      <dsp:nvSpPr>
        <dsp:cNvPr id="0" name=""/>
        <dsp:cNvSpPr/>
      </dsp:nvSpPr>
      <dsp:spPr>
        <a:xfrm>
          <a:off x="3879242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Tests utilisateurs</a:t>
          </a:r>
          <a:endParaRPr lang="fr-FR" sz="1400" kern="1200" dirty="0"/>
        </a:p>
      </dsp:txBody>
      <dsp:txXfrm>
        <a:off x="4125686" y="0"/>
        <a:ext cx="1659034" cy="492887"/>
      </dsp:txXfrm>
    </dsp:sp>
    <dsp:sp modelId="{EDDECF90-8BB3-4DA1-8C8C-78182594AEC0}">
      <dsp:nvSpPr>
        <dsp:cNvPr id="0" name=""/>
        <dsp:cNvSpPr/>
      </dsp:nvSpPr>
      <dsp:spPr>
        <a:xfrm>
          <a:off x="5815971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Analyse cognitive</a:t>
          </a:r>
          <a:endParaRPr lang="fr-FR" sz="1400" kern="1200" dirty="0"/>
        </a:p>
      </dsp:txBody>
      <dsp:txXfrm>
        <a:off x="6062415" y="0"/>
        <a:ext cx="1659034" cy="492887"/>
      </dsp:txXfrm>
    </dsp:sp>
    <dsp:sp modelId="{82CE2AD6-5168-45A8-91B7-2F6D8199806B}">
      <dsp:nvSpPr>
        <dsp:cNvPr id="0" name=""/>
        <dsp:cNvSpPr/>
      </dsp:nvSpPr>
      <dsp:spPr>
        <a:xfrm>
          <a:off x="7752701" y="0"/>
          <a:ext cx="2151921" cy="492887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Prototype et amélioration</a:t>
          </a:r>
          <a:endParaRPr lang="fr-FR" sz="1400" kern="1200" dirty="0"/>
        </a:p>
      </dsp:txBody>
      <dsp:txXfrm>
        <a:off x="7999145" y="0"/>
        <a:ext cx="1659034" cy="492887"/>
      </dsp:txXfrm>
    </dsp:sp>
    <dsp:sp modelId="{5EB3262C-3F8F-4B2C-BED6-9F445658E96D}">
      <dsp:nvSpPr>
        <dsp:cNvPr id="0" name=""/>
        <dsp:cNvSpPr/>
      </dsp:nvSpPr>
      <dsp:spPr>
        <a:xfrm>
          <a:off x="9689430" y="0"/>
          <a:ext cx="2151921" cy="492887"/>
        </a:xfrm>
        <a:prstGeom prst="chevron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Conclusion et recommandations</a:t>
          </a:r>
          <a:endParaRPr lang="fr-FR" sz="1400" kern="1200" dirty="0"/>
        </a:p>
      </dsp:txBody>
      <dsp:txXfrm>
        <a:off x="9935874" y="0"/>
        <a:ext cx="1659034" cy="492887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D96809-C88F-40AE-9B3F-4BDBD4E2374D}">
      <dsp:nvSpPr>
        <dsp:cNvPr id="0" name=""/>
        <dsp:cNvSpPr/>
      </dsp:nvSpPr>
      <dsp:spPr>
        <a:xfrm>
          <a:off x="0" y="15068"/>
          <a:ext cx="8128000" cy="8424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3200" b="1" kern="1200" dirty="0" smtClean="0"/>
            <a:t>1. Simplifier la présentation des filtres</a:t>
          </a:r>
          <a:endParaRPr lang="fr-FR" sz="3200" kern="1200" dirty="0"/>
        </a:p>
      </dsp:txBody>
      <dsp:txXfrm>
        <a:off x="41123" y="56191"/>
        <a:ext cx="8045754" cy="760154"/>
      </dsp:txXfrm>
    </dsp:sp>
    <dsp:sp modelId="{A3B9BCCA-5202-4A63-95DF-39508A4E9F42}">
      <dsp:nvSpPr>
        <dsp:cNvPr id="0" name=""/>
        <dsp:cNvSpPr/>
      </dsp:nvSpPr>
      <dsp:spPr>
        <a:xfrm>
          <a:off x="0" y="987068"/>
          <a:ext cx="8128000" cy="84240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3200" b="1" kern="1200" dirty="0" smtClean="0"/>
            <a:t>2. Renforcer la visibilité des actions</a:t>
          </a:r>
          <a:endParaRPr lang="fr-FR" sz="3200" kern="1200" dirty="0"/>
        </a:p>
      </dsp:txBody>
      <dsp:txXfrm>
        <a:off x="41123" y="1028191"/>
        <a:ext cx="8045754" cy="760154"/>
      </dsp:txXfrm>
    </dsp:sp>
    <dsp:sp modelId="{2188E888-7664-40D6-8AE1-DC0E8C0DE076}">
      <dsp:nvSpPr>
        <dsp:cNvPr id="0" name=""/>
        <dsp:cNvSpPr/>
      </dsp:nvSpPr>
      <dsp:spPr>
        <a:xfrm>
          <a:off x="0" y="1959068"/>
          <a:ext cx="8128000" cy="84240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3200" b="1" kern="1200" dirty="0" smtClean="0"/>
            <a:t>3. Alléger la charge cognitive</a:t>
          </a:r>
          <a:endParaRPr lang="fr-FR" sz="3200" kern="1200" dirty="0"/>
        </a:p>
      </dsp:txBody>
      <dsp:txXfrm>
        <a:off x="41123" y="2000191"/>
        <a:ext cx="8045754" cy="760154"/>
      </dsp:txXfrm>
    </dsp:sp>
    <dsp:sp modelId="{DB7A1318-4117-4488-BDA2-89925C8E8DB6}">
      <dsp:nvSpPr>
        <dsp:cNvPr id="0" name=""/>
        <dsp:cNvSpPr/>
      </dsp:nvSpPr>
      <dsp:spPr>
        <a:xfrm>
          <a:off x="0" y="2931068"/>
          <a:ext cx="8128000" cy="8424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3200" b="1" kern="1200" dirty="0" smtClean="0"/>
            <a:t>4. Améliorer le feedback utilisateur</a:t>
          </a:r>
          <a:endParaRPr lang="fr-FR" sz="3200" kern="1200" dirty="0"/>
        </a:p>
      </dsp:txBody>
      <dsp:txXfrm>
        <a:off x="41123" y="2972191"/>
        <a:ext cx="8045754" cy="760154"/>
      </dsp:txXfrm>
    </dsp:sp>
    <dsp:sp modelId="{77E3CFE6-083A-49FD-A994-72A6B3ED3C3E}">
      <dsp:nvSpPr>
        <dsp:cNvPr id="0" name=""/>
        <dsp:cNvSpPr/>
      </dsp:nvSpPr>
      <dsp:spPr>
        <a:xfrm>
          <a:off x="0" y="3903068"/>
          <a:ext cx="8128000" cy="842400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3200" b="1" kern="1200" dirty="0" smtClean="0"/>
            <a:t>5. Uniformiser l’esthétique</a:t>
          </a:r>
          <a:endParaRPr lang="fr-FR" sz="3200" kern="1200" dirty="0"/>
        </a:p>
      </dsp:txBody>
      <dsp:txXfrm>
        <a:off x="41123" y="3944191"/>
        <a:ext cx="8045754" cy="7601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hProcess10">
  <dgm:title val=""/>
  <dgm:desc val=""/>
  <dgm:catLst>
    <dgm:cat type="process" pri="3000"/>
    <dgm:cat type="picture" pri="30000"/>
    <dgm:cat type="pictureconvert" pri="3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op="equ" fact="0.3333"/>
      <dgm:constr type="primFontSz" for="des" forName="txNode" op="equ" val="65"/>
      <dgm:constr type="primFontSz" for="des" forName="connTx" op="equ" val="55"/>
      <dgm:constr type="primFontSz" for="des" forName="connTx" refType="primFontSz" refFor="des" refForName="txNode" op="lte" fact="0.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imagSh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 refType="w" fact="0.14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if>
          <dgm:else name="Name7">
            <dgm:constrLst>
              <dgm:constr type="l" for="ch" forName="imagSh" refType="w" fact="0.14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else>
        </dgm:choose>
        <dgm:ruleLst/>
        <dgm:layoutNode name="imagSh" styleLbl="b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x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imagSh"/>
            <dgm:param type="dstNode" val="imagSh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35"/>
            <dgm:constr type="endPad" refType="connDist" fact="0.3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>
            <a:extLst>
              <a:ext uri="{FF2B5EF4-FFF2-40B4-BE49-F238E27FC236}">
                <a16:creationId xmlns:a16="http://schemas.microsoft.com/office/drawing/2014/main" id="{B46527B0-0B24-4087-B225-DB4F5C738F6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72798E0-F322-4236-8531-A1882BFE400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6FB0DE1-D418-4EA9-BDFD-2E5632763663}" type="datetime1">
              <a:rPr lang="fr-FR" smtClean="0"/>
              <a:t>13/11/2025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4E5881F-2FD0-41BC-8E76-C691E59E146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2CA62C5-8A29-4592-9E3E-4C457F263C0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4E85F6F-0FAD-4AD4-850C-7E4CD14D7D7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2745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90BD304-4DB2-4DA8-BE69-274C9984CC7A}" type="datetime1">
              <a:rPr lang="fr-FR" smtClean="0"/>
              <a:t>13/11/2025</a:t>
            </a:fld>
            <a:endParaRPr lang="en-US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"/>
              <a:t>Modifiez les styles du texte du masque</a:t>
            </a:r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E60DC36-8EFA-4378-9855-E019C55AC472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0536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790740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511246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905025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349350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953794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069674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047140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977364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38409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644242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11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57693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12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826575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13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491751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14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49688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15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533922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16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144520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17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744875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18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567035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19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975797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20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452894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21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929977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22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433798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23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9049094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24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486819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25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1764994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26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54801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0F864C-44C4-4000-952D-01F31BFB3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rtlCol="0" anchor="b"/>
          <a:lstStyle>
            <a:lvl1pPr algn="ctr">
              <a:defRPr sz="6000"/>
            </a:lvl1pPr>
          </a:lstStyle>
          <a:p>
            <a:pPr rtl="0"/>
            <a:r>
              <a:rPr lang="fr-FR" noProof="0" smtClean="0"/>
              <a:t>Modifiez le style du titre</a:t>
            </a:r>
            <a:endParaRPr lang="fr-FR" noProof="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1392E06-C914-467E-9D4F-BD763EDA2D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 smtClean="0"/>
              <a:t>Modifier le style des sous-titres du masque</a:t>
            </a:r>
            <a:endParaRPr lang="fr-FR" noProof="0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FBEFBAF-82E9-49AD-B2CF-7D154E024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CD63498-AA6B-4FA3-8C0C-F047B32E6A28}" type="datetime1">
              <a:rPr lang="fr-FR" noProof="0" smtClean="0"/>
              <a:t>13/11/2025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AD8006A-94B1-44F7-972D-56767EDE3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E7BFAB-D84B-45E1-A0BD-2516AC14F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48564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807FBE-061D-452C-A8A6-213063CFD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 smtClean="0"/>
              <a:t>Modifiez le style du titre</a:t>
            </a:r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33A3535-1708-499D-B5D2-7D8F9FD18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fr-FR" noProof="0" smtClean="0"/>
              <a:t>Modifier les styles du texte du masque</a:t>
            </a:r>
          </a:p>
          <a:p>
            <a:pPr lvl="1" rtl="0"/>
            <a:r>
              <a:rPr lang="fr-FR" noProof="0" smtClean="0"/>
              <a:t>Deuxième niveau</a:t>
            </a:r>
          </a:p>
          <a:p>
            <a:pPr lvl="2" rtl="0"/>
            <a:r>
              <a:rPr lang="fr-FR" noProof="0" smtClean="0"/>
              <a:t>Troisième niveau</a:t>
            </a:r>
          </a:p>
          <a:p>
            <a:pPr lvl="3" rtl="0"/>
            <a:r>
              <a:rPr lang="fr-FR" noProof="0" smtClean="0"/>
              <a:t>Quatrième niveau</a:t>
            </a:r>
          </a:p>
          <a:p>
            <a:pPr lvl="4" rtl="0"/>
            <a:r>
              <a:rPr lang="fr-FR" noProof="0" smtClean="0"/>
              <a:t>Cinquième niveau</a:t>
            </a:r>
            <a:endParaRPr lang="fr-FR" noProof="0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B06063-A112-49AB-80C8-504D99ECD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F9393B2-D2D1-46F0-81A9-FE2ED5E7F998}" type="datetime1">
              <a:rPr lang="fr-FR" noProof="0" smtClean="0"/>
              <a:t>13/11/2025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344C8D5-F898-4318-A76D-1FBD87329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976EC76-E8E8-4FFA-B671-7FA2F3EF5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789287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C2CABF-E3C1-431A-A69C-D4881CC43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rtlCol="0" anchor="b"/>
          <a:lstStyle>
            <a:lvl1pPr>
              <a:defRPr sz="6000"/>
            </a:lvl1pPr>
          </a:lstStyle>
          <a:p>
            <a:pPr rtl="0"/>
            <a:r>
              <a:rPr lang="fr-FR" noProof="0" smtClean="0"/>
              <a:t>Modifiez le style du titre</a:t>
            </a:r>
            <a:endParaRPr lang="fr-FR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5584226-69DA-4211-B2C8-C29FD05A4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 smtClean="0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5FF82DB-B518-40FD-8A66-44B874C05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1E90C3F-53CA-4279-A2D5-C68C34A1B7FE}" type="datetime1">
              <a:rPr lang="fr-FR" noProof="0" smtClean="0"/>
              <a:t>13/11/2025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CC1CCEE-725F-4745-837B-87EFB70E7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561522A-E0E6-406B-BF30-A7C7A572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230041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CC9BDC-6F21-4EF5-A8DD-E35E27EAC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 smtClean="0"/>
              <a:t>Modifiez le style du titre</a:t>
            </a:r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968D5F-2AB6-42D3-A54E-AB3E603251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rtlCol="0"/>
          <a:lstStyle/>
          <a:p>
            <a:pPr lvl="0" rtl="0"/>
            <a:r>
              <a:rPr lang="fr-FR" noProof="0" smtClean="0"/>
              <a:t>Modifier les styles du texte du masque</a:t>
            </a:r>
          </a:p>
          <a:p>
            <a:pPr lvl="1" rtl="0"/>
            <a:r>
              <a:rPr lang="fr-FR" noProof="0" smtClean="0"/>
              <a:t>Deuxième niveau</a:t>
            </a:r>
          </a:p>
          <a:p>
            <a:pPr lvl="2" rtl="0"/>
            <a:r>
              <a:rPr lang="fr-FR" noProof="0" smtClean="0"/>
              <a:t>Troisième niveau</a:t>
            </a:r>
          </a:p>
          <a:p>
            <a:pPr lvl="3" rtl="0"/>
            <a:r>
              <a:rPr lang="fr-FR" noProof="0" smtClean="0"/>
              <a:t>Quatrième niveau</a:t>
            </a:r>
          </a:p>
          <a:p>
            <a:pPr lvl="4" rtl="0"/>
            <a:r>
              <a:rPr lang="fr-FR" noProof="0" smtClean="0"/>
              <a:t>Cinquième niveau</a:t>
            </a:r>
            <a:endParaRPr lang="fr-FR" noProof="0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65AB07F-D5F7-402A-AE4E-027BF1CA9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/>
          <a:p>
            <a:pPr lvl="0" rtl="0"/>
            <a:r>
              <a:rPr lang="fr-FR" noProof="0" smtClean="0"/>
              <a:t>Modifier les styles du texte du masque</a:t>
            </a:r>
          </a:p>
          <a:p>
            <a:pPr lvl="1" rtl="0"/>
            <a:r>
              <a:rPr lang="fr-FR" noProof="0" smtClean="0"/>
              <a:t>Deuxième niveau</a:t>
            </a:r>
          </a:p>
          <a:p>
            <a:pPr lvl="2" rtl="0"/>
            <a:r>
              <a:rPr lang="fr-FR" noProof="0" smtClean="0"/>
              <a:t>Troisième niveau</a:t>
            </a:r>
          </a:p>
          <a:p>
            <a:pPr lvl="3" rtl="0"/>
            <a:r>
              <a:rPr lang="fr-FR" noProof="0" smtClean="0"/>
              <a:t>Quatrième niveau</a:t>
            </a:r>
          </a:p>
          <a:p>
            <a:pPr lvl="4" rtl="0"/>
            <a:r>
              <a:rPr lang="fr-FR" noProof="0" smtClean="0"/>
              <a:t>Cinquième niveau</a:t>
            </a:r>
            <a:endParaRPr lang="fr-FR" noProof="0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5108EDC-3863-43B9-93C7-37465DC7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BE3742E-AFBE-42DF-91BB-D2D1057FFA79}" type="datetime1">
              <a:rPr lang="fr-FR" noProof="0" smtClean="0"/>
              <a:t>13/11/2025</a:t>
            </a:fld>
            <a:endParaRPr lang="fr-FR" noProof="0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777D452-958D-4159-A9A4-16DD29680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89654B6-1460-48B9-AC7E-592F68BA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97404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E8C848-926A-4FD3-A311-A100A2662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fr-FR" noProof="0" smtClean="0"/>
              <a:t>Modifiez le style du titre</a:t>
            </a:r>
            <a:endParaRPr lang="fr-FR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C8ECD90-B4F0-4DFB-BB3D-F23102078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 smtClean="0"/>
              <a:t>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35A6C3A-033E-474B-AB97-D8291A04E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 rtlCol="0"/>
          <a:lstStyle/>
          <a:p>
            <a:pPr lvl="0" rtl="0"/>
            <a:r>
              <a:rPr lang="fr-FR" noProof="0" smtClean="0"/>
              <a:t>Modifier les styles du texte du masque</a:t>
            </a:r>
          </a:p>
          <a:p>
            <a:pPr lvl="1" rtl="0"/>
            <a:r>
              <a:rPr lang="fr-FR" noProof="0" smtClean="0"/>
              <a:t>Deuxième niveau</a:t>
            </a:r>
          </a:p>
          <a:p>
            <a:pPr lvl="2" rtl="0"/>
            <a:r>
              <a:rPr lang="fr-FR" noProof="0" smtClean="0"/>
              <a:t>Troisième niveau</a:t>
            </a:r>
          </a:p>
          <a:p>
            <a:pPr lvl="3" rtl="0"/>
            <a:r>
              <a:rPr lang="fr-FR" noProof="0" smtClean="0"/>
              <a:t>Quatrième niveau</a:t>
            </a:r>
          </a:p>
          <a:p>
            <a:pPr lvl="4" rtl="0"/>
            <a:r>
              <a:rPr lang="fr-FR" noProof="0" smtClean="0"/>
              <a:t>Cinquième niveau</a:t>
            </a:r>
            <a:endParaRPr lang="fr-FR" noProof="0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532B928-3A23-4FCA-AD1F-E45A467B54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 smtClean="0"/>
              <a:t>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BDC8376-6FC6-4A11-B0DB-9A148E9C0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 rtlCol="0"/>
          <a:lstStyle/>
          <a:p>
            <a:pPr lvl="0" rtl="0"/>
            <a:r>
              <a:rPr lang="fr-FR" noProof="0" smtClean="0"/>
              <a:t>Modifier les styles du texte du masque</a:t>
            </a:r>
          </a:p>
          <a:p>
            <a:pPr lvl="1" rtl="0"/>
            <a:r>
              <a:rPr lang="fr-FR" noProof="0" smtClean="0"/>
              <a:t>Deuxième niveau</a:t>
            </a:r>
          </a:p>
          <a:p>
            <a:pPr lvl="2" rtl="0"/>
            <a:r>
              <a:rPr lang="fr-FR" noProof="0" smtClean="0"/>
              <a:t>Troisième niveau</a:t>
            </a:r>
          </a:p>
          <a:p>
            <a:pPr lvl="3" rtl="0"/>
            <a:r>
              <a:rPr lang="fr-FR" noProof="0" smtClean="0"/>
              <a:t>Quatrième niveau</a:t>
            </a:r>
          </a:p>
          <a:p>
            <a:pPr lvl="4" rtl="0"/>
            <a:r>
              <a:rPr lang="fr-FR" noProof="0" smtClean="0"/>
              <a:t>Cinquième niveau</a:t>
            </a:r>
            <a:endParaRPr lang="fr-FR" noProof="0" dirty="0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E80206F-8846-425C-A56E-16FFBA442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AD3CAEB-0D2D-466C-AFB9-F2937F51F366}" type="datetime1">
              <a:rPr lang="fr-FR" noProof="0" smtClean="0"/>
              <a:t>13/11/2025</a:t>
            </a:fld>
            <a:endParaRPr lang="fr-FR" noProof="0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A45E89F-12CF-4561-A5F2-1E05783A3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EB4DFE4-927C-43B1-A061-5CB97FFB3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469058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60E367-8DA0-4655-BCBC-F4280D864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 smtClean="0"/>
              <a:t>Modifiez le style du titre</a:t>
            </a:r>
            <a:endParaRPr lang="fr-FR" noProof="0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FEF9592-AA3C-4CF8-A5DB-4D010195A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E92E680-0F8A-43BD-BDFD-C0D03E7F344B}" type="datetime1">
              <a:rPr lang="fr-FR" noProof="0" smtClean="0"/>
              <a:t>13/11/2025</a:t>
            </a:fld>
            <a:endParaRPr lang="fr-FR" noProof="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C2C9377-F93E-4515-852A-26470775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AED076D-476B-42BA-8795-14FE6C1E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625551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EA599B4-6AB2-4190-82B5-7667EE1E9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D7189FD-F089-49F7-A99B-945C4E0C4AF5}" type="datetime1">
              <a:rPr lang="fr-FR" noProof="0" smtClean="0"/>
              <a:t>13/11/2025</a:t>
            </a:fld>
            <a:endParaRPr lang="fr-FR" noProof="0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B8FBFB3-AD86-4E39-B8AE-B4EC14528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9A4AF55-C114-4B60-9A20-56B00A11B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058200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883DA1-5CB8-405D-9613-8A9B7BC56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fr-FR" noProof="0" smtClean="0"/>
              <a:t>Modifiez le style du titre</a:t>
            </a:r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842BB15-A24D-42E9-9CAE-BB8272263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fr-FR" noProof="0" smtClean="0"/>
              <a:t>Modifier les styles du texte du masque</a:t>
            </a:r>
          </a:p>
          <a:p>
            <a:pPr lvl="1" rtl="0"/>
            <a:r>
              <a:rPr lang="fr-FR" noProof="0" smtClean="0"/>
              <a:t>Deuxième niveau</a:t>
            </a:r>
          </a:p>
          <a:p>
            <a:pPr lvl="2" rtl="0"/>
            <a:r>
              <a:rPr lang="fr-FR" noProof="0" smtClean="0"/>
              <a:t>Troisième niveau</a:t>
            </a:r>
          </a:p>
          <a:p>
            <a:pPr lvl="3" rtl="0"/>
            <a:r>
              <a:rPr lang="fr-FR" noProof="0" smtClean="0"/>
              <a:t>Quatrième niveau</a:t>
            </a:r>
          </a:p>
          <a:p>
            <a:pPr lvl="4" rtl="0"/>
            <a:r>
              <a:rPr lang="fr-FR" noProof="0" smtClean="0"/>
              <a:t>Cinquième niveau</a:t>
            </a:r>
            <a:endParaRPr lang="fr-FR" noProof="0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8F0849D-D3C3-462A-9751-4EAB0B914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 smtClean="0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180DD20-7A20-4574-98A4-427795876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307288E-1786-4A50-AD68-D3D5A2E1F461}" type="datetime1">
              <a:rPr lang="fr-FR" noProof="0" smtClean="0"/>
              <a:t>13/11/2025</a:t>
            </a:fld>
            <a:endParaRPr lang="fr-FR" noProof="0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4D0ED2B-71C4-421A-9DB0-676E00C1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8C4572A-ADFC-4C53-BCA2-42BDF693B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230950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8F5C67-EEEC-4AB0-9653-0F80D6B10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fr-FR" noProof="0" smtClean="0"/>
              <a:t>Modifiez le style du titre</a:t>
            </a:r>
            <a:endParaRPr lang="fr-FR" noProof="0" dirty="0"/>
          </a:p>
        </p:txBody>
      </p:sp>
      <p:sp>
        <p:nvSpPr>
          <p:cNvPr id="3" name="Espace réservé d’image 2">
            <a:extLst>
              <a:ext uri="{FF2B5EF4-FFF2-40B4-BE49-F238E27FC236}">
                <a16:creationId xmlns:a16="http://schemas.microsoft.com/office/drawing/2014/main" id="{1DD50D6D-5277-4324-AF23-5FAF007834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 noProof="0" dirty="0" smtClean="0"/>
              <a:t>Cliquez sur l'icône pour ajouter une image</a:t>
            </a:r>
            <a:endParaRPr lang="fr-FR" noProof="0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5275657-2BF9-4761-96B6-50EE3CFCFA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 smtClean="0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C3C3F7B-A4C8-4F9D-8165-BC5186EA0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C8A2F46-A3F2-4FAD-B8A1-978F19EF1438}" type="datetime1">
              <a:rPr lang="fr-FR" noProof="0" smtClean="0"/>
              <a:t>13/11/2025</a:t>
            </a:fld>
            <a:endParaRPr lang="fr-FR" noProof="0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E696EA5-2FA2-464D-982F-C53E6426A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911B398-191B-4AB1-86ED-00D0046EA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586601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F7B869-BFB2-4C20-8AB1-46704BB3D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 smtClean="0"/>
              <a:t>Modifiez le style du titre</a:t>
            </a:r>
            <a:endParaRPr lang="fr-FR" noProof="0" dirty="0"/>
          </a:p>
        </p:txBody>
      </p:sp>
      <p:sp>
        <p:nvSpPr>
          <p:cNvPr id="3" name="Espace réservé du texte vertical 2">
            <a:extLst>
              <a:ext uri="{FF2B5EF4-FFF2-40B4-BE49-F238E27FC236}">
                <a16:creationId xmlns:a16="http://schemas.microsoft.com/office/drawing/2014/main" id="{19F007DB-4F12-4428-9C48-5120DF070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fr-FR" noProof="0" smtClean="0"/>
              <a:t>Modifier les styles du texte du masque</a:t>
            </a:r>
          </a:p>
          <a:p>
            <a:pPr lvl="1" rtl="0"/>
            <a:r>
              <a:rPr lang="fr-FR" noProof="0" smtClean="0"/>
              <a:t>Deuxième niveau</a:t>
            </a:r>
          </a:p>
          <a:p>
            <a:pPr lvl="2" rtl="0"/>
            <a:r>
              <a:rPr lang="fr-FR" noProof="0" smtClean="0"/>
              <a:t>Troisième niveau</a:t>
            </a:r>
          </a:p>
          <a:p>
            <a:pPr lvl="3" rtl="0"/>
            <a:r>
              <a:rPr lang="fr-FR" noProof="0" smtClean="0"/>
              <a:t>Quatrième niveau</a:t>
            </a:r>
          </a:p>
          <a:p>
            <a:pPr lvl="4" rtl="0"/>
            <a:r>
              <a:rPr lang="fr-FR" noProof="0" smtClean="0"/>
              <a:t>Cinquième niveau</a:t>
            </a:r>
            <a:endParaRPr lang="fr-FR" noProof="0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6FFA8DA-0E31-4CA6-BBFC-2467AAD1D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46D2216-24AE-4A93-BEA9-26FD9BE8D8E8}" type="datetime1">
              <a:rPr lang="fr-FR" noProof="0" smtClean="0"/>
              <a:t>13/11/2025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64974BD-9845-459A-9AAA-12731E250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2A71B0A-FDFB-4B2C-A9EC-2334C5900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931409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 1">
            <a:extLst>
              <a:ext uri="{FF2B5EF4-FFF2-40B4-BE49-F238E27FC236}">
                <a16:creationId xmlns:a16="http://schemas.microsoft.com/office/drawing/2014/main" id="{E60B5D73-1652-4A8E-B5A3-101523D729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 rtlCol="0"/>
          <a:lstStyle/>
          <a:p>
            <a:pPr rtl="0"/>
            <a:r>
              <a:rPr lang="fr-FR" noProof="0" smtClean="0"/>
              <a:t>Modifiez le style du titre</a:t>
            </a:r>
            <a:endParaRPr lang="fr-FR" noProof="0" dirty="0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9B7FB99-7425-444D-B602-01B672BCE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 rtlCol="0"/>
          <a:lstStyle/>
          <a:p>
            <a:pPr lvl="0" rtl="0"/>
            <a:r>
              <a:rPr lang="fr-FR" noProof="0" smtClean="0"/>
              <a:t>Modifier les styles du texte du masque</a:t>
            </a:r>
          </a:p>
          <a:p>
            <a:pPr lvl="1" rtl="0"/>
            <a:r>
              <a:rPr lang="fr-FR" noProof="0" smtClean="0"/>
              <a:t>Deuxième niveau</a:t>
            </a:r>
          </a:p>
          <a:p>
            <a:pPr lvl="2" rtl="0"/>
            <a:r>
              <a:rPr lang="fr-FR" noProof="0" smtClean="0"/>
              <a:t>Troisième niveau</a:t>
            </a:r>
          </a:p>
          <a:p>
            <a:pPr lvl="3" rtl="0"/>
            <a:r>
              <a:rPr lang="fr-FR" noProof="0" smtClean="0"/>
              <a:t>Quatrième niveau</a:t>
            </a:r>
          </a:p>
          <a:p>
            <a:pPr lvl="4" rtl="0"/>
            <a:r>
              <a:rPr lang="fr-FR" noProof="0" smtClean="0"/>
              <a:t>Cinquième niveau</a:t>
            </a:r>
            <a:endParaRPr lang="fr-FR" noProof="0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EEA9C5-552A-48A1-AB54-ED54209B3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6C4311B-E9D3-41DC-B3A4-2DA1CBB5303E}" type="datetime1">
              <a:rPr lang="fr-FR" noProof="0" smtClean="0"/>
              <a:t>13/11/2025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A83AAA3-4155-48FB-8F00-16DBE0C9C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D694EAE-CB3C-4DEF-A66D-583C7AAC9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746804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 1">
            <a:extLst>
              <a:ext uri="{FF2B5EF4-FFF2-40B4-BE49-F238E27FC236}">
                <a16:creationId xmlns:a16="http://schemas.microsoft.com/office/drawing/2014/main" id="{7B3445CA-54C1-4DDE-A216-DD2414E3F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fr-FR" noProof="0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306395A-6879-4E93-B24E-067F88AC1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450FF5B-A6A6-4F0F-AA5D-3F0F69A43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78CE1DC9-D956-40C2-BAC4-4037E3AB19CC}" type="datetime1">
              <a:rPr lang="fr-FR" noProof="0" smtClean="0"/>
              <a:t>13/11/2025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A798FAA-76CC-42EF-8BE0-466A41BBA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fr-FR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149FF02-6890-4E10-B958-1097AD32C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06FEDF93-2BFD-41CA-ABC7-B039102F3792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603789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image" Target="../media/image3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microsoft.com/office/2007/relationships/diagramDrawing" Target="../diagrams/drawing3.xml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diagramColors" Target="../diagrams/colors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diagramQuickStyle" Target="../diagrams/quickStyle3.xml"/><Relationship Id="rId5" Type="http://schemas.openxmlformats.org/officeDocument/2006/relationships/image" Target="../media/image12.png"/><Relationship Id="rId10" Type="http://schemas.openxmlformats.org/officeDocument/2006/relationships/diagramLayout" Target="../diagrams/layout3.xml"/><Relationship Id="rId4" Type="http://schemas.openxmlformats.org/officeDocument/2006/relationships/image" Target="../media/image11.png"/><Relationship Id="rId9" Type="http://schemas.openxmlformats.org/officeDocument/2006/relationships/diagramData" Target="../diagrams/data3.xml"/><Relationship Id="rId1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16.pn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16.pn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Relationship Id="rId9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8.xml"/><Relationship Id="rId3" Type="http://schemas.openxmlformats.org/officeDocument/2006/relationships/image" Target="../media/image16.png"/><Relationship Id="rId7" Type="http://schemas.openxmlformats.org/officeDocument/2006/relationships/diagramColors" Target="../diagrams/colors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8.xml"/><Relationship Id="rId5" Type="http://schemas.openxmlformats.org/officeDocument/2006/relationships/diagramLayout" Target="../diagrams/layout8.xml"/><Relationship Id="rId4" Type="http://schemas.openxmlformats.org/officeDocument/2006/relationships/diagramData" Target="../diagrams/data8.xml"/><Relationship Id="rId9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Relationship Id="rId9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Relationship Id="rId9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2.xml"/><Relationship Id="rId3" Type="http://schemas.openxmlformats.org/officeDocument/2006/relationships/image" Target="../media/image20.png"/><Relationship Id="rId7" Type="http://schemas.openxmlformats.org/officeDocument/2006/relationships/diagramColors" Target="../diagrams/colors1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2.xml"/><Relationship Id="rId5" Type="http://schemas.openxmlformats.org/officeDocument/2006/relationships/diagramLayout" Target="../diagrams/layout12.xml"/><Relationship Id="rId4" Type="http://schemas.openxmlformats.org/officeDocument/2006/relationships/diagramData" Target="../diagrams/data12.xml"/><Relationship Id="rId9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5.xml"/><Relationship Id="rId13" Type="http://schemas.openxmlformats.org/officeDocument/2006/relationships/image" Target="../media/image3.png"/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12" Type="http://schemas.microsoft.com/office/2007/relationships/diagramDrawing" Target="../diagrams/drawing15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4.xml"/><Relationship Id="rId11" Type="http://schemas.openxmlformats.org/officeDocument/2006/relationships/diagramColors" Target="../diagrams/colors15.xml"/><Relationship Id="rId5" Type="http://schemas.openxmlformats.org/officeDocument/2006/relationships/diagramQuickStyle" Target="../diagrams/quickStyle14.xml"/><Relationship Id="rId10" Type="http://schemas.openxmlformats.org/officeDocument/2006/relationships/diagramQuickStyle" Target="../diagrams/quickStyle15.xml"/><Relationship Id="rId4" Type="http://schemas.openxmlformats.org/officeDocument/2006/relationships/diagramLayout" Target="../diagrams/layout14.xml"/><Relationship Id="rId9" Type="http://schemas.openxmlformats.org/officeDocument/2006/relationships/diagramLayout" Target="../diagrams/layout1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6.xml"/><Relationship Id="rId13" Type="http://schemas.openxmlformats.org/officeDocument/2006/relationships/diagramQuickStyle" Target="../diagrams/quickStyle17.xml"/><Relationship Id="rId3" Type="http://schemas.openxmlformats.org/officeDocument/2006/relationships/image" Target="../media/image3.png"/><Relationship Id="rId7" Type="http://schemas.openxmlformats.org/officeDocument/2006/relationships/diagramLayout" Target="../diagrams/layout16.xml"/><Relationship Id="rId12" Type="http://schemas.openxmlformats.org/officeDocument/2006/relationships/diagramLayout" Target="../diagrams/layout17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diagramData" Target="../diagrams/data16.xml"/><Relationship Id="rId11" Type="http://schemas.openxmlformats.org/officeDocument/2006/relationships/diagramData" Target="../diagrams/data17.xml"/><Relationship Id="rId5" Type="http://schemas.openxmlformats.org/officeDocument/2006/relationships/image" Target="../media/image22.jpeg"/><Relationship Id="rId15" Type="http://schemas.microsoft.com/office/2007/relationships/diagramDrawing" Target="../diagrams/drawing17.xml"/><Relationship Id="rId10" Type="http://schemas.microsoft.com/office/2007/relationships/diagramDrawing" Target="../diagrams/drawing16.xml"/><Relationship Id="rId4" Type="http://schemas.openxmlformats.org/officeDocument/2006/relationships/image" Target="../media/image21.png"/><Relationship Id="rId9" Type="http://schemas.openxmlformats.org/officeDocument/2006/relationships/diagramColors" Target="../diagrams/colors16.xml"/><Relationship Id="rId14" Type="http://schemas.openxmlformats.org/officeDocument/2006/relationships/diagramColors" Target="../diagrams/colors17.xml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8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8.xml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8.xml"/><Relationship Id="rId11" Type="http://schemas.openxmlformats.org/officeDocument/2006/relationships/image" Target="../media/image29.png"/><Relationship Id="rId5" Type="http://schemas.openxmlformats.org/officeDocument/2006/relationships/diagramLayout" Target="../diagrams/layout18.xml"/><Relationship Id="rId10" Type="http://schemas.openxmlformats.org/officeDocument/2006/relationships/image" Target="../media/image28.png"/><Relationship Id="rId4" Type="http://schemas.openxmlformats.org/officeDocument/2006/relationships/diagramData" Target="../diagrams/data18.xml"/><Relationship Id="rId9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9.xml"/><Relationship Id="rId3" Type="http://schemas.openxmlformats.org/officeDocument/2006/relationships/image" Target="../media/image3.png"/><Relationship Id="rId7" Type="http://schemas.openxmlformats.org/officeDocument/2006/relationships/diagramQuickStyle" Target="../diagrams/quickStyle19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19.xml"/><Relationship Id="rId5" Type="http://schemas.openxmlformats.org/officeDocument/2006/relationships/diagramData" Target="../diagrams/data19.xml"/><Relationship Id="rId10" Type="http://schemas.openxmlformats.org/officeDocument/2006/relationships/image" Target="../media/image31.png"/><Relationship Id="rId4" Type="http://schemas.openxmlformats.org/officeDocument/2006/relationships/hyperlink" Target="https://app.powerbi.com/view?r=eyJrIjoiMTAwMGEyYTUtNTk2NC00NTFjLWI2YTItOWNjODBjZGU5YTBlIiwidCI6ImUyMWU5NzgzLWQwYTAtNDhmOC04NTBlLTBiMDgxYjQ2ZDc4OCIsImMiOjh9&amp;embedImagePlaceholder=true&amp;pageName=7a0a2c104ebd72bee25e" TargetMode="External"/><Relationship Id="rId9" Type="http://schemas.microsoft.com/office/2007/relationships/diagramDrawing" Target="../diagrams/drawing19.xml"/></Relationships>
</file>

<file path=ppt/slides/_rels/slide1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0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20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20.xml"/><Relationship Id="rId5" Type="http://schemas.openxmlformats.org/officeDocument/2006/relationships/diagramLayout" Target="../diagrams/layout20.xml"/><Relationship Id="rId4" Type="http://schemas.openxmlformats.org/officeDocument/2006/relationships/diagramData" Target="../diagrams/data20.xml"/><Relationship Id="rId9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1.xml"/><Relationship Id="rId3" Type="http://schemas.openxmlformats.org/officeDocument/2006/relationships/image" Target="../media/image3.png"/><Relationship Id="rId7" Type="http://schemas.openxmlformats.org/officeDocument/2006/relationships/diagramData" Target="../diagrams/data21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microsoft.com/office/2007/relationships/diagramDrawing" Target="../diagrams/drawing21.xml"/><Relationship Id="rId5" Type="http://schemas.openxmlformats.org/officeDocument/2006/relationships/image" Target="../media/image34.jpg"/><Relationship Id="rId10" Type="http://schemas.openxmlformats.org/officeDocument/2006/relationships/diagramColors" Target="../diagrams/colors21.xml"/><Relationship Id="rId4" Type="http://schemas.openxmlformats.org/officeDocument/2006/relationships/image" Target="../media/image33.png"/><Relationship Id="rId9" Type="http://schemas.openxmlformats.org/officeDocument/2006/relationships/diagramQuickStyle" Target="../diagrams/quickStyle2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2.xml"/><Relationship Id="rId3" Type="http://schemas.openxmlformats.org/officeDocument/2006/relationships/image" Target="../media/image3.png"/><Relationship Id="rId7" Type="http://schemas.openxmlformats.org/officeDocument/2006/relationships/diagramData" Target="../diagrams/data22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jpg"/><Relationship Id="rId11" Type="http://schemas.microsoft.com/office/2007/relationships/diagramDrawing" Target="../diagrams/drawing22.xml"/><Relationship Id="rId5" Type="http://schemas.openxmlformats.org/officeDocument/2006/relationships/image" Target="../media/image36.png"/><Relationship Id="rId10" Type="http://schemas.openxmlformats.org/officeDocument/2006/relationships/diagramColors" Target="../diagrams/colors22.xml"/><Relationship Id="rId4" Type="http://schemas.openxmlformats.org/officeDocument/2006/relationships/image" Target="../media/image33.png"/><Relationship Id="rId9" Type="http://schemas.openxmlformats.org/officeDocument/2006/relationships/diagramQuickStyle" Target="../diagrams/quickStyle22.xml"/></Relationships>
</file>

<file path=ppt/slides/_rels/slide2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3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23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23.xml"/><Relationship Id="rId11" Type="http://schemas.openxmlformats.org/officeDocument/2006/relationships/image" Target="../media/image40.png"/><Relationship Id="rId5" Type="http://schemas.openxmlformats.org/officeDocument/2006/relationships/diagramLayout" Target="../diagrams/layout23.xml"/><Relationship Id="rId10" Type="http://schemas.openxmlformats.org/officeDocument/2006/relationships/image" Target="../media/image39.png"/><Relationship Id="rId4" Type="http://schemas.openxmlformats.org/officeDocument/2006/relationships/diagramData" Target="../diagrams/data23.xml"/><Relationship Id="rId9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4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24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24.xml"/><Relationship Id="rId5" Type="http://schemas.openxmlformats.org/officeDocument/2006/relationships/diagramLayout" Target="../diagrams/layout24.xml"/><Relationship Id="rId4" Type="http://schemas.openxmlformats.org/officeDocument/2006/relationships/diagramData" Target="../diagrams/data24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5.xml"/><Relationship Id="rId3" Type="http://schemas.openxmlformats.org/officeDocument/2006/relationships/image" Target="../media/image3.png"/><Relationship Id="rId7" Type="http://schemas.openxmlformats.org/officeDocument/2006/relationships/diagramQuickStyle" Target="../diagrams/quickStyle25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25.xml"/><Relationship Id="rId5" Type="http://schemas.openxmlformats.org/officeDocument/2006/relationships/diagramData" Target="../diagrams/data25.xml"/><Relationship Id="rId10" Type="http://schemas.openxmlformats.org/officeDocument/2006/relationships/image" Target="../media/image41.png"/><Relationship Id="rId4" Type="http://schemas.openxmlformats.org/officeDocument/2006/relationships/hyperlink" Target="https://www.figma.com/make/KQgbagkowtLWCyzc0OvKKf/IKEA-Purchase-Journey-Prototype?node-id=0-1&amp;p=f&amp;t=89n7aSVUDmeiXcvN-0&amp;fullscreen=1" TargetMode="External"/><Relationship Id="rId9" Type="http://schemas.microsoft.com/office/2007/relationships/diagramDrawing" Target="../diagrams/drawing25.xml"/></Relationships>
</file>

<file path=ppt/slides/_rels/slide2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6.xml"/><Relationship Id="rId13" Type="http://schemas.microsoft.com/office/2007/relationships/diagramDrawing" Target="../diagrams/drawing27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26.xml"/><Relationship Id="rId12" Type="http://schemas.openxmlformats.org/officeDocument/2006/relationships/diagramColors" Target="../diagrams/colors27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6.xml"/><Relationship Id="rId11" Type="http://schemas.openxmlformats.org/officeDocument/2006/relationships/diagramQuickStyle" Target="../diagrams/quickStyle27.xml"/><Relationship Id="rId5" Type="http://schemas.openxmlformats.org/officeDocument/2006/relationships/diagramLayout" Target="../diagrams/layout26.xml"/><Relationship Id="rId10" Type="http://schemas.openxmlformats.org/officeDocument/2006/relationships/diagramLayout" Target="../diagrams/layout27.xml"/><Relationship Id="rId4" Type="http://schemas.openxmlformats.org/officeDocument/2006/relationships/diagramData" Target="../diagrams/data26.xml"/><Relationship Id="rId9" Type="http://schemas.openxmlformats.org/officeDocument/2006/relationships/diagramData" Target="../diagrams/data2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300AEF-1595-4419-801B-6E36A33BB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8016" y="2771730"/>
            <a:ext cx="9144000" cy="3046988"/>
          </a:xfrm>
        </p:spPr>
        <p:txBody>
          <a:bodyPr lIns="0" tIns="0" rIns="0" bIns="0" rtlCol="0" anchor="t">
            <a:spAutoFit/>
          </a:bodyPr>
          <a:lstStyle/>
          <a:p>
            <a:r>
              <a:rPr lang="fr-F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Analyse cognitive et ergonomique de l’application IKEA</a:t>
            </a:r>
            <a:r>
              <a:rPr lang="fr-F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fr-F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4000" dirty="0" smtClean="0">
                <a:solidFill>
                  <a:schemeClr val="accent4"/>
                </a:solidFill>
              </a:rPr>
              <a:t>Projet UX - 2025</a:t>
            </a:r>
            <a:endParaRPr lang="fr-FR" dirty="0">
              <a:solidFill>
                <a:schemeClr val="accent4"/>
              </a:solidFill>
            </a:endParaRPr>
          </a:p>
        </p:txBody>
      </p:sp>
      <p:sp>
        <p:nvSpPr>
          <p:cNvPr id="4" name="Losange 3">
            <a:extLst>
              <a:ext uri="{FF2B5EF4-FFF2-40B4-BE49-F238E27FC236}">
                <a16:creationId xmlns:a16="http://schemas.microsoft.com/office/drawing/2014/main" id="{1C59176D-59A8-4C02-B448-EE01232FB3E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4792319" y="-608242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5" name="Losange 4">
            <a:extLst>
              <a:ext uri="{FF2B5EF4-FFF2-40B4-BE49-F238E27FC236}">
                <a16:creationId xmlns:a16="http://schemas.microsoft.com/office/drawing/2014/main" id="{A50B1817-3C7F-41BC-8557-7A00C928EE1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4325258" y="-1770743"/>
            <a:ext cx="3541486" cy="3541486"/>
          </a:xfrm>
          <a:prstGeom prst="diamond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grpSp>
        <p:nvGrpSpPr>
          <p:cNvPr id="7" name="Groupe 6" descr="Icône de graphique ">
            <a:extLst>
              <a:ext uri="{FF2B5EF4-FFF2-40B4-BE49-F238E27FC236}">
                <a16:creationId xmlns:a16="http://schemas.microsoft.com/office/drawing/2014/main" id="{B95DF07A-CE7E-4D89-9AA0-25F4FFF3B9C7}"/>
              </a:ext>
            </a:extLst>
          </p:cNvPr>
          <p:cNvGrpSpPr/>
          <p:nvPr/>
        </p:nvGrpSpPr>
        <p:grpSpPr>
          <a:xfrm>
            <a:off x="5851020" y="2181059"/>
            <a:ext cx="489958" cy="492680"/>
            <a:chOff x="2025650" y="4786313"/>
            <a:chExt cx="285750" cy="287338"/>
          </a:xfrm>
          <a:solidFill>
            <a:schemeClr val="bg1"/>
          </a:solidFill>
        </p:grpSpPr>
        <p:sp>
          <p:nvSpPr>
            <p:cNvPr id="8" name="Forme libre 565">
              <a:extLst>
                <a:ext uri="{FF2B5EF4-FFF2-40B4-BE49-F238E27FC236}">
                  <a16:creationId xmlns:a16="http://schemas.microsoft.com/office/drawing/2014/main" id="{548FC78B-EF83-4185-A63D-1A5A85640B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25650" y="4786313"/>
              <a:ext cx="285750" cy="287338"/>
            </a:xfrm>
            <a:custGeom>
              <a:avLst/>
              <a:gdLst>
                <a:gd name="T0" fmla="*/ 812 w 903"/>
                <a:gd name="T1" fmla="*/ 500 h 903"/>
                <a:gd name="T2" fmla="*/ 810 w 903"/>
                <a:gd name="T3" fmla="*/ 505 h 903"/>
                <a:gd name="T4" fmla="*/ 806 w 903"/>
                <a:gd name="T5" fmla="*/ 509 h 903"/>
                <a:gd name="T6" fmla="*/ 800 w 903"/>
                <a:gd name="T7" fmla="*/ 511 h 903"/>
                <a:gd name="T8" fmla="*/ 105 w 903"/>
                <a:gd name="T9" fmla="*/ 511 h 903"/>
                <a:gd name="T10" fmla="*/ 99 w 903"/>
                <a:gd name="T11" fmla="*/ 510 h 903"/>
                <a:gd name="T12" fmla="*/ 95 w 903"/>
                <a:gd name="T13" fmla="*/ 507 h 903"/>
                <a:gd name="T14" fmla="*/ 92 w 903"/>
                <a:gd name="T15" fmla="*/ 502 h 903"/>
                <a:gd name="T16" fmla="*/ 90 w 903"/>
                <a:gd name="T17" fmla="*/ 496 h 903"/>
                <a:gd name="T18" fmla="*/ 90 w 903"/>
                <a:gd name="T19" fmla="*/ 105 h 903"/>
                <a:gd name="T20" fmla="*/ 92 w 903"/>
                <a:gd name="T21" fmla="*/ 100 h 903"/>
                <a:gd name="T22" fmla="*/ 95 w 903"/>
                <a:gd name="T23" fmla="*/ 94 h 903"/>
                <a:gd name="T24" fmla="*/ 99 w 903"/>
                <a:gd name="T25" fmla="*/ 91 h 903"/>
                <a:gd name="T26" fmla="*/ 105 w 903"/>
                <a:gd name="T27" fmla="*/ 90 h 903"/>
                <a:gd name="T28" fmla="*/ 800 w 903"/>
                <a:gd name="T29" fmla="*/ 90 h 903"/>
                <a:gd name="T30" fmla="*/ 806 w 903"/>
                <a:gd name="T31" fmla="*/ 92 h 903"/>
                <a:gd name="T32" fmla="*/ 810 w 903"/>
                <a:gd name="T33" fmla="*/ 96 h 903"/>
                <a:gd name="T34" fmla="*/ 812 w 903"/>
                <a:gd name="T35" fmla="*/ 102 h 903"/>
                <a:gd name="T36" fmla="*/ 813 w 903"/>
                <a:gd name="T37" fmla="*/ 496 h 903"/>
                <a:gd name="T38" fmla="*/ 15 w 903"/>
                <a:gd name="T39" fmla="*/ 0 h 903"/>
                <a:gd name="T40" fmla="*/ 9 w 903"/>
                <a:gd name="T41" fmla="*/ 1 h 903"/>
                <a:gd name="T42" fmla="*/ 5 w 903"/>
                <a:gd name="T43" fmla="*/ 4 h 903"/>
                <a:gd name="T44" fmla="*/ 1 w 903"/>
                <a:gd name="T45" fmla="*/ 8 h 903"/>
                <a:gd name="T46" fmla="*/ 0 w 903"/>
                <a:gd name="T47" fmla="*/ 15 h 903"/>
                <a:gd name="T48" fmla="*/ 0 w 903"/>
                <a:gd name="T49" fmla="*/ 590 h 903"/>
                <a:gd name="T50" fmla="*/ 2 w 903"/>
                <a:gd name="T51" fmla="*/ 595 h 903"/>
                <a:gd name="T52" fmla="*/ 7 w 903"/>
                <a:gd name="T53" fmla="*/ 599 h 903"/>
                <a:gd name="T54" fmla="*/ 12 w 903"/>
                <a:gd name="T55" fmla="*/ 602 h 903"/>
                <a:gd name="T56" fmla="*/ 437 w 903"/>
                <a:gd name="T57" fmla="*/ 602 h 903"/>
                <a:gd name="T58" fmla="*/ 260 w 903"/>
                <a:gd name="T59" fmla="*/ 877 h 903"/>
                <a:gd name="T60" fmla="*/ 257 w 903"/>
                <a:gd name="T61" fmla="*/ 883 h 903"/>
                <a:gd name="T62" fmla="*/ 256 w 903"/>
                <a:gd name="T63" fmla="*/ 888 h 903"/>
                <a:gd name="T64" fmla="*/ 257 w 903"/>
                <a:gd name="T65" fmla="*/ 893 h 903"/>
                <a:gd name="T66" fmla="*/ 260 w 903"/>
                <a:gd name="T67" fmla="*/ 899 h 903"/>
                <a:gd name="T68" fmla="*/ 265 w 903"/>
                <a:gd name="T69" fmla="*/ 902 h 903"/>
                <a:gd name="T70" fmla="*/ 271 w 903"/>
                <a:gd name="T71" fmla="*/ 903 h 903"/>
                <a:gd name="T72" fmla="*/ 277 w 903"/>
                <a:gd name="T73" fmla="*/ 902 h 903"/>
                <a:gd name="T74" fmla="*/ 281 w 903"/>
                <a:gd name="T75" fmla="*/ 899 h 903"/>
                <a:gd name="T76" fmla="*/ 621 w 903"/>
                <a:gd name="T77" fmla="*/ 899 h 903"/>
                <a:gd name="T78" fmla="*/ 627 w 903"/>
                <a:gd name="T79" fmla="*/ 902 h 903"/>
                <a:gd name="T80" fmla="*/ 632 w 903"/>
                <a:gd name="T81" fmla="*/ 903 h 903"/>
                <a:gd name="T82" fmla="*/ 637 w 903"/>
                <a:gd name="T83" fmla="*/ 902 h 903"/>
                <a:gd name="T84" fmla="*/ 643 w 903"/>
                <a:gd name="T85" fmla="*/ 899 h 903"/>
                <a:gd name="T86" fmla="*/ 646 w 903"/>
                <a:gd name="T87" fmla="*/ 893 h 903"/>
                <a:gd name="T88" fmla="*/ 647 w 903"/>
                <a:gd name="T89" fmla="*/ 888 h 903"/>
                <a:gd name="T90" fmla="*/ 646 w 903"/>
                <a:gd name="T91" fmla="*/ 883 h 903"/>
                <a:gd name="T92" fmla="*/ 643 w 903"/>
                <a:gd name="T93" fmla="*/ 877 h 903"/>
                <a:gd name="T94" fmla="*/ 467 w 903"/>
                <a:gd name="T95" fmla="*/ 602 h 903"/>
                <a:gd name="T96" fmla="*/ 892 w 903"/>
                <a:gd name="T97" fmla="*/ 602 h 903"/>
                <a:gd name="T98" fmla="*/ 897 w 903"/>
                <a:gd name="T99" fmla="*/ 599 h 903"/>
                <a:gd name="T100" fmla="*/ 900 w 903"/>
                <a:gd name="T101" fmla="*/ 595 h 903"/>
                <a:gd name="T102" fmla="*/ 902 w 903"/>
                <a:gd name="T103" fmla="*/ 590 h 903"/>
                <a:gd name="T104" fmla="*/ 903 w 903"/>
                <a:gd name="T105" fmla="*/ 15 h 903"/>
                <a:gd name="T106" fmla="*/ 902 w 903"/>
                <a:gd name="T107" fmla="*/ 8 h 903"/>
                <a:gd name="T108" fmla="*/ 899 w 903"/>
                <a:gd name="T109" fmla="*/ 4 h 903"/>
                <a:gd name="T110" fmla="*/ 894 w 903"/>
                <a:gd name="T111" fmla="*/ 1 h 903"/>
                <a:gd name="T112" fmla="*/ 888 w 903"/>
                <a:gd name="T113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03" h="903">
                  <a:moveTo>
                    <a:pt x="813" y="496"/>
                  </a:moveTo>
                  <a:lnTo>
                    <a:pt x="812" y="500"/>
                  </a:lnTo>
                  <a:lnTo>
                    <a:pt x="811" y="502"/>
                  </a:lnTo>
                  <a:lnTo>
                    <a:pt x="810" y="505"/>
                  </a:lnTo>
                  <a:lnTo>
                    <a:pt x="808" y="507"/>
                  </a:lnTo>
                  <a:lnTo>
                    <a:pt x="806" y="509"/>
                  </a:lnTo>
                  <a:lnTo>
                    <a:pt x="804" y="510"/>
                  </a:lnTo>
                  <a:lnTo>
                    <a:pt x="800" y="511"/>
                  </a:lnTo>
                  <a:lnTo>
                    <a:pt x="797" y="511"/>
                  </a:lnTo>
                  <a:lnTo>
                    <a:pt x="105" y="511"/>
                  </a:lnTo>
                  <a:lnTo>
                    <a:pt x="102" y="511"/>
                  </a:lnTo>
                  <a:lnTo>
                    <a:pt x="99" y="510"/>
                  </a:lnTo>
                  <a:lnTo>
                    <a:pt x="97" y="509"/>
                  </a:lnTo>
                  <a:lnTo>
                    <a:pt x="95" y="507"/>
                  </a:lnTo>
                  <a:lnTo>
                    <a:pt x="93" y="505"/>
                  </a:lnTo>
                  <a:lnTo>
                    <a:pt x="92" y="502"/>
                  </a:lnTo>
                  <a:lnTo>
                    <a:pt x="90" y="500"/>
                  </a:lnTo>
                  <a:lnTo>
                    <a:pt x="90" y="496"/>
                  </a:lnTo>
                  <a:lnTo>
                    <a:pt x="90" y="316"/>
                  </a:lnTo>
                  <a:lnTo>
                    <a:pt x="90" y="105"/>
                  </a:lnTo>
                  <a:lnTo>
                    <a:pt x="90" y="102"/>
                  </a:lnTo>
                  <a:lnTo>
                    <a:pt x="92" y="100"/>
                  </a:lnTo>
                  <a:lnTo>
                    <a:pt x="93" y="96"/>
                  </a:lnTo>
                  <a:lnTo>
                    <a:pt x="95" y="94"/>
                  </a:lnTo>
                  <a:lnTo>
                    <a:pt x="97" y="92"/>
                  </a:lnTo>
                  <a:lnTo>
                    <a:pt x="99" y="91"/>
                  </a:lnTo>
                  <a:lnTo>
                    <a:pt x="102" y="90"/>
                  </a:lnTo>
                  <a:lnTo>
                    <a:pt x="105" y="90"/>
                  </a:lnTo>
                  <a:lnTo>
                    <a:pt x="798" y="90"/>
                  </a:lnTo>
                  <a:lnTo>
                    <a:pt x="800" y="90"/>
                  </a:lnTo>
                  <a:lnTo>
                    <a:pt x="804" y="91"/>
                  </a:lnTo>
                  <a:lnTo>
                    <a:pt x="806" y="92"/>
                  </a:lnTo>
                  <a:lnTo>
                    <a:pt x="808" y="94"/>
                  </a:lnTo>
                  <a:lnTo>
                    <a:pt x="810" y="96"/>
                  </a:lnTo>
                  <a:lnTo>
                    <a:pt x="811" y="100"/>
                  </a:lnTo>
                  <a:lnTo>
                    <a:pt x="812" y="102"/>
                  </a:lnTo>
                  <a:lnTo>
                    <a:pt x="813" y="105"/>
                  </a:lnTo>
                  <a:lnTo>
                    <a:pt x="813" y="496"/>
                  </a:lnTo>
                  <a:close/>
                  <a:moveTo>
                    <a:pt x="888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5" y="4"/>
                  </a:lnTo>
                  <a:lnTo>
                    <a:pt x="2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587"/>
                  </a:lnTo>
                  <a:lnTo>
                    <a:pt x="0" y="590"/>
                  </a:lnTo>
                  <a:lnTo>
                    <a:pt x="1" y="593"/>
                  </a:lnTo>
                  <a:lnTo>
                    <a:pt x="2" y="595"/>
                  </a:lnTo>
                  <a:lnTo>
                    <a:pt x="5" y="597"/>
                  </a:lnTo>
                  <a:lnTo>
                    <a:pt x="7" y="599"/>
                  </a:lnTo>
                  <a:lnTo>
                    <a:pt x="9" y="601"/>
                  </a:lnTo>
                  <a:lnTo>
                    <a:pt x="12" y="602"/>
                  </a:lnTo>
                  <a:lnTo>
                    <a:pt x="15" y="602"/>
                  </a:lnTo>
                  <a:lnTo>
                    <a:pt x="437" y="602"/>
                  </a:lnTo>
                  <a:lnTo>
                    <a:pt x="437" y="701"/>
                  </a:lnTo>
                  <a:lnTo>
                    <a:pt x="260" y="877"/>
                  </a:lnTo>
                  <a:lnTo>
                    <a:pt x="259" y="879"/>
                  </a:lnTo>
                  <a:lnTo>
                    <a:pt x="257" y="883"/>
                  </a:lnTo>
                  <a:lnTo>
                    <a:pt x="256" y="885"/>
                  </a:lnTo>
                  <a:lnTo>
                    <a:pt x="256" y="888"/>
                  </a:lnTo>
                  <a:lnTo>
                    <a:pt x="256" y="891"/>
                  </a:lnTo>
                  <a:lnTo>
                    <a:pt x="257" y="893"/>
                  </a:lnTo>
                  <a:lnTo>
                    <a:pt x="259" y="897"/>
                  </a:lnTo>
                  <a:lnTo>
                    <a:pt x="260" y="899"/>
                  </a:lnTo>
                  <a:lnTo>
                    <a:pt x="263" y="901"/>
                  </a:lnTo>
                  <a:lnTo>
                    <a:pt x="265" y="902"/>
                  </a:lnTo>
                  <a:lnTo>
                    <a:pt x="268" y="903"/>
                  </a:lnTo>
                  <a:lnTo>
                    <a:pt x="271" y="903"/>
                  </a:lnTo>
                  <a:lnTo>
                    <a:pt x="274" y="903"/>
                  </a:lnTo>
                  <a:lnTo>
                    <a:pt x="277" y="902"/>
                  </a:lnTo>
                  <a:lnTo>
                    <a:pt x="279" y="901"/>
                  </a:lnTo>
                  <a:lnTo>
                    <a:pt x="281" y="899"/>
                  </a:lnTo>
                  <a:lnTo>
                    <a:pt x="452" y="728"/>
                  </a:lnTo>
                  <a:lnTo>
                    <a:pt x="621" y="899"/>
                  </a:lnTo>
                  <a:lnTo>
                    <a:pt x="623" y="901"/>
                  </a:lnTo>
                  <a:lnTo>
                    <a:pt x="627" y="902"/>
                  </a:lnTo>
                  <a:lnTo>
                    <a:pt x="629" y="903"/>
                  </a:lnTo>
                  <a:lnTo>
                    <a:pt x="632" y="903"/>
                  </a:lnTo>
                  <a:lnTo>
                    <a:pt x="635" y="903"/>
                  </a:lnTo>
                  <a:lnTo>
                    <a:pt x="637" y="902"/>
                  </a:lnTo>
                  <a:lnTo>
                    <a:pt x="641" y="901"/>
                  </a:lnTo>
                  <a:lnTo>
                    <a:pt x="643" y="899"/>
                  </a:lnTo>
                  <a:lnTo>
                    <a:pt x="645" y="897"/>
                  </a:lnTo>
                  <a:lnTo>
                    <a:pt x="646" y="893"/>
                  </a:lnTo>
                  <a:lnTo>
                    <a:pt x="647" y="891"/>
                  </a:lnTo>
                  <a:lnTo>
                    <a:pt x="647" y="888"/>
                  </a:lnTo>
                  <a:lnTo>
                    <a:pt x="647" y="885"/>
                  </a:lnTo>
                  <a:lnTo>
                    <a:pt x="646" y="883"/>
                  </a:lnTo>
                  <a:lnTo>
                    <a:pt x="645" y="879"/>
                  </a:lnTo>
                  <a:lnTo>
                    <a:pt x="643" y="877"/>
                  </a:lnTo>
                  <a:lnTo>
                    <a:pt x="467" y="701"/>
                  </a:lnTo>
                  <a:lnTo>
                    <a:pt x="467" y="602"/>
                  </a:lnTo>
                  <a:lnTo>
                    <a:pt x="888" y="602"/>
                  </a:lnTo>
                  <a:lnTo>
                    <a:pt x="892" y="602"/>
                  </a:lnTo>
                  <a:lnTo>
                    <a:pt x="894" y="601"/>
                  </a:lnTo>
                  <a:lnTo>
                    <a:pt x="897" y="599"/>
                  </a:lnTo>
                  <a:lnTo>
                    <a:pt x="899" y="597"/>
                  </a:lnTo>
                  <a:lnTo>
                    <a:pt x="900" y="595"/>
                  </a:lnTo>
                  <a:lnTo>
                    <a:pt x="902" y="593"/>
                  </a:lnTo>
                  <a:lnTo>
                    <a:pt x="902" y="590"/>
                  </a:lnTo>
                  <a:lnTo>
                    <a:pt x="903" y="587"/>
                  </a:lnTo>
                  <a:lnTo>
                    <a:pt x="903" y="15"/>
                  </a:lnTo>
                  <a:lnTo>
                    <a:pt x="902" y="12"/>
                  </a:lnTo>
                  <a:lnTo>
                    <a:pt x="902" y="8"/>
                  </a:lnTo>
                  <a:lnTo>
                    <a:pt x="900" y="6"/>
                  </a:lnTo>
                  <a:lnTo>
                    <a:pt x="899" y="4"/>
                  </a:lnTo>
                  <a:lnTo>
                    <a:pt x="897" y="2"/>
                  </a:lnTo>
                  <a:lnTo>
                    <a:pt x="894" y="1"/>
                  </a:lnTo>
                  <a:lnTo>
                    <a:pt x="892" y="0"/>
                  </a:lnTo>
                  <a:lnTo>
                    <a:pt x="88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9" name="Forme libre 566">
              <a:extLst>
                <a:ext uri="{FF2B5EF4-FFF2-40B4-BE49-F238E27FC236}">
                  <a16:creationId xmlns:a16="http://schemas.microsoft.com/office/drawing/2014/main" id="{B7B50F87-A3AA-4FB6-9692-24BF5512FC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4225" y="4843463"/>
              <a:ext cx="200025" cy="73025"/>
            </a:xfrm>
            <a:custGeom>
              <a:avLst/>
              <a:gdLst>
                <a:gd name="T0" fmla="*/ 151 w 632"/>
                <a:gd name="T1" fmla="*/ 151 h 226"/>
                <a:gd name="T2" fmla="*/ 157 w 632"/>
                <a:gd name="T3" fmla="*/ 149 h 226"/>
                <a:gd name="T4" fmla="*/ 161 w 632"/>
                <a:gd name="T5" fmla="*/ 146 h 226"/>
                <a:gd name="T6" fmla="*/ 288 w 632"/>
                <a:gd name="T7" fmla="*/ 217 h 226"/>
                <a:gd name="T8" fmla="*/ 292 w 632"/>
                <a:gd name="T9" fmla="*/ 223 h 226"/>
                <a:gd name="T10" fmla="*/ 299 w 632"/>
                <a:gd name="T11" fmla="*/ 226 h 226"/>
                <a:gd name="T12" fmla="*/ 302 w 632"/>
                <a:gd name="T13" fmla="*/ 226 h 226"/>
                <a:gd name="T14" fmla="*/ 307 w 632"/>
                <a:gd name="T15" fmla="*/ 225 h 226"/>
                <a:gd name="T16" fmla="*/ 313 w 632"/>
                <a:gd name="T17" fmla="*/ 222 h 226"/>
                <a:gd name="T18" fmla="*/ 471 w 632"/>
                <a:gd name="T19" fmla="*/ 191 h 226"/>
                <a:gd name="T20" fmla="*/ 477 w 632"/>
                <a:gd name="T21" fmla="*/ 195 h 226"/>
                <a:gd name="T22" fmla="*/ 483 w 632"/>
                <a:gd name="T23" fmla="*/ 196 h 226"/>
                <a:gd name="T24" fmla="*/ 488 w 632"/>
                <a:gd name="T25" fmla="*/ 194 h 226"/>
                <a:gd name="T26" fmla="*/ 494 w 632"/>
                <a:gd name="T27" fmla="*/ 191 h 226"/>
                <a:gd name="T28" fmla="*/ 631 w 632"/>
                <a:gd name="T29" fmla="*/ 23 h 226"/>
                <a:gd name="T30" fmla="*/ 632 w 632"/>
                <a:gd name="T31" fmla="*/ 16 h 226"/>
                <a:gd name="T32" fmla="*/ 632 w 632"/>
                <a:gd name="T33" fmla="*/ 11 h 226"/>
                <a:gd name="T34" fmla="*/ 629 w 632"/>
                <a:gd name="T35" fmla="*/ 5 h 226"/>
                <a:gd name="T36" fmla="*/ 625 w 632"/>
                <a:gd name="T37" fmla="*/ 2 h 226"/>
                <a:gd name="T38" fmla="*/ 619 w 632"/>
                <a:gd name="T39" fmla="*/ 0 h 226"/>
                <a:gd name="T40" fmla="*/ 613 w 632"/>
                <a:gd name="T41" fmla="*/ 1 h 226"/>
                <a:gd name="T42" fmla="*/ 607 w 632"/>
                <a:gd name="T43" fmla="*/ 3 h 226"/>
                <a:gd name="T44" fmla="*/ 481 w 632"/>
                <a:gd name="T45" fmla="*/ 159 h 226"/>
                <a:gd name="T46" fmla="*/ 415 w 632"/>
                <a:gd name="T47" fmla="*/ 93 h 226"/>
                <a:gd name="T48" fmla="*/ 409 w 632"/>
                <a:gd name="T49" fmla="*/ 91 h 226"/>
                <a:gd name="T50" fmla="*/ 404 w 632"/>
                <a:gd name="T51" fmla="*/ 91 h 226"/>
                <a:gd name="T52" fmla="*/ 398 w 632"/>
                <a:gd name="T53" fmla="*/ 93 h 226"/>
                <a:gd name="T54" fmla="*/ 307 w 632"/>
                <a:gd name="T55" fmla="*/ 185 h 226"/>
                <a:gd name="T56" fmla="*/ 247 w 632"/>
                <a:gd name="T57" fmla="*/ 39 h 226"/>
                <a:gd name="T58" fmla="*/ 242 w 632"/>
                <a:gd name="T59" fmla="*/ 34 h 226"/>
                <a:gd name="T60" fmla="*/ 234 w 632"/>
                <a:gd name="T61" fmla="*/ 33 h 226"/>
                <a:gd name="T62" fmla="*/ 227 w 632"/>
                <a:gd name="T63" fmla="*/ 35 h 226"/>
                <a:gd name="T64" fmla="*/ 144 w 632"/>
                <a:gd name="T65" fmla="*/ 121 h 226"/>
                <a:gd name="T66" fmla="*/ 12 w 632"/>
                <a:gd name="T67" fmla="*/ 121 h 226"/>
                <a:gd name="T68" fmla="*/ 7 w 632"/>
                <a:gd name="T69" fmla="*/ 123 h 226"/>
                <a:gd name="T70" fmla="*/ 3 w 632"/>
                <a:gd name="T71" fmla="*/ 128 h 226"/>
                <a:gd name="T72" fmla="*/ 0 w 632"/>
                <a:gd name="T73" fmla="*/ 133 h 226"/>
                <a:gd name="T74" fmla="*/ 0 w 632"/>
                <a:gd name="T75" fmla="*/ 138 h 226"/>
                <a:gd name="T76" fmla="*/ 3 w 632"/>
                <a:gd name="T77" fmla="*/ 144 h 226"/>
                <a:gd name="T78" fmla="*/ 7 w 632"/>
                <a:gd name="T79" fmla="*/ 148 h 226"/>
                <a:gd name="T80" fmla="*/ 12 w 632"/>
                <a:gd name="T81" fmla="*/ 150 h 226"/>
                <a:gd name="T82" fmla="*/ 15 w 632"/>
                <a:gd name="T83" fmla="*/ 15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32" h="226">
                  <a:moveTo>
                    <a:pt x="15" y="151"/>
                  </a:moveTo>
                  <a:lnTo>
                    <a:pt x="151" y="151"/>
                  </a:lnTo>
                  <a:lnTo>
                    <a:pt x="154" y="150"/>
                  </a:lnTo>
                  <a:lnTo>
                    <a:pt x="157" y="149"/>
                  </a:lnTo>
                  <a:lnTo>
                    <a:pt x="159" y="148"/>
                  </a:lnTo>
                  <a:lnTo>
                    <a:pt x="161" y="146"/>
                  </a:lnTo>
                  <a:lnTo>
                    <a:pt x="230" y="75"/>
                  </a:lnTo>
                  <a:lnTo>
                    <a:pt x="288" y="217"/>
                  </a:lnTo>
                  <a:lnTo>
                    <a:pt x="289" y="220"/>
                  </a:lnTo>
                  <a:lnTo>
                    <a:pt x="292" y="223"/>
                  </a:lnTo>
                  <a:lnTo>
                    <a:pt x="294" y="224"/>
                  </a:lnTo>
                  <a:lnTo>
                    <a:pt x="299" y="226"/>
                  </a:lnTo>
                  <a:lnTo>
                    <a:pt x="300" y="226"/>
                  </a:lnTo>
                  <a:lnTo>
                    <a:pt x="302" y="226"/>
                  </a:lnTo>
                  <a:lnTo>
                    <a:pt x="304" y="226"/>
                  </a:lnTo>
                  <a:lnTo>
                    <a:pt x="307" y="225"/>
                  </a:lnTo>
                  <a:lnTo>
                    <a:pt x="309" y="223"/>
                  </a:lnTo>
                  <a:lnTo>
                    <a:pt x="313" y="222"/>
                  </a:lnTo>
                  <a:lnTo>
                    <a:pt x="407" y="127"/>
                  </a:lnTo>
                  <a:lnTo>
                    <a:pt x="471" y="191"/>
                  </a:lnTo>
                  <a:lnTo>
                    <a:pt x="473" y="193"/>
                  </a:lnTo>
                  <a:lnTo>
                    <a:pt x="477" y="195"/>
                  </a:lnTo>
                  <a:lnTo>
                    <a:pt x="480" y="196"/>
                  </a:lnTo>
                  <a:lnTo>
                    <a:pt x="483" y="196"/>
                  </a:lnTo>
                  <a:lnTo>
                    <a:pt x="486" y="195"/>
                  </a:lnTo>
                  <a:lnTo>
                    <a:pt x="488" y="194"/>
                  </a:lnTo>
                  <a:lnTo>
                    <a:pt x="492" y="193"/>
                  </a:lnTo>
                  <a:lnTo>
                    <a:pt x="494" y="191"/>
                  </a:lnTo>
                  <a:lnTo>
                    <a:pt x="629" y="25"/>
                  </a:lnTo>
                  <a:lnTo>
                    <a:pt x="631" y="23"/>
                  </a:lnTo>
                  <a:lnTo>
                    <a:pt x="632" y="19"/>
                  </a:lnTo>
                  <a:lnTo>
                    <a:pt x="632" y="16"/>
                  </a:lnTo>
                  <a:lnTo>
                    <a:pt x="632" y="14"/>
                  </a:lnTo>
                  <a:lnTo>
                    <a:pt x="632" y="11"/>
                  </a:lnTo>
                  <a:lnTo>
                    <a:pt x="631" y="9"/>
                  </a:lnTo>
                  <a:lnTo>
                    <a:pt x="629" y="5"/>
                  </a:lnTo>
                  <a:lnTo>
                    <a:pt x="627" y="3"/>
                  </a:lnTo>
                  <a:lnTo>
                    <a:pt x="625" y="2"/>
                  </a:lnTo>
                  <a:lnTo>
                    <a:pt x="621" y="1"/>
                  </a:lnTo>
                  <a:lnTo>
                    <a:pt x="619" y="0"/>
                  </a:lnTo>
                  <a:lnTo>
                    <a:pt x="616" y="0"/>
                  </a:lnTo>
                  <a:lnTo>
                    <a:pt x="613" y="1"/>
                  </a:lnTo>
                  <a:lnTo>
                    <a:pt x="611" y="2"/>
                  </a:lnTo>
                  <a:lnTo>
                    <a:pt x="607" y="3"/>
                  </a:lnTo>
                  <a:lnTo>
                    <a:pt x="605" y="5"/>
                  </a:lnTo>
                  <a:lnTo>
                    <a:pt x="481" y="159"/>
                  </a:lnTo>
                  <a:lnTo>
                    <a:pt x="418" y="95"/>
                  </a:lnTo>
                  <a:lnTo>
                    <a:pt x="415" y="93"/>
                  </a:lnTo>
                  <a:lnTo>
                    <a:pt x="412" y="91"/>
                  </a:lnTo>
                  <a:lnTo>
                    <a:pt x="409" y="91"/>
                  </a:lnTo>
                  <a:lnTo>
                    <a:pt x="407" y="90"/>
                  </a:lnTo>
                  <a:lnTo>
                    <a:pt x="404" y="91"/>
                  </a:lnTo>
                  <a:lnTo>
                    <a:pt x="400" y="91"/>
                  </a:lnTo>
                  <a:lnTo>
                    <a:pt x="398" y="93"/>
                  </a:lnTo>
                  <a:lnTo>
                    <a:pt x="396" y="95"/>
                  </a:lnTo>
                  <a:lnTo>
                    <a:pt x="307" y="185"/>
                  </a:lnTo>
                  <a:lnTo>
                    <a:pt x="249" y="42"/>
                  </a:lnTo>
                  <a:lnTo>
                    <a:pt x="247" y="39"/>
                  </a:lnTo>
                  <a:lnTo>
                    <a:pt x="244" y="36"/>
                  </a:lnTo>
                  <a:lnTo>
                    <a:pt x="242" y="34"/>
                  </a:lnTo>
                  <a:lnTo>
                    <a:pt x="237" y="33"/>
                  </a:lnTo>
                  <a:lnTo>
                    <a:pt x="234" y="33"/>
                  </a:lnTo>
                  <a:lnTo>
                    <a:pt x="230" y="33"/>
                  </a:lnTo>
                  <a:lnTo>
                    <a:pt x="227" y="35"/>
                  </a:lnTo>
                  <a:lnTo>
                    <a:pt x="224" y="38"/>
                  </a:lnTo>
                  <a:lnTo>
                    <a:pt x="144" y="121"/>
                  </a:lnTo>
                  <a:lnTo>
                    <a:pt x="15" y="121"/>
                  </a:lnTo>
                  <a:lnTo>
                    <a:pt x="12" y="121"/>
                  </a:lnTo>
                  <a:lnTo>
                    <a:pt x="9" y="122"/>
                  </a:lnTo>
                  <a:lnTo>
                    <a:pt x="7" y="123"/>
                  </a:lnTo>
                  <a:lnTo>
                    <a:pt x="5" y="126"/>
                  </a:lnTo>
                  <a:lnTo>
                    <a:pt x="3" y="128"/>
                  </a:lnTo>
                  <a:lnTo>
                    <a:pt x="2" y="130"/>
                  </a:lnTo>
                  <a:lnTo>
                    <a:pt x="0" y="133"/>
                  </a:lnTo>
                  <a:lnTo>
                    <a:pt x="0" y="136"/>
                  </a:lnTo>
                  <a:lnTo>
                    <a:pt x="0" y="138"/>
                  </a:lnTo>
                  <a:lnTo>
                    <a:pt x="2" y="142"/>
                  </a:lnTo>
                  <a:lnTo>
                    <a:pt x="3" y="144"/>
                  </a:lnTo>
                  <a:lnTo>
                    <a:pt x="5" y="146"/>
                  </a:lnTo>
                  <a:lnTo>
                    <a:pt x="7" y="148"/>
                  </a:lnTo>
                  <a:lnTo>
                    <a:pt x="9" y="150"/>
                  </a:lnTo>
                  <a:lnTo>
                    <a:pt x="12" y="150"/>
                  </a:lnTo>
                  <a:lnTo>
                    <a:pt x="15" y="151"/>
                  </a:lnTo>
                  <a:lnTo>
                    <a:pt x="15" y="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</p:grpSp>
      <p:pic>
        <p:nvPicPr>
          <p:cNvPr id="3" name="Image 2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6487" y="0"/>
            <a:ext cx="2595513" cy="1039219"/>
          </a:xfrm>
          <a:prstGeom prst="rect">
            <a:avLst/>
          </a:prstGeom>
        </p:spPr>
      </p:pic>
      <p:sp>
        <p:nvSpPr>
          <p:cNvPr id="11" name="Titre 1">
            <a:extLst>
              <a:ext uri="{FF2B5EF4-FFF2-40B4-BE49-F238E27FC236}">
                <a16:creationId xmlns:a16="http://schemas.microsoft.com/office/drawing/2014/main" id="{C4300AEF-1595-4419-801B-6E36A33BB8CF}"/>
              </a:ext>
            </a:extLst>
          </p:cNvPr>
          <p:cNvSpPr txBox="1">
            <a:spLocks/>
          </p:cNvSpPr>
          <p:nvPr/>
        </p:nvSpPr>
        <p:spPr>
          <a:xfrm>
            <a:off x="1523999" y="6035215"/>
            <a:ext cx="9144000" cy="332399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400" b="1" dirty="0" smtClean="0">
                <a:solidFill>
                  <a:schemeClr val="tx2">
                    <a:lumMod val="75000"/>
                  </a:schemeClr>
                </a:solidFill>
              </a:rPr>
              <a:t>Tin, Mahdi, </a:t>
            </a:r>
            <a:r>
              <a:rPr lang="fr-FR" sz="2400" b="1" dirty="0" err="1" smtClean="0">
                <a:solidFill>
                  <a:schemeClr val="tx2">
                    <a:lumMod val="75000"/>
                  </a:schemeClr>
                </a:solidFill>
              </a:rPr>
              <a:t>Timéo</a:t>
            </a:r>
            <a:r>
              <a:rPr lang="fr-FR" sz="2400" b="1" dirty="0" smtClean="0">
                <a:solidFill>
                  <a:schemeClr val="tx2">
                    <a:lumMod val="75000"/>
                  </a:schemeClr>
                </a:solidFill>
              </a:rPr>
              <a:t>, Milhane</a:t>
            </a:r>
            <a:endParaRPr lang="fr-FR" sz="2400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4098" name="Picture 2" descr="logo ug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953" y="128112"/>
            <a:ext cx="26098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7849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fr-FR" dirty="0"/>
              <a:t>Analyse du projet : diapositive </a:t>
            </a:r>
            <a:r>
              <a:rPr lang="fr" dirty="0"/>
              <a:t>3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r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213707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Sommaire</a:t>
            </a:r>
            <a:endParaRPr lang="fr-FR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rapèze 1">
            <a:extLst>
              <a:ext uri="{FF2B5EF4-FFF2-40B4-BE49-F238E27FC236}">
                <a16:creationId xmlns:a16="http://schemas.microsoft.com/office/drawing/2014/main" id="{5B804E9F-B6B5-41F9-9B63-9AF435FDC2B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 rot="5400000">
            <a:off x="-1101110" y="2910759"/>
            <a:ext cx="4336142" cy="1638858"/>
          </a:xfrm>
          <a:prstGeom prst="trapezoid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43" name="Trapèze 42">
            <a:extLst>
              <a:ext uri="{FF2B5EF4-FFF2-40B4-BE49-F238E27FC236}">
                <a16:creationId xmlns:a16="http://schemas.microsoft.com/office/drawing/2014/main" id="{0092C447-C8E1-4B12-B012-E6D21CBB1FB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 rot="5400000">
            <a:off x="909554" y="2910759"/>
            <a:ext cx="4336142" cy="1638858"/>
          </a:xfrm>
          <a:prstGeom prst="trapezoi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44" name="Trapèze 43">
            <a:extLst>
              <a:ext uri="{FF2B5EF4-FFF2-40B4-BE49-F238E27FC236}">
                <a16:creationId xmlns:a16="http://schemas.microsoft.com/office/drawing/2014/main" id="{7E139379-1914-4446-8D6D-984A47041A5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 rot="5400000">
            <a:off x="2987904" y="2910759"/>
            <a:ext cx="4336142" cy="1638858"/>
          </a:xfrm>
          <a:prstGeom prst="trapezoid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45" name="Trapèze 44">
            <a:extLst>
              <a:ext uri="{FF2B5EF4-FFF2-40B4-BE49-F238E27FC236}">
                <a16:creationId xmlns:a16="http://schemas.microsoft.com/office/drawing/2014/main" id="{F79B51BB-1B30-4ED8-B26D-21EE8BC675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 rot="5400000">
            <a:off x="5069498" y="2910759"/>
            <a:ext cx="4336142" cy="1638858"/>
          </a:xfrm>
          <a:prstGeom prst="trapezoi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46" name="Trapèze 45">
            <a:extLst>
              <a:ext uri="{FF2B5EF4-FFF2-40B4-BE49-F238E27FC236}">
                <a16:creationId xmlns:a16="http://schemas.microsoft.com/office/drawing/2014/main" id="{89DA262E-0502-4E65-8ABA-E063880EAC4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 rot="5400000">
            <a:off x="7022699" y="2986174"/>
            <a:ext cx="4336142" cy="1638858"/>
          </a:xfrm>
          <a:prstGeom prst="trapezoid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19BFA5-D0CA-4CF0-8499-504D956B6563}"/>
              </a:ext>
            </a:extLst>
          </p:cNvPr>
          <p:cNvSpPr/>
          <p:nvPr/>
        </p:nvSpPr>
        <p:spPr>
          <a:xfrm>
            <a:off x="342318" y="3730188"/>
            <a:ext cx="1449286" cy="738664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fr-FR" sz="1600" b="1" dirty="0" smtClean="0">
                <a:solidFill>
                  <a:schemeClr val="bg1"/>
                </a:solidFill>
              </a:rPr>
              <a:t>INTRODUCTION ET METHODE UX</a:t>
            </a:r>
            <a:endParaRPr lang="fr-FR" sz="1600" b="1" dirty="0">
              <a:solidFill>
                <a:schemeClr val="bg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751D31D-3535-411D-8BAC-95CCC90AB185}"/>
              </a:ext>
            </a:extLst>
          </p:cNvPr>
          <p:cNvSpPr/>
          <p:nvPr/>
        </p:nvSpPr>
        <p:spPr>
          <a:xfrm>
            <a:off x="2236106" y="3730188"/>
            <a:ext cx="1657703" cy="738664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fr-FR" sz="1600" b="1" dirty="0">
                <a:solidFill>
                  <a:schemeClr val="bg1"/>
                </a:solidFill>
              </a:rPr>
              <a:t>ANALYSE </a:t>
            </a:r>
            <a:r>
              <a:rPr lang="fr-FR" sz="1600" b="1" dirty="0" smtClean="0">
                <a:solidFill>
                  <a:schemeClr val="bg1"/>
                </a:solidFill>
              </a:rPr>
              <a:t>DE LA SITUATION D’USAGE</a:t>
            </a:r>
            <a:endParaRPr lang="fr-FR" sz="1600" b="1" dirty="0">
              <a:solidFill>
                <a:schemeClr val="bg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A4D735A-8F75-4E2A-8F1A-CC303B0718BA}"/>
              </a:ext>
            </a:extLst>
          </p:cNvPr>
          <p:cNvSpPr/>
          <p:nvPr/>
        </p:nvSpPr>
        <p:spPr>
          <a:xfrm>
            <a:off x="4535984" y="3730188"/>
            <a:ext cx="1252714" cy="984885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fr-FR" sz="1600" b="1" dirty="0" smtClean="0">
                <a:solidFill>
                  <a:schemeClr val="bg1"/>
                </a:solidFill>
              </a:rPr>
              <a:t>TESTS UTILISATEURS &amp; RESULTATS POWERBI</a:t>
            </a:r>
            <a:endParaRPr lang="fr-FR" sz="1600" b="1" dirty="0">
              <a:solidFill>
                <a:schemeClr val="bg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4AB9282-0505-49EB-AABF-998083225E3A}"/>
              </a:ext>
            </a:extLst>
          </p:cNvPr>
          <p:cNvSpPr/>
          <p:nvPr/>
        </p:nvSpPr>
        <p:spPr>
          <a:xfrm>
            <a:off x="6520576" y="3730188"/>
            <a:ext cx="1499886" cy="738664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fr-FR" sz="1600" b="1" dirty="0">
                <a:solidFill>
                  <a:schemeClr val="bg1"/>
                </a:solidFill>
              </a:rPr>
              <a:t>ANALYSE </a:t>
            </a:r>
            <a:r>
              <a:rPr lang="fr-FR" sz="1600" b="1" dirty="0" smtClean="0">
                <a:solidFill>
                  <a:schemeClr val="bg1"/>
                </a:solidFill>
              </a:rPr>
              <a:t>COGNITIVE ET ERGONOMIQUE</a:t>
            </a:r>
            <a:endParaRPr lang="fr-FR" sz="1600" b="1" dirty="0">
              <a:solidFill>
                <a:schemeClr val="bg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668C4B5-BCEC-465A-ADA5-6A054B15F7A3}"/>
              </a:ext>
            </a:extLst>
          </p:cNvPr>
          <p:cNvSpPr/>
          <p:nvPr/>
        </p:nvSpPr>
        <p:spPr>
          <a:xfrm>
            <a:off x="8499734" y="3730187"/>
            <a:ext cx="1389061" cy="492443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fr-FR" sz="1600" b="1" dirty="0" smtClean="0">
                <a:solidFill>
                  <a:schemeClr val="bg1"/>
                </a:solidFill>
              </a:rPr>
              <a:t>PROTOTYPE ET AMELIORATION</a:t>
            </a:r>
            <a:endParaRPr lang="fr-FR" sz="1600" b="1" dirty="0">
              <a:solidFill>
                <a:schemeClr val="bg1"/>
              </a:solidFill>
            </a:endParaRPr>
          </a:p>
        </p:txBody>
      </p:sp>
      <p:sp>
        <p:nvSpPr>
          <p:cNvPr id="40" name="Trapèze 44">
            <a:extLst>
              <a:ext uri="{FF2B5EF4-FFF2-40B4-BE49-F238E27FC236}">
                <a16:creationId xmlns:a16="http://schemas.microsoft.com/office/drawing/2014/main" id="{F79B51BB-1B30-4ED8-B26D-21EE8BC675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 rot="5400000">
            <a:off x="8975900" y="2840283"/>
            <a:ext cx="4336142" cy="1638858"/>
          </a:xfrm>
          <a:prstGeom prst="trapezoi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pic>
        <p:nvPicPr>
          <p:cNvPr id="41" name="Image 40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569" y="0"/>
            <a:ext cx="1511431" cy="605163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D668C4B5-BCEC-465A-ADA5-6A054B15F7A3}"/>
              </a:ext>
            </a:extLst>
          </p:cNvPr>
          <p:cNvSpPr/>
          <p:nvPr/>
        </p:nvSpPr>
        <p:spPr>
          <a:xfrm>
            <a:off x="10406654" y="3730187"/>
            <a:ext cx="1498521" cy="738664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fr-FR" sz="1600" b="1" dirty="0" smtClean="0">
                <a:solidFill>
                  <a:schemeClr val="bg1"/>
                </a:solidFill>
              </a:rPr>
              <a:t>CONCLUSION ET RECOMMANDATIONS</a:t>
            </a:r>
            <a:endParaRPr lang="fr-FR" sz="1600" b="1" dirty="0">
              <a:solidFill>
                <a:schemeClr val="bg1"/>
              </a:solidFill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355" y="3061882"/>
            <a:ext cx="565746" cy="565746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6836" y="3044949"/>
            <a:ext cx="561578" cy="561578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0381" y="3042608"/>
            <a:ext cx="563919" cy="563919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3687" y="3042608"/>
            <a:ext cx="633663" cy="633663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26353" y="3080338"/>
            <a:ext cx="528834" cy="528834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93769" y="3074202"/>
            <a:ext cx="570474" cy="57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569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fr-FR" dirty="0"/>
              <a:t>Analyse du projet : diapositive </a:t>
            </a:r>
            <a:r>
              <a:rPr lang="fr" dirty="0"/>
              <a:t>3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r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213707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Méthode UX</a:t>
            </a:r>
            <a:endParaRPr lang="fr-FR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Diagramme 4"/>
          <p:cNvGraphicFramePr/>
          <p:nvPr>
            <p:extLst>
              <p:ext uri="{D42A27DB-BD31-4B8C-83A1-F6EECF244321}">
                <p14:modId xmlns:p14="http://schemas.microsoft.com/office/powerpoint/2010/main" val="3118447688"/>
              </p:ext>
            </p:extLst>
          </p:nvPr>
        </p:nvGraphicFramePr>
        <p:xfrm>
          <a:off x="446853" y="444292"/>
          <a:ext cx="447081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5" name="ZoneTexte 14"/>
          <p:cNvSpPr txBox="1"/>
          <p:nvPr/>
        </p:nvSpPr>
        <p:spPr>
          <a:xfrm flipH="1">
            <a:off x="6096000" y="2636987"/>
            <a:ext cx="575349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sz="2800" dirty="0" smtClean="0"/>
              <a:t>Démarche UX centrée sur l’utilisateur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fr-FR" sz="2800" dirty="0" smtClean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sz="2800" dirty="0" smtClean="0"/>
              <a:t>Inspirée de la norme ISO 9241-210 </a:t>
            </a:r>
            <a:endParaRPr lang="fr-FR" sz="2800" dirty="0"/>
          </a:p>
        </p:txBody>
      </p:sp>
      <p:sp>
        <p:nvSpPr>
          <p:cNvPr id="27" name="ZoneTexte 26"/>
          <p:cNvSpPr txBox="1"/>
          <p:nvPr/>
        </p:nvSpPr>
        <p:spPr>
          <a:xfrm flipH="1">
            <a:off x="1099733" y="1985917"/>
            <a:ext cx="3165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 smtClean="0"/>
              <a:t>Comprendre les besoins</a:t>
            </a:r>
            <a:endParaRPr lang="fr-FR" i="1" dirty="0"/>
          </a:p>
        </p:txBody>
      </p:sp>
      <p:sp>
        <p:nvSpPr>
          <p:cNvPr id="28" name="ZoneTexte 27"/>
          <p:cNvSpPr txBox="1"/>
          <p:nvPr/>
        </p:nvSpPr>
        <p:spPr>
          <a:xfrm flipH="1">
            <a:off x="2147680" y="3293943"/>
            <a:ext cx="3165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 smtClean="0"/>
              <a:t>Proposer une solution</a:t>
            </a:r>
            <a:endParaRPr lang="fr-FR" i="1" dirty="0"/>
          </a:p>
        </p:txBody>
      </p:sp>
      <p:sp>
        <p:nvSpPr>
          <p:cNvPr id="29" name="ZoneTexte 28"/>
          <p:cNvSpPr txBox="1"/>
          <p:nvPr/>
        </p:nvSpPr>
        <p:spPr>
          <a:xfrm flipH="1">
            <a:off x="1408240" y="4654488"/>
            <a:ext cx="3165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 smtClean="0"/>
              <a:t>Tester et améliorer</a:t>
            </a:r>
            <a:endParaRPr lang="fr-FR" i="1" dirty="0"/>
          </a:p>
        </p:txBody>
      </p:sp>
      <p:cxnSp>
        <p:nvCxnSpPr>
          <p:cNvPr id="30" name="Connecteur droit 29"/>
          <p:cNvCxnSpPr/>
          <p:nvPr/>
        </p:nvCxnSpPr>
        <p:spPr>
          <a:xfrm>
            <a:off x="5356560" y="1899619"/>
            <a:ext cx="9427" cy="315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31" name="Diagramme 30"/>
          <p:cNvGraphicFramePr/>
          <p:nvPr>
            <p:extLst>
              <p:ext uri="{D42A27DB-BD31-4B8C-83A1-F6EECF244321}">
                <p14:modId xmlns:p14="http://schemas.microsoft.com/office/powerpoint/2010/main" val="3733001645"/>
              </p:ext>
            </p:extLst>
          </p:nvPr>
        </p:nvGraphicFramePr>
        <p:xfrm>
          <a:off x="228600" y="6247277"/>
          <a:ext cx="11847136" cy="492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pic>
        <p:nvPicPr>
          <p:cNvPr id="32" name="Image 31"/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569" y="0"/>
            <a:ext cx="1511431" cy="60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91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fr-FR" dirty="0"/>
              <a:t>Analyse du projet : diapositive </a:t>
            </a:r>
            <a:r>
              <a:rPr lang="fr" dirty="0"/>
              <a:t>3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r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599" y="93324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Analyse de la situation d’usage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au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1268028"/>
              </p:ext>
            </p:extLst>
          </p:nvPr>
        </p:nvGraphicFramePr>
        <p:xfrm>
          <a:off x="750315" y="698487"/>
          <a:ext cx="10427418" cy="454372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213709">
                  <a:extLst>
                    <a:ext uri="{9D8B030D-6E8A-4147-A177-3AD203B41FA5}">
                      <a16:colId xmlns:a16="http://schemas.microsoft.com/office/drawing/2014/main" val="1912071711"/>
                    </a:ext>
                  </a:extLst>
                </a:gridCol>
                <a:gridCol w="5213709">
                  <a:extLst>
                    <a:ext uri="{9D8B030D-6E8A-4147-A177-3AD203B41FA5}">
                      <a16:colId xmlns:a16="http://schemas.microsoft.com/office/drawing/2014/main" val="1176631510"/>
                    </a:ext>
                  </a:extLst>
                </a:gridCol>
              </a:tblGrid>
              <a:tr h="641466">
                <a:tc>
                  <a:txBody>
                    <a:bodyPr/>
                    <a:lstStyle/>
                    <a:p>
                      <a:pPr algn="ctr"/>
                      <a:r>
                        <a:rPr lang="fr-FR" sz="2800" b="1" dirty="0" smtClean="0"/>
                        <a:t>Elément</a:t>
                      </a:r>
                      <a:endParaRPr lang="fr-FR" sz="2800" b="1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b="1" dirty="0" smtClean="0"/>
                        <a:t>Exemple Ikea</a:t>
                      </a:r>
                      <a:endParaRPr lang="fr-FR" sz="2800" b="1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144029"/>
                  </a:ext>
                </a:extLst>
              </a:tr>
              <a:tr h="650376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/>
                        <a:t>Personnes</a:t>
                      </a:r>
                      <a:endParaRPr lang="fr-FR" sz="2000" b="0" dirty="0"/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/>
                        <a:t>Jeune</a:t>
                      </a:r>
                      <a:r>
                        <a:rPr lang="fr-FR" sz="2000" b="0" baseline="0" dirty="0" smtClean="0"/>
                        <a:t> adulte / Etudiant</a:t>
                      </a:r>
                      <a:endParaRPr lang="fr-FR" sz="2000" b="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01937913"/>
                  </a:ext>
                </a:extLst>
              </a:tr>
              <a:tr h="650376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/>
                        <a:t>Environnement</a:t>
                      </a:r>
                      <a:endParaRPr lang="fr-FR" sz="2000" b="0" dirty="0"/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/>
                        <a:t>Usage mobile,</a:t>
                      </a:r>
                      <a:r>
                        <a:rPr lang="fr-FR" sz="2000" b="0" baseline="0" dirty="0" smtClean="0"/>
                        <a:t> peut être en multitâche</a:t>
                      </a:r>
                      <a:endParaRPr lang="fr-FR" sz="2000" b="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532577464"/>
                  </a:ext>
                </a:extLst>
              </a:tr>
              <a:tr h="650376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/>
                        <a:t>Tâche prescrite</a:t>
                      </a:r>
                      <a:endParaRPr lang="fr-FR" sz="2000" b="0" dirty="0"/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/>
                        <a:t>Acheter un bureau compacte</a:t>
                      </a:r>
                      <a:r>
                        <a:rPr lang="fr-FR" sz="2000" b="0" baseline="0" dirty="0" smtClean="0"/>
                        <a:t> à moins de 150 €</a:t>
                      </a:r>
                      <a:endParaRPr lang="fr-FR" sz="2000" b="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278574721"/>
                  </a:ext>
                </a:extLst>
              </a:tr>
              <a:tr h="650376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/>
                        <a:t>Tâche réelle</a:t>
                      </a:r>
                      <a:endParaRPr lang="fr-FR" sz="2000" b="0" dirty="0"/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/>
                        <a:t>Comparer</a:t>
                      </a:r>
                      <a:r>
                        <a:rPr lang="fr-FR" sz="2000" b="0" baseline="0" dirty="0" smtClean="0"/>
                        <a:t> le prix, la taille, la livraison et le stock</a:t>
                      </a:r>
                      <a:endParaRPr lang="fr-FR" sz="2000" b="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206960221"/>
                  </a:ext>
                </a:extLst>
              </a:tr>
              <a:tr h="650376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/>
                        <a:t>Ressources</a:t>
                      </a:r>
                      <a:endParaRPr lang="fr-FR" sz="2000" b="0" dirty="0"/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/>
                        <a:t>Attention visuelle, mémoire de travail</a:t>
                      </a:r>
                      <a:endParaRPr lang="fr-FR" sz="2000" b="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403187994"/>
                  </a:ext>
                </a:extLst>
              </a:tr>
              <a:tr h="650376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/>
                        <a:t>Contraintes</a:t>
                      </a:r>
                      <a:endParaRPr lang="fr-FR" sz="2000" b="0" dirty="0"/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/>
                        <a:t>Filtres trop visuels, navigation dense</a:t>
                      </a:r>
                      <a:endParaRPr lang="fr-FR" sz="2000" b="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68627349"/>
                  </a:ext>
                </a:extLst>
              </a:tr>
            </a:tbl>
          </a:graphicData>
        </a:graphic>
      </p:graphicFrame>
      <p:pic>
        <p:nvPicPr>
          <p:cNvPr id="10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1983" y="1310070"/>
            <a:ext cx="607751" cy="676619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2775" y="2019577"/>
            <a:ext cx="488842" cy="535192"/>
          </a:xfrm>
          <a:prstGeom prst="rect">
            <a:avLst/>
          </a:prstGeom>
        </p:spPr>
      </p:pic>
      <p:pic>
        <p:nvPicPr>
          <p:cNvPr id="16" name="Imag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4943" y="3353747"/>
            <a:ext cx="461829" cy="484904"/>
          </a:xfrm>
          <a:prstGeom prst="rect">
            <a:avLst/>
          </a:prstGeom>
        </p:spPr>
      </p:pic>
      <p:pic>
        <p:nvPicPr>
          <p:cNvPr id="17" name="Imag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2774" y="2684368"/>
            <a:ext cx="461829" cy="517350"/>
          </a:xfrm>
          <a:prstGeom prst="rect">
            <a:avLst/>
          </a:prstGeom>
        </p:spPr>
      </p:pic>
      <p:pic>
        <p:nvPicPr>
          <p:cNvPr id="20" name="Imag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73835" y="4064479"/>
            <a:ext cx="319706" cy="400061"/>
          </a:xfrm>
          <a:prstGeom prst="rect">
            <a:avLst/>
          </a:prstGeom>
        </p:spPr>
      </p:pic>
      <p:pic>
        <p:nvPicPr>
          <p:cNvPr id="24" name="Image 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02774" y="4602768"/>
            <a:ext cx="481837" cy="602941"/>
          </a:xfrm>
          <a:prstGeom prst="rect">
            <a:avLst/>
          </a:prstGeom>
        </p:spPr>
      </p:pic>
      <p:sp>
        <p:nvSpPr>
          <p:cNvPr id="26" name="ZoneTexte 25"/>
          <p:cNvSpPr txBox="1"/>
          <p:nvPr/>
        </p:nvSpPr>
        <p:spPr>
          <a:xfrm flipH="1">
            <a:off x="228599" y="5518665"/>
            <a:ext cx="11818857" cy="523220"/>
          </a:xfrm>
          <a:prstGeom prst="rect">
            <a:avLst/>
          </a:prstGeom>
          <a:ln w="190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800" dirty="0" smtClean="0"/>
              <a:t>L’utilisateur agit dans un contexte multitâche qui augmente la charge cognitive</a:t>
            </a:r>
            <a:endParaRPr lang="fr-FR" sz="2800" dirty="0"/>
          </a:p>
        </p:txBody>
      </p:sp>
      <p:graphicFrame>
        <p:nvGraphicFramePr>
          <p:cNvPr id="27" name="Diagramme 26"/>
          <p:cNvGraphicFramePr/>
          <p:nvPr>
            <p:extLst>
              <p:ext uri="{D42A27DB-BD31-4B8C-83A1-F6EECF244321}">
                <p14:modId xmlns:p14="http://schemas.microsoft.com/office/powerpoint/2010/main" val="754313345"/>
              </p:ext>
            </p:extLst>
          </p:nvPr>
        </p:nvGraphicFramePr>
        <p:xfrm>
          <a:off x="228600" y="6247277"/>
          <a:ext cx="11847136" cy="492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pic>
        <p:nvPicPr>
          <p:cNvPr id="28" name="Image 27"/>
          <p:cNvPicPr>
            <a:picLocks noChangeAspect="1"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569" y="0"/>
            <a:ext cx="1511431" cy="60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348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fr-FR" dirty="0"/>
              <a:t>Analyse du projet : diapositive </a:t>
            </a:r>
            <a:r>
              <a:rPr lang="fr" dirty="0"/>
              <a:t>3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r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599" y="93324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Persona utilisateur IKEA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/>
          <p:cNvSpPr txBox="1"/>
          <p:nvPr/>
        </p:nvSpPr>
        <p:spPr>
          <a:xfrm flipH="1">
            <a:off x="316578" y="5139074"/>
            <a:ext cx="11849494" cy="830997"/>
          </a:xfrm>
          <a:prstGeom prst="rect">
            <a:avLst/>
          </a:prstGeom>
          <a:ln w="190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ctr">
              <a:buFont typeface="Wingdings" panose="05000000000000000000" pitchFamily="2" charset="2"/>
              <a:buChar char="q"/>
            </a:pPr>
            <a:r>
              <a:rPr lang="fr-FR" sz="2400" dirty="0"/>
              <a:t>Lucas représente notre utilisateur cible : un étudiant connecté, pressé et visuellement sollicité.</a:t>
            </a:r>
          </a:p>
        </p:txBody>
      </p:sp>
      <p:grpSp>
        <p:nvGrpSpPr>
          <p:cNvPr id="5" name="Groupe 4"/>
          <p:cNvGrpSpPr/>
          <p:nvPr/>
        </p:nvGrpSpPr>
        <p:grpSpPr>
          <a:xfrm>
            <a:off x="153185" y="1753386"/>
            <a:ext cx="2474532" cy="2564090"/>
            <a:chOff x="228599" y="2139884"/>
            <a:chExt cx="2083324" cy="2017336"/>
          </a:xfrm>
        </p:grpSpPr>
        <p:sp>
          <p:nvSpPr>
            <p:cNvPr id="2" name="Ellipse 1"/>
            <p:cNvSpPr/>
            <p:nvPr/>
          </p:nvSpPr>
          <p:spPr>
            <a:xfrm>
              <a:off x="228599" y="2139884"/>
              <a:ext cx="2083324" cy="201733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4" name="Imag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3890" y="2366127"/>
              <a:ext cx="1346214" cy="1555424"/>
            </a:xfrm>
            <a:prstGeom prst="rect">
              <a:avLst/>
            </a:prstGeom>
          </p:spPr>
        </p:pic>
      </p:grpSp>
      <p:sp>
        <p:nvSpPr>
          <p:cNvPr id="6" name="ZoneTexte 5"/>
          <p:cNvSpPr txBox="1"/>
          <p:nvPr/>
        </p:nvSpPr>
        <p:spPr>
          <a:xfrm>
            <a:off x="2627718" y="2037234"/>
            <a:ext cx="35821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solidFill>
                  <a:schemeClr val="accent2"/>
                </a:solidFill>
              </a:rPr>
              <a:t>Hugo EKITIKE</a:t>
            </a:r>
            <a:endParaRPr lang="fr-FR" sz="3200" b="1" dirty="0">
              <a:solidFill>
                <a:schemeClr val="accent2"/>
              </a:solidFill>
            </a:endParaRPr>
          </a:p>
        </p:txBody>
      </p:sp>
      <p:sp>
        <p:nvSpPr>
          <p:cNvPr id="19" name="ZoneTexte 18"/>
          <p:cNvSpPr txBox="1"/>
          <p:nvPr/>
        </p:nvSpPr>
        <p:spPr>
          <a:xfrm>
            <a:off x="2759694" y="2546905"/>
            <a:ext cx="367017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rgbClr val="0070C0"/>
                </a:solidFill>
              </a:rPr>
              <a:t>Âge : 23 ans</a:t>
            </a:r>
          </a:p>
          <a:p>
            <a:r>
              <a:rPr lang="fr-FR" sz="2000" dirty="0" smtClean="0">
                <a:solidFill>
                  <a:srgbClr val="0070C0"/>
                </a:solidFill>
              </a:rPr>
              <a:t>Situation : Etudiant à Grenoble</a:t>
            </a:r>
          </a:p>
          <a:p>
            <a:r>
              <a:rPr lang="fr-FR" sz="2000" dirty="0" smtClean="0">
                <a:solidFill>
                  <a:srgbClr val="0070C0"/>
                </a:solidFill>
              </a:rPr>
              <a:t>Appareil : </a:t>
            </a:r>
            <a:r>
              <a:rPr lang="fr-FR" sz="2000" dirty="0" smtClean="0">
                <a:solidFill>
                  <a:srgbClr val="0070C0"/>
                </a:solidFill>
              </a:rPr>
              <a:t>Smartphone et ordinateur</a:t>
            </a:r>
            <a:endParaRPr lang="fr-FR" sz="2000" dirty="0" smtClean="0">
              <a:solidFill>
                <a:srgbClr val="0070C0"/>
              </a:solidFill>
            </a:endParaRPr>
          </a:p>
          <a:p>
            <a:r>
              <a:rPr lang="fr-FR" sz="2000" dirty="0" smtClean="0">
                <a:solidFill>
                  <a:srgbClr val="0070C0"/>
                </a:solidFill>
              </a:rPr>
              <a:t>Objectif : Trouver un bureau pratique et abordable</a:t>
            </a:r>
            <a:endParaRPr lang="fr-FR" sz="2000" dirty="0">
              <a:solidFill>
                <a:srgbClr val="0070C0"/>
              </a:solidFill>
            </a:endParaRPr>
          </a:p>
        </p:txBody>
      </p:sp>
      <p:cxnSp>
        <p:nvCxnSpPr>
          <p:cNvPr id="12" name="Connecteur droit 11"/>
          <p:cNvCxnSpPr/>
          <p:nvPr/>
        </p:nvCxnSpPr>
        <p:spPr>
          <a:xfrm>
            <a:off x="6315171" y="1297756"/>
            <a:ext cx="9427" cy="315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8" name="Tableau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9199599"/>
              </p:ext>
            </p:extLst>
          </p:nvPr>
        </p:nvGraphicFramePr>
        <p:xfrm>
          <a:off x="6938128" y="1590616"/>
          <a:ext cx="4940430" cy="286512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470215">
                  <a:extLst>
                    <a:ext uri="{9D8B030D-6E8A-4147-A177-3AD203B41FA5}">
                      <a16:colId xmlns:a16="http://schemas.microsoft.com/office/drawing/2014/main" val="1145863316"/>
                    </a:ext>
                  </a:extLst>
                </a:gridCol>
                <a:gridCol w="2470215">
                  <a:extLst>
                    <a:ext uri="{9D8B030D-6E8A-4147-A177-3AD203B41FA5}">
                      <a16:colId xmlns:a16="http://schemas.microsoft.com/office/drawing/2014/main" val="3509380749"/>
                    </a:ext>
                  </a:extLst>
                </a:gridCol>
              </a:tblGrid>
              <a:tr h="373844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/>
                        <a:t>Catégorie</a:t>
                      </a:r>
                      <a:endParaRPr lang="fr-FR" sz="2000" dirty="0"/>
                    </a:p>
                  </a:txBody>
                  <a:tcPr anchor="ctr">
                    <a:solidFill>
                      <a:schemeClr val="accent5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/>
                        <a:t>Description</a:t>
                      </a:r>
                      <a:endParaRPr lang="fr-FR" sz="2000" dirty="0"/>
                    </a:p>
                  </a:txBody>
                  <a:tcPr anchor="ctr">
                    <a:solidFill>
                      <a:schemeClr val="accent5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5050489"/>
                  </a:ext>
                </a:extLst>
              </a:tr>
              <a:tr h="603901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Difficultés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Surcharge visuelle, filtres</a:t>
                      </a:r>
                      <a:r>
                        <a:rPr lang="fr-FR" baseline="0" dirty="0" smtClean="0"/>
                        <a:t> confus, icônes ambiguës</a:t>
                      </a:r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4472173"/>
                  </a:ext>
                </a:extLst>
              </a:tr>
              <a:tr h="345087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Attentes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Rapidité,</a:t>
                      </a:r>
                      <a:r>
                        <a:rPr lang="fr-FR" baseline="0" dirty="0" smtClean="0"/>
                        <a:t> clarté, simplicité</a:t>
                      </a:r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8492784"/>
                  </a:ext>
                </a:extLst>
              </a:tr>
              <a:tr h="862716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Objectif principal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Acheter un bureau pour moins de 150€ livré rapidement</a:t>
                      </a:r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3265862"/>
                  </a:ext>
                </a:extLst>
              </a:tr>
            </a:tbl>
          </a:graphicData>
        </a:graphic>
      </p:graphicFrame>
      <p:sp>
        <p:nvSpPr>
          <p:cNvPr id="26" name="ZoneTexte 25"/>
          <p:cNvSpPr txBox="1"/>
          <p:nvPr/>
        </p:nvSpPr>
        <p:spPr>
          <a:xfrm flipH="1">
            <a:off x="342506" y="5139074"/>
            <a:ext cx="11849494" cy="830997"/>
          </a:xfrm>
          <a:prstGeom prst="rect">
            <a:avLst/>
          </a:prstGeom>
          <a:ln w="190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400" dirty="0" smtClean="0"/>
              <a:t>Hugo représente </a:t>
            </a:r>
            <a:r>
              <a:rPr lang="fr-FR" sz="2400" dirty="0"/>
              <a:t>notre utilisateur cible : un étudiant connecté, pressé et visuellement sollicité.</a:t>
            </a:r>
          </a:p>
        </p:txBody>
      </p:sp>
      <p:graphicFrame>
        <p:nvGraphicFramePr>
          <p:cNvPr id="35" name="Diagramme 34"/>
          <p:cNvGraphicFramePr/>
          <p:nvPr>
            <p:extLst>
              <p:ext uri="{D42A27DB-BD31-4B8C-83A1-F6EECF244321}">
                <p14:modId xmlns:p14="http://schemas.microsoft.com/office/powerpoint/2010/main" val="2680157706"/>
              </p:ext>
            </p:extLst>
          </p:nvPr>
        </p:nvGraphicFramePr>
        <p:xfrm>
          <a:off x="228600" y="6247277"/>
          <a:ext cx="11847136" cy="492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36" name="Image 35"/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569" y="0"/>
            <a:ext cx="1511431" cy="60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341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fr-FR" dirty="0"/>
              <a:t>Analyse du projet : diapositive </a:t>
            </a:r>
            <a:r>
              <a:rPr lang="fr" dirty="0"/>
              <a:t>3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r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599" y="93324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Cas d’utilisation 1 : Acheter un bureau à petit prix</a:t>
            </a:r>
            <a:endParaRPr lang="fr-FR" sz="28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e 4"/>
          <p:cNvGrpSpPr/>
          <p:nvPr/>
        </p:nvGrpSpPr>
        <p:grpSpPr>
          <a:xfrm>
            <a:off x="65987" y="691360"/>
            <a:ext cx="2083324" cy="2017336"/>
            <a:chOff x="228599" y="2139884"/>
            <a:chExt cx="2083324" cy="2017336"/>
          </a:xfrm>
        </p:grpSpPr>
        <p:sp>
          <p:nvSpPr>
            <p:cNvPr id="2" name="Ellipse 1"/>
            <p:cNvSpPr/>
            <p:nvPr/>
          </p:nvSpPr>
          <p:spPr>
            <a:xfrm>
              <a:off x="228599" y="2139884"/>
              <a:ext cx="2083324" cy="201733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4" name="Imag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3890" y="2366127"/>
              <a:ext cx="1346214" cy="1555424"/>
            </a:xfrm>
            <a:prstGeom prst="rect">
              <a:avLst/>
            </a:prstGeom>
          </p:spPr>
        </p:pic>
      </p:grpSp>
      <p:sp>
        <p:nvSpPr>
          <p:cNvPr id="6" name="ZoneTexte 5"/>
          <p:cNvSpPr txBox="1"/>
          <p:nvPr/>
        </p:nvSpPr>
        <p:spPr>
          <a:xfrm>
            <a:off x="2149311" y="992884"/>
            <a:ext cx="3582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accent2"/>
                </a:solidFill>
              </a:rPr>
              <a:t>Hugo EKITIKE</a:t>
            </a:r>
            <a:endParaRPr lang="fr-FR" b="1" dirty="0">
              <a:solidFill>
                <a:schemeClr val="accent2"/>
              </a:solidFill>
            </a:endParaRPr>
          </a:p>
        </p:txBody>
      </p:sp>
      <p:sp>
        <p:nvSpPr>
          <p:cNvPr id="19" name="ZoneTexte 18"/>
          <p:cNvSpPr txBox="1"/>
          <p:nvPr/>
        </p:nvSpPr>
        <p:spPr>
          <a:xfrm>
            <a:off x="2149312" y="1529484"/>
            <a:ext cx="3670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0070C0"/>
                </a:solidFill>
              </a:rPr>
              <a:t>23 ans, étudiant à Grenoble</a:t>
            </a:r>
          </a:p>
          <a:p>
            <a:r>
              <a:rPr lang="fr-FR" sz="1200" dirty="0" smtClean="0">
                <a:solidFill>
                  <a:srgbClr val="0070C0"/>
                </a:solidFill>
              </a:rPr>
              <a:t>Appareil : Smartphone </a:t>
            </a:r>
            <a:r>
              <a:rPr lang="fr-FR" sz="1200" dirty="0" smtClean="0">
                <a:solidFill>
                  <a:srgbClr val="0070C0"/>
                </a:solidFill>
              </a:rPr>
              <a:t>Android ou ordinateur</a:t>
            </a:r>
            <a:endParaRPr lang="fr-FR" sz="1200" dirty="0" smtClean="0">
              <a:solidFill>
                <a:srgbClr val="0070C0"/>
              </a:solidFill>
            </a:endParaRPr>
          </a:p>
          <a:p>
            <a:r>
              <a:rPr lang="fr-FR" sz="1200" dirty="0" smtClean="0">
                <a:solidFill>
                  <a:srgbClr val="0070C0"/>
                </a:solidFill>
              </a:rPr>
              <a:t>Objectif : Trouver un bureau pratique et abordable</a:t>
            </a:r>
            <a:endParaRPr lang="fr-FR" sz="1200" dirty="0">
              <a:solidFill>
                <a:srgbClr val="0070C0"/>
              </a:solidFill>
            </a:endParaRPr>
          </a:p>
        </p:txBody>
      </p:sp>
      <p:graphicFrame>
        <p:nvGraphicFramePr>
          <p:cNvPr id="18" name="Tableau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6654100"/>
              </p:ext>
            </p:extLst>
          </p:nvPr>
        </p:nvGraphicFramePr>
        <p:xfrm>
          <a:off x="2384981" y="2294053"/>
          <a:ext cx="7899662" cy="3809967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3062985">
                  <a:extLst>
                    <a:ext uri="{9D8B030D-6E8A-4147-A177-3AD203B41FA5}">
                      <a16:colId xmlns:a16="http://schemas.microsoft.com/office/drawing/2014/main" val="1145863316"/>
                    </a:ext>
                  </a:extLst>
                </a:gridCol>
                <a:gridCol w="4836677">
                  <a:extLst>
                    <a:ext uri="{9D8B030D-6E8A-4147-A177-3AD203B41FA5}">
                      <a16:colId xmlns:a16="http://schemas.microsoft.com/office/drawing/2014/main" val="3509380749"/>
                    </a:ext>
                  </a:extLst>
                </a:gridCol>
              </a:tblGrid>
              <a:tr h="369810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/>
                        <a:t>Elément</a:t>
                      </a:r>
                      <a:endParaRPr lang="fr-FR" sz="2000" dirty="0"/>
                    </a:p>
                  </a:txBody>
                  <a:tcPr anchor="ctr">
                    <a:solidFill>
                      <a:schemeClr val="accent5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/>
                        <a:t>Détails observés</a:t>
                      </a:r>
                      <a:endParaRPr lang="fr-FR" sz="2000" dirty="0"/>
                    </a:p>
                  </a:txBody>
                  <a:tcPr anchor="ctr">
                    <a:solidFill>
                      <a:schemeClr val="accent5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5050489"/>
                  </a:ext>
                </a:extLst>
              </a:tr>
              <a:tr h="358102">
                <a:tc>
                  <a:txBody>
                    <a:bodyPr/>
                    <a:lstStyle/>
                    <a:p>
                      <a:pPr algn="ctr"/>
                      <a:r>
                        <a:rPr lang="fr-FR" smtClean="0"/>
                        <a:t>Objectifs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mtClean="0"/>
                        <a:t>Acheter un bureau à moins de 150 €</a:t>
                      </a:r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4472173"/>
                  </a:ext>
                </a:extLst>
              </a:tr>
              <a:tr h="853407">
                <a:tc>
                  <a:txBody>
                    <a:bodyPr/>
                    <a:lstStyle/>
                    <a:p>
                      <a:pPr algn="ctr"/>
                      <a:r>
                        <a:rPr lang="fr-FR" smtClean="0"/>
                        <a:t>Etapes clés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mtClean="0"/>
                        <a:t>Accueil → Recherche → Filtres → Fiche produit → Panier → Livraison → Validation</a:t>
                      </a:r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8492784"/>
                  </a:ext>
                </a:extLst>
              </a:tr>
              <a:tr h="853407">
                <a:tc>
                  <a:txBody>
                    <a:bodyPr/>
                    <a:lstStyle/>
                    <a:p>
                      <a:pPr algn="ctr"/>
                      <a:r>
                        <a:rPr lang="fr-FR" smtClean="0"/>
                        <a:t>Hypothèses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H1 : Trop de filtres = surcharge visuelle</a:t>
                      </a:r>
                    </a:p>
                    <a:p>
                      <a:pPr algn="ctr"/>
                      <a:r>
                        <a:rPr lang="fr-FR" dirty="0" smtClean="0"/>
                        <a:t>H2 : Icônes livraison/retrait confuses</a:t>
                      </a:r>
                    </a:p>
                    <a:p>
                      <a:pPr algn="ctr"/>
                      <a:r>
                        <a:rPr lang="fr-FR" dirty="0" smtClean="0"/>
                        <a:t>H3 : Panier intuitif</a:t>
                      </a:r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3265862"/>
                  </a:ext>
                </a:extLst>
              </a:tr>
              <a:tr h="597385">
                <a:tc>
                  <a:txBody>
                    <a:bodyPr/>
                    <a:lstStyle/>
                    <a:p>
                      <a:pPr algn="ctr"/>
                      <a:r>
                        <a:rPr lang="fr-FR" smtClean="0"/>
                        <a:t>Difficultés</a:t>
                      </a:r>
                      <a:r>
                        <a:rPr lang="fr-FR" baseline="0" smtClean="0"/>
                        <a:t> observées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Navigation dense sur les filtres, confusion livraison, fatigue visuelle</a:t>
                      </a:r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6187865"/>
                  </a:ext>
                </a:extLst>
              </a:tr>
              <a:tr h="597385">
                <a:tc>
                  <a:txBody>
                    <a:bodyPr/>
                    <a:lstStyle/>
                    <a:p>
                      <a:pPr algn="ctr"/>
                      <a:r>
                        <a:rPr lang="fr-FR" smtClean="0"/>
                        <a:t>Résultat cognitif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Augmentation du temps et des clics sur les étapes Filtres/Livraison</a:t>
                      </a:r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1193690"/>
                  </a:ext>
                </a:extLst>
              </a:tr>
            </a:tbl>
          </a:graphicData>
        </a:graphic>
      </p:graphicFrame>
      <p:sp>
        <p:nvSpPr>
          <p:cNvPr id="16" name="ZoneTexte 15"/>
          <p:cNvSpPr txBox="1"/>
          <p:nvPr/>
        </p:nvSpPr>
        <p:spPr>
          <a:xfrm flipH="1">
            <a:off x="6911418" y="992884"/>
            <a:ext cx="5020557" cy="1200329"/>
          </a:xfrm>
          <a:prstGeom prst="rect">
            <a:avLst/>
          </a:prstGeom>
          <a:ln w="190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ctr">
              <a:buFont typeface="Wingdings" panose="05000000000000000000" pitchFamily="2" charset="2"/>
              <a:buChar char="v"/>
            </a:pPr>
            <a:r>
              <a:rPr lang="fr-FR" sz="2400" dirty="0" smtClean="0"/>
              <a:t>Objectif : Evaluer la complexité du parcours d’achat complet dans l’application IKEA</a:t>
            </a:r>
            <a:endParaRPr lang="fr-FR" sz="2400" dirty="0"/>
          </a:p>
        </p:txBody>
      </p:sp>
      <p:graphicFrame>
        <p:nvGraphicFramePr>
          <p:cNvPr id="20" name="Diagramme 19"/>
          <p:cNvGraphicFramePr/>
          <p:nvPr>
            <p:extLst>
              <p:ext uri="{D42A27DB-BD31-4B8C-83A1-F6EECF244321}">
                <p14:modId xmlns:p14="http://schemas.microsoft.com/office/powerpoint/2010/main" val="2680157706"/>
              </p:ext>
            </p:extLst>
          </p:nvPr>
        </p:nvGraphicFramePr>
        <p:xfrm>
          <a:off x="228600" y="6247277"/>
          <a:ext cx="11847136" cy="492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21" name="Image 20"/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569" y="0"/>
            <a:ext cx="1511431" cy="60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538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fr-FR" dirty="0"/>
              <a:t>Analyse du projet : diapositive </a:t>
            </a:r>
            <a:r>
              <a:rPr lang="fr" dirty="0"/>
              <a:t>3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r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599" y="93324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Cas d’utilisation 1 : Acheter un bureau à petit prix</a:t>
            </a:r>
            <a:endParaRPr lang="fr-FR" sz="28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Diagramme 16"/>
          <p:cNvGraphicFramePr/>
          <p:nvPr>
            <p:extLst>
              <p:ext uri="{D42A27DB-BD31-4B8C-83A1-F6EECF244321}">
                <p14:modId xmlns:p14="http://schemas.microsoft.com/office/powerpoint/2010/main" val="2680157706"/>
              </p:ext>
            </p:extLst>
          </p:nvPr>
        </p:nvGraphicFramePr>
        <p:xfrm>
          <a:off x="228600" y="6247277"/>
          <a:ext cx="11847136" cy="492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0" name="Image 19"/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569" y="0"/>
            <a:ext cx="1511431" cy="605163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70404" y="898991"/>
            <a:ext cx="6251190" cy="4972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067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fr-FR" dirty="0"/>
              <a:t>Analyse du projet : diapositive </a:t>
            </a:r>
            <a:r>
              <a:rPr lang="fr" dirty="0"/>
              <a:t>3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r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1444657" y="109227"/>
            <a:ext cx="9141644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Hypothèses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Diagramme 9"/>
          <p:cNvGraphicFramePr/>
          <p:nvPr/>
        </p:nvGraphicFramePr>
        <p:xfrm>
          <a:off x="228600" y="6247277"/>
          <a:ext cx="11847136" cy="492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2" name="Image 11"/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569" y="0"/>
            <a:ext cx="1511431" cy="605163"/>
          </a:xfrm>
          <a:prstGeom prst="rect">
            <a:avLst/>
          </a:prstGeom>
        </p:spPr>
      </p:pic>
      <p:graphicFrame>
        <p:nvGraphicFramePr>
          <p:cNvPr id="13" name="Tableau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6596669"/>
              </p:ext>
            </p:extLst>
          </p:nvPr>
        </p:nvGraphicFramePr>
        <p:xfrm>
          <a:off x="379429" y="788076"/>
          <a:ext cx="11272100" cy="526106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503471909"/>
                    </a:ext>
                  </a:extLst>
                </a:gridCol>
                <a:gridCol w="3525625">
                  <a:extLst>
                    <a:ext uri="{9D8B030D-6E8A-4147-A177-3AD203B41FA5}">
                      <a16:colId xmlns:a16="http://schemas.microsoft.com/office/drawing/2014/main" val="557697573"/>
                    </a:ext>
                  </a:extLst>
                </a:gridCol>
                <a:gridCol w="3176833">
                  <a:extLst>
                    <a:ext uri="{9D8B030D-6E8A-4147-A177-3AD203B41FA5}">
                      <a16:colId xmlns:a16="http://schemas.microsoft.com/office/drawing/2014/main" val="3916531513"/>
                    </a:ext>
                  </a:extLst>
                </a:gridCol>
                <a:gridCol w="2969442">
                  <a:extLst>
                    <a:ext uri="{9D8B030D-6E8A-4147-A177-3AD203B41FA5}">
                      <a16:colId xmlns:a16="http://schemas.microsoft.com/office/drawing/2014/main" val="3801503438"/>
                    </a:ext>
                  </a:extLst>
                </a:gridCol>
              </a:tblGrid>
              <a:tr h="7680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1" u="none" strike="noStrike" dirty="0" smtClean="0">
                          <a:solidFill>
                            <a:schemeClr val="bg1"/>
                          </a:solidFill>
                          <a:effectLst/>
                        </a:rPr>
                        <a:t>Hypothèses</a:t>
                      </a:r>
                      <a:endParaRPr lang="fr-FR" sz="2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1" u="none" strike="noStrike" dirty="0" smtClean="0">
                          <a:solidFill>
                            <a:schemeClr val="bg1"/>
                          </a:solidFill>
                          <a:effectLst/>
                        </a:rPr>
                        <a:t>H1 –</a:t>
                      </a:r>
                      <a:r>
                        <a:rPr lang="fr-FR" sz="2000" b="1" u="none" strike="noStrike" baseline="0" dirty="0" smtClean="0">
                          <a:solidFill>
                            <a:schemeClr val="bg1"/>
                          </a:solidFill>
                          <a:effectLst/>
                        </a:rPr>
                        <a:t> Trop de filtres = surcharge visuelle</a:t>
                      </a:r>
                      <a:endParaRPr lang="fr-FR" sz="2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1" u="none" strike="noStrike" dirty="0" smtClean="0">
                          <a:solidFill>
                            <a:schemeClr val="bg1"/>
                          </a:solidFill>
                          <a:effectLst/>
                        </a:rPr>
                        <a:t>H2 — Icônes livraison/retrait confuses</a:t>
                      </a:r>
                      <a:endParaRPr lang="fr-FR" sz="2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1" u="none" strike="noStrike" dirty="0" smtClean="0">
                          <a:solidFill>
                            <a:schemeClr val="bg1"/>
                          </a:solidFill>
                          <a:effectLst/>
                        </a:rPr>
                        <a:t>H3 — Panier intuitif</a:t>
                      </a:r>
                    </a:p>
                  </a:txBody>
                  <a:tcPr marL="6350" marR="6350" marT="6350" marB="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76408"/>
                  </a:ext>
                </a:extLst>
              </a:tr>
              <a:tr h="124303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1" u="none" strike="noStrike" dirty="0" smtClean="0">
                          <a:solidFill>
                            <a:schemeClr val="bg1"/>
                          </a:solidFill>
                          <a:effectLst/>
                        </a:rPr>
                        <a:t>Constat</a:t>
                      </a:r>
                      <a:endParaRPr lang="fr-FR" sz="2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dirty="0" smtClean="0"/>
                        <a:t>Navigation dense, fatigue visuelle sur petit écran</a:t>
                      </a:r>
                      <a:endParaRPr lang="fr-FR" sz="2000" b="1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dirty="0" smtClean="0"/>
                        <a:t>Icônes trop similaires/abstraites</a:t>
                      </a:r>
                      <a:endParaRPr lang="fr-FR" sz="2000" b="1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dirty="0" smtClean="0"/>
                        <a:t>Parcours fluide « Produit → Panier → Livraison »</a:t>
                      </a:r>
                      <a:endParaRPr lang="fr-FR" sz="2000" b="1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381034"/>
                  </a:ext>
                </a:extLst>
              </a:tr>
              <a:tr h="1499853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1" u="none" strike="noStrike" dirty="0" smtClean="0">
                          <a:solidFill>
                            <a:schemeClr val="bg1"/>
                          </a:solidFill>
                          <a:effectLst/>
                        </a:rPr>
                        <a:t>Analyse</a:t>
                      </a:r>
                    </a:p>
                  </a:txBody>
                  <a:tcPr marL="6350" marR="6350" marT="635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dirty="0" smtClean="0"/>
                        <a:t>Trop de choix → hausse de la charge cognitive</a:t>
                      </a:r>
                    </a:p>
                    <a:p>
                      <a:pPr algn="ctr" fontAlgn="ctr"/>
                      <a:r>
                        <a:rPr lang="fr-F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loi de </a:t>
                      </a:r>
                      <a:r>
                        <a:rPr lang="fr-FR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Hick</a:t>
                      </a:r>
                      <a:r>
                        <a:rPr lang="fr-F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:</a:t>
                      </a:r>
                      <a:r>
                        <a:rPr lang="fr-FR" sz="18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plus de choix = plus de temps</a:t>
                      </a:r>
                      <a:endParaRPr lang="fr-FR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None/>
                      </a:pPr>
                      <a:r>
                        <a:rPr lang="fr-F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Mauvais </a:t>
                      </a:r>
                      <a:r>
                        <a:rPr lang="fr-F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signifiants</a:t>
                      </a:r>
                    </a:p>
                    <a:p>
                      <a:pPr marL="0" indent="0" algn="ctr" fontAlgn="ctr">
                        <a:buNone/>
                      </a:pPr>
                      <a:r>
                        <a:rPr lang="fr-FR" dirty="0" smtClean="0"/>
                        <a:t>Signifiants </a:t>
                      </a:r>
                      <a:r>
                        <a:rPr lang="fr-FR" dirty="0" smtClean="0"/>
                        <a:t>peu clairs → déchiffrage + clics inutiles</a:t>
                      </a:r>
                      <a:endParaRPr lang="fr-FR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dirty="0" smtClean="0"/>
                        <a:t>Aligné avec conventions e-commerce</a:t>
                      </a:r>
                      <a:endParaRPr lang="fr-FR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330856"/>
                  </a:ext>
                </a:extLst>
              </a:tr>
              <a:tr h="875093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1" u="none" strike="noStrike" dirty="0" smtClean="0">
                          <a:solidFill>
                            <a:schemeClr val="bg1"/>
                          </a:solidFill>
                          <a:effectLst/>
                        </a:rPr>
                        <a:t>Conclusion</a:t>
                      </a:r>
                    </a:p>
                  </a:txBody>
                  <a:tcPr marL="6350" marR="6350" marT="635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dirty="0" smtClean="0"/>
                        <a:t>Les filtres freinent l’efficacité</a:t>
                      </a:r>
                      <a:endParaRPr lang="fr-FR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dirty="0" smtClean="0"/>
                        <a:t>Point de friction, manque de guidage</a:t>
                      </a:r>
                      <a:endParaRPr lang="fr-FR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Étape claire et conforme au modèle mental </a:t>
                      </a:r>
                      <a:r>
                        <a:rPr lang="fr-FR" dirty="0" smtClean="0"/>
                        <a:t>utilisateur</a:t>
                      </a:r>
                    </a:p>
                  </a:txBody>
                  <a:tcPr marL="6350" marR="6350" marT="635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864193"/>
                  </a:ext>
                </a:extLst>
              </a:tr>
              <a:tr h="875093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0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Statut</a:t>
                      </a:r>
                      <a:endParaRPr lang="fr-FR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2000" b="1" u="none" strike="noStrik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Validée</a:t>
                      </a:r>
                      <a:endParaRPr lang="fr-FR" sz="2000" b="1" u="none" strike="noStrike" kern="1200" dirty="0">
                        <a:solidFill>
                          <a:srgbClr val="00B05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2000" b="1" u="none" strike="noStrik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Validée</a:t>
                      </a:r>
                      <a:endParaRPr lang="fr-FR" sz="2000" b="1" u="none" strike="noStrike" kern="1200" dirty="0">
                        <a:solidFill>
                          <a:srgbClr val="00B05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2000" b="1" u="none" strike="noStrik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Validée</a:t>
                      </a:r>
                    </a:p>
                  </a:txBody>
                  <a:tcPr marL="6350" marR="6350" marT="635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25650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0634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fr-FR" dirty="0"/>
              <a:t>Analyse du projet : diapositive </a:t>
            </a:r>
            <a:r>
              <a:rPr lang="fr" dirty="0"/>
              <a:t>3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r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1444657" y="109227"/>
            <a:ext cx="9141644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Cas d’utilisation 2 : Rechercher un produit et vérifier sa disponibilité</a:t>
            </a:r>
            <a:endParaRPr lang="fr-FR" sz="28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au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5401035"/>
              </p:ext>
            </p:extLst>
          </p:nvPr>
        </p:nvGraphicFramePr>
        <p:xfrm>
          <a:off x="2149311" y="2301273"/>
          <a:ext cx="8625526" cy="3889457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3500677">
                  <a:extLst>
                    <a:ext uri="{9D8B030D-6E8A-4147-A177-3AD203B41FA5}">
                      <a16:colId xmlns:a16="http://schemas.microsoft.com/office/drawing/2014/main" val="1145863316"/>
                    </a:ext>
                  </a:extLst>
                </a:gridCol>
                <a:gridCol w="5124849">
                  <a:extLst>
                    <a:ext uri="{9D8B030D-6E8A-4147-A177-3AD203B41FA5}">
                      <a16:colId xmlns:a16="http://schemas.microsoft.com/office/drawing/2014/main" val="3509380749"/>
                    </a:ext>
                  </a:extLst>
                </a:gridCol>
              </a:tblGrid>
              <a:tr h="372781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/>
                        <a:t>Elément</a:t>
                      </a:r>
                      <a:endParaRPr lang="fr-FR" sz="2000" dirty="0"/>
                    </a:p>
                  </a:txBody>
                  <a:tcPr anchor="ctr">
                    <a:solidFill>
                      <a:schemeClr val="accent5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/>
                        <a:t>Détails observés</a:t>
                      </a:r>
                      <a:endParaRPr lang="fr-FR" sz="2000" dirty="0"/>
                    </a:p>
                  </a:txBody>
                  <a:tcPr anchor="ctr">
                    <a:solidFill>
                      <a:schemeClr val="accent5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5050489"/>
                  </a:ext>
                </a:extLst>
              </a:tr>
              <a:tr h="438393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Objectifs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Vérifier la disponibilité d’un produit</a:t>
                      </a:r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4472173"/>
                  </a:ext>
                </a:extLst>
              </a:tr>
              <a:tr h="602185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Etapes clés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Accueil</a:t>
                      </a:r>
                      <a:r>
                        <a:rPr lang="fr-FR" baseline="0" dirty="0" smtClean="0"/>
                        <a:t> -&gt;Recherche -&gt; Fiche produit -&gt; Stock -&gt; Favoris</a:t>
                      </a:r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8492784"/>
                  </a:ext>
                </a:extLst>
              </a:tr>
              <a:tr h="860264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Hypothèses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H4 : Recherche rapide et claire </a:t>
                      </a:r>
                    </a:p>
                    <a:p>
                      <a:pPr algn="ctr"/>
                      <a:r>
                        <a:rPr lang="fr-FR" dirty="0" smtClean="0"/>
                        <a:t>H5</a:t>
                      </a:r>
                      <a:r>
                        <a:rPr lang="fr-FR" baseline="0" dirty="0" smtClean="0"/>
                        <a:t> : Stock mal hiérarchisé</a:t>
                      </a:r>
                    </a:p>
                    <a:p>
                      <a:pPr algn="ctr"/>
                      <a:r>
                        <a:rPr lang="fr-FR" baseline="0" dirty="0" smtClean="0"/>
                        <a:t>H6 : Favoris peu visibles</a:t>
                      </a:r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3265862"/>
                  </a:ext>
                </a:extLst>
              </a:tr>
              <a:tr h="626276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Difficultés</a:t>
                      </a:r>
                      <a:r>
                        <a:rPr lang="fr-FR" baseline="0" dirty="0" smtClean="0"/>
                        <a:t> observées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Confusion dans la vérification du stock,</a:t>
                      </a:r>
                      <a:r>
                        <a:rPr lang="fr-FR" baseline="0" dirty="0" smtClean="0"/>
                        <a:t> icônes similaires</a:t>
                      </a:r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6187865"/>
                  </a:ext>
                </a:extLst>
              </a:tr>
              <a:tr h="860264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Résultat cognitif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Bonne fluidité, mais surcharge perceptive liée au manque de hiérarchie visuelle</a:t>
                      </a:r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1193690"/>
                  </a:ext>
                </a:extLst>
              </a:tr>
            </a:tbl>
          </a:graphicData>
        </a:graphic>
      </p:graphicFrame>
      <p:sp>
        <p:nvSpPr>
          <p:cNvPr id="16" name="ZoneTexte 15"/>
          <p:cNvSpPr txBox="1"/>
          <p:nvPr/>
        </p:nvSpPr>
        <p:spPr>
          <a:xfrm flipH="1">
            <a:off x="6222868" y="992884"/>
            <a:ext cx="5561817" cy="1200329"/>
          </a:xfrm>
          <a:prstGeom prst="rect">
            <a:avLst/>
          </a:prstGeom>
          <a:ln w="190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ctr">
              <a:buFont typeface="Wingdings" panose="05000000000000000000" pitchFamily="2" charset="2"/>
              <a:buChar char="v"/>
            </a:pPr>
            <a:r>
              <a:rPr lang="fr-FR" sz="2400" dirty="0"/>
              <a:t>Étudier la fluidité et la compréhension d’un parcours d’exploration plus simple (recherche + stock</a:t>
            </a:r>
            <a:r>
              <a:rPr lang="fr-FR" sz="2400" dirty="0" smtClean="0"/>
              <a:t>)</a:t>
            </a:r>
            <a:endParaRPr lang="fr-FR" sz="2400" dirty="0"/>
          </a:p>
        </p:txBody>
      </p:sp>
      <p:grpSp>
        <p:nvGrpSpPr>
          <p:cNvPr id="24" name="Groupe 23"/>
          <p:cNvGrpSpPr/>
          <p:nvPr/>
        </p:nvGrpSpPr>
        <p:grpSpPr>
          <a:xfrm>
            <a:off x="65987" y="691360"/>
            <a:ext cx="2083324" cy="2017336"/>
            <a:chOff x="228599" y="2139884"/>
            <a:chExt cx="2083324" cy="2017336"/>
          </a:xfrm>
        </p:grpSpPr>
        <p:sp>
          <p:nvSpPr>
            <p:cNvPr id="25" name="Ellipse 24"/>
            <p:cNvSpPr/>
            <p:nvPr/>
          </p:nvSpPr>
          <p:spPr>
            <a:xfrm>
              <a:off x="228599" y="2139884"/>
              <a:ext cx="2083324" cy="201733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6" name="Image 2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3890" y="2366127"/>
              <a:ext cx="1346214" cy="1555424"/>
            </a:xfrm>
            <a:prstGeom prst="rect">
              <a:avLst/>
            </a:prstGeom>
          </p:spPr>
        </p:pic>
      </p:grpSp>
      <p:sp>
        <p:nvSpPr>
          <p:cNvPr id="27" name="ZoneTexte 26"/>
          <p:cNvSpPr txBox="1"/>
          <p:nvPr/>
        </p:nvSpPr>
        <p:spPr>
          <a:xfrm>
            <a:off x="2149311" y="992884"/>
            <a:ext cx="3582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accent2"/>
                </a:solidFill>
              </a:rPr>
              <a:t>Hugo EKITIKE</a:t>
            </a:r>
            <a:endParaRPr lang="fr-FR" b="1" dirty="0">
              <a:solidFill>
                <a:schemeClr val="accent2"/>
              </a:solidFill>
            </a:endParaRPr>
          </a:p>
        </p:txBody>
      </p:sp>
      <p:sp>
        <p:nvSpPr>
          <p:cNvPr id="28" name="ZoneTexte 27"/>
          <p:cNvSpPr txBox="1"/>
          <p:nvPr/>
        </p:nvSpPr>
        <p:spPr>
          <a:xfrm>
            <a:off x="2149312" y="1529484"/>
            <a:ext cx="3670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rgbClr val="0070C0"/>
                </a:solidFill>
              </a:rPr>
              <a:t>23 ans, étudiant à Grenoble</a:t>
            </a:r>
          </a:p>
          <a:p>
            <a:r>
              <a:rPr lang="fr-FR" sz="1200" dirty="0" smtClean="0">
                <a:solidFill>
                  <a:srgbClr val="0070C0"/>
                </a:solidFill>
              </a:rPr>
              <a:t>Appareil : Smartphone </a:t>
            </a:r>
            <a:r>
              <a:rPr lang="fr-FR" sz="1200" dirty="0" smtClean="0">
                <a:solidFill>
                  <a:srgbClr val="0070C0"/>
                </a:solidFill>
              </a:rPr>
              <a:t>Android ou ordinateur</a:t>
            </a:r>
            <a:endParaRPr lang="fr-FR" sz="1200" dirty="0" smtClean="0">
              <a:solidFill>
                <a:srgbClr val="0070C0"/>
              </a:solidFill>
            </a:endParaRPr>
          </a:p>
          <a:p>
            <a:r>
              <a:rPr lang="fr-FR" sz="1200" dirty="0" smtClean="0">
                <a:solidFill>
                  <a:srgbClr val="0070C0"/>
                </a:solidFill>
              </a:rPr>
              <a:t>Objectif : Trouver un bureau pratique et abordable</a:t>
            </a:r>
            <a:endParaRPr lang="fr-FR" sz="1200" dirty="0">
              <a:solidFill>
                <a:srgbClr val="0070C0"/>
              </a:solidFill>
            </a:endParaRPr>
          </a:p>
        </p:txBody>
      </p:sp>
      <p:graphicFrame>
        <p:nvGraphicFramePr>
          <p:cNvPr id="30" name="Diagramme 29"/>
          <p:cNvGraphicFramePr/>
          <p:nvPr>
            <p:extLst>
              <p:ext uri="{D42A27DB-BD31-4B8C-83A1-F6EECF244321}">
                <p14:modId xmlns:p14="http://schemas.microsoft.com/office/powerpoint/2010/main" val="2680157706"/>
              </p:ext>
            </p:extLst>
          </p:nvPr>
        </p:nvGraphicFramePr>
        <p:xfrm>
          <a:off x="228600" y="6247277"/>
          <a:ext cx="11847136" cy="492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31" name="Image 30"/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569" y="0"/>
            <a:ext cx="1511431" cy="60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74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fr-FR" dirty="0"/>
              <a:t>Analyse du projet : diapositive </a:t>
            </a:r>
            <a:r>
              <a:rPr lang="fr" dirty="0"/>
              <a:t>3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r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1444657" y="109227"/>
            <a:ext cx="9141644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Cas d’utilisation 2 : Rechercher un produit et vérifier sa disponibilité</a:t>
            </a:r>
            <a:endParaRPr lang="fr-FR" sz="28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Diagramme 19"/>
          <p:cNvGraphicFramePr/>
          <p:nvPr>
            <p:extLst>
              <p:ext uri="{D42A27DB-BD31-4B8C-83A1-F6EECF244321}">
                <p14:modId xmlns:p14="http://schemas.microsoft.com/office/powerpoint/2010/main" val="2680157706"/>
              </p:ext>
            </p:extLst>
          </p:nvPr>
        </p:nvGraphicFramePr>
        <p:xfrm>
          <a:off x="228600" y="6247277"/>
          <a:ext cx="11847136" cy="492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1" name="Image 20"/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569" y="0"/>
            <a:ext cx="1511431" cy="605163"/>
          </a:xfrm>
          <a:prstGeom prst="rect">
            <a:avLst/>
          </a:prstGeom>
        </p:spPr>
      </p:pic>
      <p:grpSp>
        <p:nvGrpSpPr>
          <p:cNvPr id="5" name="Groupe 4"/>
          <p:cNvGrpSpPr/>
          <p:nvPr/>
        </p:nvGrpSpPr>
        <p:grpSpPr>
          <a:xfrm>
            <a:off x="3384309" y="1166940"/>
            <a:ext cx="4633625" cy="4718412"/>
            <a:chOff x="3883842" y="1166940"/>
            <a:chExt cx="3933095" cy="3845563"/>
          </a:xfrm>
        </p:grpSpPr>
        <p:pic>
          <p:nvPicPr>
            <p:cNvPr id="3" name="Image 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883842" y="1166940"/>
              <a:ext cx="3933095" cy="3845563"/>
            </a:xfrm>
            <a:prstGeom prst="rect">
              <a:avLst/>
            </a:prstGeom>
          </p:spPr>
        </p:pic>
        <p:sp>
          <p:nvSpPr>
            <p:cNvPr id="4" name="Rectangle 3"/>
            <p:cNvSpPr/>
            <p:nvPr/>
          </p:nvSpPr>
          <p:spPr>
            <a:xfrm>
              <a:off x="6358133" y="2119598"/>
              <a:ext cx="45719" cy="207389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4050488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fr-FR" dirty="0"/>
              <a:t>Analyse du projet : diapositive </a:t>
            </a:r>
            <a:r>
              <a:rPr lang="fr" dirty="0"/>
              <a:t>3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r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1444657" y="109227"/>
            <a:ext cx="9141644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Hypothèses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Diagramme 9"/>
          <p:cNvGraphicFramePr/>
          <p:nvPr>
            <p:extLst>
              <p:ext uri="{D42A27DB-BD31-4B8C-83A1-F6EECF244321}">
                <p14:modId xmlns:p14="http://schemas.microsoft.com/office/powerpoint/2010/main" val="2680157706"/>
              </p:ext>
            </p:extLst>
          </p:nvPr>
        </p:nvGraphicFramePr>
        <p:xfrm>
          <a:off x="228600" y="6247277"/>
          <a:ext cx="11847136" cy="492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2" name="Image 11"/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569" y="0"/>
            <a:ext cx="1511431" cy="605163"/>
          </a:xfrm>
          <a:prstGeom prst="rect">
            <a:avLst/>
          </a:prstGeom>
        </p:spPr>
      </p:pic>
      <p:graphicFrame>
        <p:nvGraphicFramePr>
          <p:cNvPr id="15" name="Tableau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4119775"/>
              </p:ext>
            </p:extLst>
          </p:nvPr>
        </p:nvGraphicFramePr>
        <p:xfrm>
          <a:off x="379429" y="788076"/>
          <a:ext cx="11272100" cy="526106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503471909"/>
                    </a:ext>
                  </a:extLst>
                </a:gridCol>
                <a:gridCol w="3525625">
                  <a:extLst>
                    <a:ext uri="{9D8B030D-6E8A-4147-A177-3AD203B41FA5}">
                      <a16:colId xmlns:a16="http://schemas.microsoft.com/office/drawing/2014/main" val="557697573"/>
                    </a:ext>
                  </a:extLst>
                </a:gridCol>
                <a:gridCol w="3176833">
                  <a:extLst>
                    <a:ext uri="{9D8B030D-6E8A-4147-A177-3AD203B41FA5}">
                      <a16:colId xmlns:a16="http://schemas.microsoft.com/office/drawing/2014/main" val="3916531513"/>
                    </a:ext>
                  </a:extLst>
                </a:gridCol>
                <a:gridCol w="2969442">
                  <a:extLst>
                    <a:ext uri="{9D8B030D-6E8A-4147-A177-3AD203B41FA5}">
                      <a16:colId xmlns:a16="http://schemas.microsoft.com/office/drawing/2014/main" val="3801503438"/>
                    </a:ext>
                  </a:extLst>
                </a:gridCol>
              </a:tblGrid>
              <a:tr h="7680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1" u="none" strike="noStrike" dirty="0" smtClean="0">
                          <a:solidFill>
                            <a:schemeClr val="bg1"/>
                          </a:solidFill>
                          <a:effectLst/>
                        </a:rPr>
                        <a:t>Hypothèses</a:t>
                      </a:r>
                      <a:endParaRPr lang="fr-FR" sz="2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1" u="none" strike="noStrike" dirty="0" smtClean="0">
                          <a:solidFill>
                            <a:schemeClr val="bg1"/>
                          </a:solidFill>
                          <a:effectLst/>
                        </a:rPr>
                        <a:t>H4 — Recherche rapide &amp; claire</a:t>
                      </a:r>
                      <a:endParaRPr lang="fr-FR" sz="2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1" u="none" strike="noStrike" dirty="0" smtClean="0">
                          <a:solidFill>
                            <a:schemeClr val="bg1"/>
                          </a:solidFill>
                          <a:effectLst/>
                        </a:rPr>
                        <a:t>H5 — </a:t>
                      </a:r>
                      <a:r>
                        <a:rPr lang="fr-FR" sz="2000" b="1" dirty="0" smtClean="0">
                          <a:solidFill>
                            <a:schemeClr val="bg1"/>
                          </a:solidFill>
                        </a:rPr>
                        <a:t>Stock mal hiérarchisé</a:t>
                      </a:r>
                      <a:endParaRPr lang="fr-FR" sz="2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1" u="none" strike="noStrike" dirty="0" smtClean="0">
                          <a:solidFill>
                            <a:schemeClr val="bg1"/>
                          </a:solidFill>
                          <a:effectLst/>
                        </a:rPr>
                        <a:t>H6 — </a:t>
                      </a:r>
                      <a:r>
                        <a:rPr lang="fr-FR" sz="2000" b="1" u="none" strike="noStrike" dirty="0" smtClean="0">
                          <a:solidFill>
                            <a:schemeClr val="bg1"/>
                          </a:solidFill>
                          <a:effectLst/>
                        </a:rPr>
                        <a:t>Favoris peu visibles</a:t>
                      </a:r>
                      <a:endParaRPr lang="fr-FR" sz="2000" b="1" u="none" strike="noStrike" dirty="0" smtClean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350" marR="6350" marT="6350" marB="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76408"/>
                  </a:ext>
                </a:extLst>
              </a:tr>
              <a:tr h="124303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1" u="none" strike="noStrike" dirty="0" smtClean="0">
                          <a:solidFill>
                            <a:schemeClr val="bg1"/>
                          </a:solidFill>
                          <a:effectLst/>
                        </a:rPr>
                        <a:t>Constat</a:t>
                      </a:r>
                      <a:endParaRPr lang="fr-FR" sz="2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dirty="0" smtClean="0"/>
                        <a:t>Parcours fluide, aucun blocage</a:t>
                      </a:r>
                      <a:endParaRPr lang="fr-FR" sz="2000" b="1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dirty="0" smtClean="0"/>
                        <a:t>Confusion et surcharge visuelle</a:t>
                      </a:r>
                      <a:endParaRPr lang="fr-FR" sz="2000" b="1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dirty="0" smtClean="0"/>
                        <a:t>Icône Favoris se confond avec les autres</a:t>
                      </a:r>
                      <a:endParaRPr lang="fr-FR" sz="2000" b="1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381034"/>
                  </a:ext>
                </a:extLst>
              </a:tr>
              <a:tr h="1499853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1" u="none" strike="noStrike" dirty="0" smtClean="0">
                          <a:solidFill>
                            <a:schemeClr val="bg1"/>
                          </a:solidFill>
                          <a:effectLst/>
                        </a:rPr>
                        <a:t>Analyse</a:t>
                      </a:r>
                    </a:p>
                  </a:txBody>
                  <a:tcPr marL="6350" marR="6350" marT="635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 smtClean="0"/>
                        <a:t>Effort minimal, feedback </a:t>
                      </a:r>
                      <a:r>
                        <a:rPr lang="en-US" dirty="0" err="1" smtClean="0"/>
                        <a:t>rapide</a:t>
                      </a:r>
                      <a:r>
                        <a:rPr lang="en-US" dirty="0" smtClean="0"/>
                        <a:t> → flow</a:t>
                      </a:r>
                      <a:endParaRPr lang="fr-FR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None/>
                      </a:pPr>
                      <a:r>
                        <a:rPr lang="fr-FR" dirty="0" smtClean="0"/>
                        <a:t>Pas de hiérarchie → lecture sérielle, charge accrue</a:t>
                      </a:r>
                      <a:endParaRPr lang="fr-FR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dirty="0" smtClean="0"/>
                        <a:t>Manque de saillance → recherche visuelle inutile</a:t>
                      </a:r>
                      <a:endParaRPr lang="fr-FR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330856"/>
                  </a:ext>
                </a:extLst>
              </a:tr>
              <a:tr h="875093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1" u="none" strike="noStrike" dirty="0" smtClean="0">
                          <a:solidFill>
                            <a:schemeClr val="bg1"/>
                          </a:solidFill>
                          <a:effectLst/>
                        </a:rPr>
                        <a:t>Conclusion</a:t>
                      </a:r>
                    </a:p>
                  </a:txBody>
                  <a:tcPr marL="6350" marR="6350" marT="635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dirty="0" smtClean="0"/>
                        <a:t>Point d’entrée efficace, sans friction</a:t>
                      </a:r>
                      <a:endParaRPr lang="fr-FR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Prioriser hiérarchie (contraste, poids, libellés)</a:t>
                      </a:r>
                      <a:endParaRPr lang="fr-FR" dirty="0"/>
                    </a:p>
                  </a:txBody>
                  <a:tcPr marL="6350" marR="6350" marT="635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Améliorer visibilité (taille, contraste, placement)</a:t>
                      </a:r>
                      <a:endParaRPr lang="fr-FR" dirty="0"/>
                    </a:p>
                  </a:txBody>
                  <a:tcPr marL="6350" marR="6350" marT="635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864193"/>
                  </a:ext>
                </a:extLst>
              </a:tr>
              <a:tr h="875093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0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Statut</a:t>
                      </a:r>
                      <a:endParaRPr lang="fr-FR" sz="2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2000" b="1" u="none" strike="noStrik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Validée</a:t>
                      </a:r>
                      <a:endParaRPr lang="fr-FR" sz="2000" b="1" u="none" strike="noStrike" kern="1200" dirty="0">
                        <a:solidFill>
                          <a:srgbClr val="00B05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2000" b="1" u="none" strike="noStrik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Fortement </a:t>
                      </a:r>
                      <a:r>
                        <a:rPr lang="fr-FR" sz="2000" b="1" u="none" strike="noStrik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Validée (100%</a:t>
                      </a:r>
                      <a:r>
                        <a:rPr lang="fr-FR" sz="2000" b="1" u="none" strike="noStrike" kern="1200" baseline="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sur les tests utilisateurs)</a:t>
                      </a:r>
                      <a:endParaRPr lang="fr-FR" sz="2000" b="1" u="none" strike="noStrike" kern="1200" dirty="0">
                        <a:solidFill>
                          <a:srgbClr val="00B05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2000" b="1" u="none" strike="noStrik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Validée</a:t>
                      </a:r>
                    </a:p>
                  </a:txBody>
                  <a:tcPr marL="6350" marR="6350" marT="635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7148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6591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fr-FR" dirty="0"/>
              <a:t>Analyse du projet : diapositive </a:t>
            </a:r>
            <a:r>
              <a:rPr lang="fr" dirty="0"/>
              <a:t>3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r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1444657" y="109227"/>
            <a:ext cx="9141644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Processus théorique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Diagramme 9"/>
          <p:cNvGraphicFramePr/>
          <p:nvPr>
            <p:extLst>
              <p:ext uri="{D42A27DB-BD31-4B8C-83A1-F6EECF244321}">
                <p14:modId xmlns:p14="http://schemas.microsoft.com/office/powerpoint/2010/main" val="2680157706"/>
              </p:ext>
            </p:extLst>
          </p:nvPr>
        </p:nvGraphicFramePr>
        <p:xfrm>
          <a:off x="228600" y="6247277"/>
          <a:ext cx="11847136" cy="492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2" name="Image 11"/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569" y="0"/>
            <a:ext cx="1511431" cy="605163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9"/>
          <a:srcRect r="40267"/>
          <a:stretch/>
        </p:blipFill>
        <p:spPr>
          <a:xfrm>
            <a:off x="406531" y="631036"/>
            <a:ext cx="11491274" cy="3293767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 rotWithShape="1">
          <a:blip r:embed="rId9"/>
          <a:srcRect l="49997"/>
          <a:stretch/>
        </p:blipFill>
        <p:spPr>
          <a:xfrm>
            <a:off x="1727424" y="3094306"/>
            <a:ext cx="8576109" cy="2936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813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/>
          <p:cNvPicPr>
            <a:picLocks noChangeAspect="1"/>
          </p:cNvPicPr>
          <p:nvPr/>
        </p:nvPicPr>
        <p:blipFill rotWithShape="1">
          <a:blip r:embed="rId3"/>
          <a:srcRect l="41490"/>
          <a:stretch/>
        </p:blipFill>
        <p:spPr>
          <a:xfrm>
            <a:off x="109850" y="2205871"/>
            <a:ext cx="11965885" cy="3959141"/>
          </a:xfrm>
          <a:prstGeom prst="rect">
            <a:avLst/>
          </a:prstGeom>
        </p:spPr>
      </p:pic>
      <p:sp>
        <p:nvSpPr>
          <p:cNvPr id="9" name="Titr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fr-FR" dirty="0"/>
              <a:t>Analyse du projet : diapositive </a:t>
            </a:r>
            <a:r>
              <a:rPr lang="fr" dirty="0"/>
              <a:t>3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r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1444657" y="109227"/>
            <a:ext cx="9141644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Processus observé réel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Diagramme 9"/>
          <p:cNvGraphicFramePr/>
          <p:nvPr>
            <p:extLst>
              <p:ext uri="{D42A27DB-BD31-4B8C-83A1-F6EECF244321}">
                <p14:modId xmlns:p14="http://schemas.microsoft.com/office/powerpoint/2010/main" val="2680157706"/>
              </p:ext>
            </p:extLst>
          </p:nvPr>
        </p:nvGraphicFramePr>
        <p:xfrm>
          <a:off x="228600" y="6247277"/>
          <a:ext cx="11847136" cy="492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2" name="Image 11"/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569" y="0"/>
            <a:ext cx="1511431" cy="605163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3"/>
          <a:srcRect r="51611" b="48436"/>
          <a:stretch/>
        </p:blipFill>
        <p:spPr>
          <a:xfrm>
            <a:off x="228599" y="588756"/>
            <a:ext cx="11677413" cy="240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618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fr-FR" dirty="0"/>
              <a:t>Analyse du projet : diapositive </a:t>
            </a:r>
            <a:r>
              <a:rPr lang="fr" dirty="0"/>
              <a:t>3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r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1444657" y="109227"/>
            <a:ext cx="9141644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Grille d’évaluation de l‘usage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ZoneTexte 6"/>
          <p:cNvSpPr txBox="1"/>
          <p:nvPr/>
        </p:nvSpPr>
        <p:spPr>
          <a:xfrm flipH="1">
            <a:off x="1186716" y="5555457"/>
            <a:ext cx="9581209" cy="461665"/>
          </a:xfrm>
          <a:prstGeom prst="rect">
            <a:avLst/>
          </a:prstGeom>
          <a:ln w="190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400" dirty="0"/>
              <a:t>Les étapes Filtres et Livraison concentrent la plus forte charge cognitive</a:t>
            </a:r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9748606"/>
              </p:ext>
            </p:extLst>
          </p:nvPr>
        </p:nvGraphicFramePr>
        <p:xfrm>
          <a:off x="1226938" y="1082403"/>
          <a:ext cx="9323268" cy="4026925"/>
        </p:xfrm>
        <a:graphic>
          <a:graphicData uri="http://schemas.openxmlformats.org/drawingml/2006/table">
            <a:tbl>
              <a:tblPr>
                <a:tableStyleId>{37CE84F3-28C3-443E-9E96-99CF82512B78}</a:tableStyleId>
              </a:tblPr>
              <a:tblGrid>
                <a:gridCol w="1934082">
                  <a:extLst>
                    <a:ext uri="{9D8B030D-6E8A-4147-A177-3AD203B41FA5}">
                      <a16:colId xmlns:a16="http://schemas.microsoft.com/office/drawing/2014/main" val="16984161"/>
                    </a:ext>
                  </a:extLst>
                </a:gridCol>
                <a:gridCol w="2752348">
                  <a:extLst>
                    <a:ext uri="{9D8B030D-6E8A-4147-A177-3AD203B41FA5}">
                      <a16:colId xmlns:a16="http://schemas.microsoft.com/office/drawing/2014/main" val="1656185090"/>
                    </a:ext>
                  </a:extLst>
                </a:gridCol>
                <a:gridCol w="1934082">
                  <a:extLst>
                    <a:ext uri="{9D8B030D-6E8A-4147-A177-3AD203B41FA5}">
                      <a16:colId xmlns:a16="http://schemas.microsoft.com/office/drawing/2014/main" val="816529748"/>
                    </a:ext>
                  </a:extLst>
                </a:gridCol>
                <a:gridCol w="2702756">
                  <a:extLst>
                    <a:ext uri="{9D8B030D-6E8A-4147-A177-3AD203B41FA5}">
                      <a16:colId xmlns:a16="http://schemas.microsoft.com/office/drawing/2014/main" val="1978449389"/>
                    </a:ext>
                  </a:extLst>
                </a:gridCol>
              </a:tblGrid>
              <a:tr h="575275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1" u="none" strike="noStrike" dirty="0">
                          <a:effectLst/>
                        </a:rPr>
                        <a:t>Étape</a:t>
                      </a:r>
                      <a:endParaRPr lang="fr-FR" sz="20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800" b="1" u="none" strike="noStrike" dirty="0">
                          <a:effectLst/>
                        </a:rPr>
                        <a:t>Temps moyen (s)</a:t>
                      </a:r>
                      <a:endParaRPr lang="fr-FR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800" b="1" u="none" strike="noStrike" dirty="0">
                          <a:effectLst/>
                        </a:rPr>
                        <a:t>Nb clics</a:t>
                      </a:r>
                      <a:endParaRPr lang="fr-FR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800" b="1" u="none" strike="noStrike" dirty="0">
                          <a:effectLst/>
                        </a:rPr>
                        <a:t>Satisfaction (1–5)</a:t>
                      </a:r>
                      <a:endParaRPr lang="fr-FR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4684080"/>
                  </a:ext>
                </a:extLst>
              </a:tr>
              <a:tr h="575275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1" u="none" strike="noStrike" dirty="0">
                          <a:effectLst/>
                        </a:rPr>
                        <a:t>Accueil</a:t>
                      </a:r>
                      <a:endParaRPr lang="fr-FR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6</a:t>
                      </a:r>
                      <a:endParaRPr lang="fr-FR" sz="2400" b="1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3</a:t>
                      </a:r>
                      <a:endParaRPr lang="fr-FR" sz="2400" b="1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4.5</a:t>
                      </a:r>
                      <a:endParaRPr lang="fr-FR" sz="2400" b="1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5399266"/>
                  </a:ext>
                </a:extLst>
              </a:tr>
              <a:tr h="575275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1" u="none" strike="noStrike" dirty="0">
                          <a:effectLst/>
                        </a:rPr>
                        <a:t>Recherche</a:t>
                      </a:r>
                      <a:endParaRPr lang="fr-FR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9</a:t>
                      </a:r>
                      <a:endParaRPr lang="fr-FR" sz="2400" b="1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4</a:t>
                      </a:r>
                      <a:endParaRPr lang="fr-FR" sz="2400" b="1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4.2</a:t>
                      </a:r>
                      <a:endParaRPr lang="fr-FR" sz="2400" b="1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0252804"/>
                  </a:ext>
                </a:extLst>
              </a:tr>
              <a:tr h="575275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1" u="none" strike="noStrike" dirty="0">
                          <a:effectLst/>
                        </a:rPr>
                        <a:t>Filtres</a:t>
                      </a:r>
                      <a:endParaRPr lang="fr-FR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22</a:t>
                      </a:r>
                      <a:endParaRPr lang="fr-FR" sz="2400" b="1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8</a:t>
                      </a:r>
                      <a:endParaRPr lang="fr-FR" sz="2400" b="1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2.8</a:t>
                      </a:r>
                      <a:endParaRPr lang="fr-FR" sz="2400" b="1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7760086"/>
                  </a:ext>
                </a:extLst>
              </a:tr>
              <a:tr h="575275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1" u="none" strike="noStrike" dirty="0">
                          <a:effectLst/>
                        </a:rPr>
                        <a:t>Fiche produit</a:t>
                      </a:r>
                      <a:endParaRPr lang="fr-FR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12</a:t>
                      </a:r>
                      <a:endParaRPr lang="fr-FR" sz="2400" b="1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4</a:t>
                      </a:r>
                      <a:endParaRPr lang="fr-FR" sz="2400" b="1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4.0</a:t>
                      </a:r>
                      <a:endParaRPr lang="fr-FR" sz="2400" b="1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4149499"/>
                  </a:ext>
                </a:extLst>
              </a:tr>
              <a:tr h="575275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1" u="none" strike="noStrike" dirty="0">
                          <a:effectLst/>
                        </a:rPr>
                        <a:t>Livraison</a:t>
                      </a:r>
                      <a:endParaRPr lang="fr-FR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28</a:t>
                      </a:r>
                      <a:endParaRPr lang="fr-FR" sz="2400" b="1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7</a:t>
                      </a:r>
                      <a:endParaRPr lang="fr-FR" sz="2400" b="1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2.5</a:t>
                      </a:r>
                      <a:endParaRPr lang="fr-FR" sz="2400" b="1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2181220"/>
                  </a:ext>
                </a:extLst>
              </a:tr>
              <a:tr h="575275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1" u="none" strike="noStrike" dirty="0">
                          <a:effectLst/>
                        </a:rPr>
                        <a:t>Validation</a:t>
                      </a:r>
                      <a:endParaRPr lang="fr-FR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1" u="none" strike="noStrike">
                          <a:solidFill>
                            <a:srgbClr val="0070C0"/>
                          </a:solidFill>
                          <a:effectLst/>
                        </a:rPr>
                        <a:t>8</a:t>
                      </a:r>
                      <a:endParaRPr lang="fr-FR" sz="2400" b="1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3</a:t>
                      </a:r>
                      <a:endParaRPr lang="fr-FR" sz="2400" b="1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4.3</a:t>
                      </a:r>
                      <a:endParaRPr lang="fr-FR" sz="2400" b="1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5820077"/>
                  </a:ext>
                </a:extLst>
              </a:tr>
            </a:tbl>
          </a:graphicData>
        </a:graphic>
      </p:graphicFrame>
      <p:graphicFrame>
        <p:nvGraphicFramePr>
          <p:cNvPr id="12" name="Diagramme 11"/>
          <p:cNvGraphicFramePr/>
          <p:nvPr>
            <p:extLst>
              <p:ext uri="{D42A27DB-BD31-4B8C-83A1-F6EECF244321}">
                <p14:modId xmlns:p14="http://schemas.microsoft.com/office/powerpoint/2010/main" val="1060237179"/>
              </p:ext>
            </p:extLst>
          </p:nvPr>
        </p:nvGraphicFramePr>
        <p:xfrm>
          <a:off x="228600" y="6247277"/>
          <a:ext cx="11847136" cy="492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3" name="Image 12"/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569" y="0"/>
            <a:ext cx="1511431" cy="60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742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fr-FR" dirty="0"/>
              <a:t>Analyse du projet : diapositive </a:t>
            </a:r>
            <a:r>
              <a:rPr lang="fr" dirty="0"/>
              <a:t>3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r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1444657" y="235100"/>
            <a:ext cx="9141644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Chronique d’activité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Diagramme 2"/>
          <p:cNvGraphicFramePr/>
          <p:nvPr>
            <p:extLst>
              <p:ext uri="{D42A27DB-BD31-4B8C-83A1-F6EECF244321}">
                <p14:modId xmlns:p14="http://schemas.microsoft.com/office/powerpoint/2010/main" val="1614923817"/>
              </p:ext>
            </p:extLst>
          </p:nvPr>
        </p:nvGraphicFramePr>
        <p:xfrm>
          <a:off x="427348" y="1985900"/>
          <a:ext cx="11604396" cy="21304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4" name="Groupe 3"/>
          <p:cNvGrpSpPr/>
          <p:nvPr/>
        </p:nvGrpSpPr>
        <p:grpSpPr>
          <a:xfrm>
            <a:off x="1814267" y="3891046"/>
            <a:ext cx="8675802" cy="2110671"/>
            <a:chOff x="3632474" y="2873276"/>
            <a:chExt cx="4927052" cy="1111448"/>
          </a:xfrm>
        </p:grpSpPr>
        <p:grpSp>
          <p:nvGrpSpPr>
            <p:cNvPr id="30" name="Groupe 29"/>
            <p:cNvGrpSpPr/>
            <p:nvPr/>
          </p:nvGrpSpPr>
          <p:grpSpPr>
            <a:xfrm>
              <a:off x="3950348" y="2873276"/>
              <a:ext cx="1271497" cy="1111448"/>
              <a:chOff x="6994226" y="509504"/>
              <a:chExt cx="1271497" cy="1111448"/>
            </a:xfrm>
            <a:scene3d>
              <a:camera prst="orthographicFront"/>
              <a:lightRig rig="flat" dir="t"/>
            </a:scene3d>
          </p:grpSpPr>
          <p:sp>
            <p:nvSpPr>
              <p:cNvPr id="47" name="Flèche droite 46"/>
              <p:cNvSpPr/>
              <p:nvPr/>
            </p:nvSpPr>
            <p:spPr>
              <a:xfrm>
                <a:off x="6994226" y="509504"/>
                <a:ext cx="1271497" cy="1111448"/>
              </a:xfrm>
              <a:prstGeom prst="rightArrow">
                <a:avLst>
                  <a:gd name="adj1" fmla="val 70000"/>
                  <a:gd name="adj2" fmla="val 50000"/>
                </a:avLst>
              </a:prstGeom>
              <a:gradFill flip="none" rotWithShape="1">
                <a:gsLst>
                  <a:gs pos="0">
                    <a:srgbClr val="92D050">
                      <a:tint val="66000"/>
                      <a:satMod val="160000"/>
                    </a:srgbClr>
                  </a:gs>
                  <a:gs pos="50000">
                    <a:srgbClr val="92D050">
                      <a:tint val="44500"/>
                      <a:satMod val="160000"/>
                    </a:srgbClr>
                  </a:gs>
                  <a:gs pos="100000">
                    <a:srgbClr val="92D050">
                      <a:tint val="23500"/>
                      <a:satMod val="160000"/>
                    </a:srgbClr>
                  </a:gs>
                </a:gsLst>
                <a:lin ang="0" scaled="1"/>
                <a:tileRect/>
              </a:gradFill>
              <a:sp3d z="-190500" extrusionH="12700" prstMaterial="plastic">
                <a:bevelT w="50800" h="50800"/>
              </a:sp3d>
            </p:spPr>
            <p:style>
              <a:lnRef idx="1">
                <a:schemeClr val="accent6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2">
                <a:schemeClr val="accent6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48" name="Flèche droite 4"/>
              <p:cNvSpPr txBox="1"/>
              <p:nvPr/>
            </p:nvSpPr>
            <p:spPr>
              <a:xfrm>
                <a:off x="7312101" y="676221"/>
                <a:ext cx="619854" cy="778014"/>
              </a:xfrm>
              <a:prstGeom prst="rect">
                <a:avLst/>
              </a:prstGeom>
              <a:noFill/>
              <a:sp3d z="-190500"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22860" tIns="5715" rIns="11430" bIns="5715" numCol="1" spcCol="1270" anchor="ctr" anchorCtr="0">
                <a:noAutofit/>
              </a:bodyPr>
              <a:lstStyle/>
              <a:p>
                <a:pPr marL="57150" lvl="1" indent="-57150" algn="l" defTabSz="4000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•"/>
                </a:pPr>
                <a:r>
                  <a:rPr lang="fr-FR" sz="1500" kern="1200" dirty="0" smtClean="0"/>
                  <a:t> 8 secondes</a:t>
                </a:r>
                <a:endParaRPr lang="fr-FR" sz="1500" kern="1200" dirty="0"/>
              </a:p>
              <a:p>
                <a:pPr marL="57150" lvl="1" indent="-57150" algn="l" defTabSz="4000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•"/>
                </a:pPr>
                <a:r>
                  <a:rPr lang="fr-FR" sz="1500" kern="1200" dirty="0" smtClean="0"/>
                  <a:t> Fluide</a:t>
                </a:r>
                <a:endParaRPr lang="fr-FR" sz="1500" kern="1200" dirty="0"/>
              </a:p>
            </p:txBody>
          </p:sp>
        </p:grpSp>
        <p:grpSp>
          <p:nvGrpSpPr>
            <p:cNvPr id="31" name="Groupe 30"/>
            <p:cNvGrpSpPr/>
            <p:nvPr/>
          </p:nvGrpSpPr>
          <p:grpSpPr>
            <a:xfrm>
              <a:off x="3632474" y="3111126"/>
              <a:ext cx="635748" cy="635748"/>
              <a:chOff x="6676352" y="747354"/>
              <a:chExt cx="635748" cy="635748"/>
            </a:xfrm>
            <a:scene3d>
              <a:camera prst="orthographicFront"/>
              <a:lightRig rig="flat" dir="t"/>
            </a:scene3d>
          </p:grpSpPr>
          <p:sp>
            <p:nvSpPr>
              <p:cNvPr id="45" name="Ellipse 44"/>
              <p:cNvSpPr/>
              <p:nvPr/>
            </p:nvSpPr>
            <p:spPr>
              <a:xfrm>
                <a:off x="6676352" y="747354"/>
                <a:ext cx="635748" cy="635748"/>
              </a:xfrm>
              <a:prstGeom prst="ellipse">
                <a:avLst/>
              </a:prstGeom>
              <a:solidFill>
                <a:srgbClr val="92D050"/>
              </a:solidFill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6">
                  <a:hueOff val="0"/>
                  <a:satOff val="0"/>
                  <a:lumOff val="0"/>
                  <a:alphaOff val="0"/>
                </a:schemeClr>
              </a:fillRef>
              <a:effectRef idx="2">
                <a:schemeClr val="accent6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46" name="Ellipse 6"/>
              <p:cNvSpPr txBox="1"/>
              <p:nvPr/>
            </p:nvSpPr>
            <p:spPr>
              <a:xfrm>
                <a:off x="6769455" y="840457"/>
                <a:ext cx="449542" cy="449542"/>
              </a:xfrm>
              <a:prstGeom prst="rect">
                <a:avLst/>
              </a:prstGeom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4445" tIns="4445" rIns="4445" bIns="4445" numCol="1" spcCol="1270" anchor="ctr" anchorCtr="0">
                <a:noAutofit/>
              </a:bodyPr>
              <a:lstStyle/>
              <a:p>
                <a:pPr lvl="0" algn="ctr" defTabSz="3111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fr-FR" sz="1600" kern="1200" dirty="0" smtClean="0"/>
                  <a:t>Panier</a:t>
                </a:r>
                <a:endParaRPr lang="fr-FR" sz="1600" kern="1200" dirty="0"/>
              </a:p>
            </p:txBody>
          </p:sp>
        </p:grpSp>
        <p:grpSp>
          <p:nvGrpSpPr>
            <p:cNvPr id="32" name="Groupe 31"/>
            <p:cNvGrpSpPr/>
            <p:nvPr/>
          </p:nvGrpSpPr>
          <p:grpSpPr>
            <a:xfrm>
              <a:off x="5619188" y="2873276"/>
              <a:ext cx="1271497" cy="1111448"/>
              <a:chOff x="8663066" y="509504"/>
              <a:chExt cx="1271497" cy="1111448"/>
            </a:xfrm>
            <a:scene3d>
              <a:camera prst="orthographicFront"/>
              <a:lightRig rig="flat" dir="t"/>
            </a:scene3d>
          </p:grpSpPr>
          <p:sp>
            <p:nvSpPr>
              <p:cNvPr id="43" name="Flèche droite 42"/>
              <p:cNvSpPr/>
              <p:nvPr/>
            </p:nvSpPr>
            <p:spPr>
              <a:xfrm>
                <a:off x="8663066" y="509504"/>
                <a:ext cx="1271497" cy="1111448"/>
              </a:xfrm>
              <a:prstGeom prst="rightArrow">
                <a:avLst>
                  <a:gd name="adj1" fmla="val 70000"/>
                  <a:gd name="adj2" fmla="val 50000"/>
                </a:avLst>
              </a:prstGeom>
              <a:gradFill flip="none" rotWithShape="1">
                <a:gsLst>
                  <a:gs pos="0">
                    <a:srgbClr val="FF0000">
                      <a:tint val="66000"/>
                      <a:satMod val="160000"/>
                    </a:srgbClr>
                  </a:gs>
                  <a:gs pos="50000">
                    <a:srgbClr val="FF0000">
                      <a:tint val="44500"/>
                      <a:satMod val="160000"/>
                    </a:srgbClr>
                  </a:gs>
                  <a:gs pos="100000">
                    <a:srgbClr val="FF0000">
                      <a:tint val="23500"/>
                      <a:satMod val="160000"/>
                    </a:srgbClr>
                  </a:gs>
                </a:gsLst>
                <a:lin ang="0" scaled="1"/>
                <a:tileRect/>
              </a:gradFill>
              <a:sp3d z="-190500" extrusionH="12700" prstMaterial="plastic">
                <a:bevelT w="50800" h="50800"/>
              </a:sp3d>
            </p:spPr>
            <p:style>
              <a:lnRef idx="1">
                <a:schemeClr val="accent2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2">
                <a:schemeClr val="accent2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44" name="Flèche droite 8"/>
              <p:cNvSpPr txBox="1"/>
              <p:nvPr/>
            </p:nvSpPr>
            <p:spPr>
              <a:xfrm>
                <a:off x="8980941" y="676221"/>
                <a:ext cx="619854" cy="778014"/>
              </a:xfrm>
              <a:prstGeom prst="rect">
                <a:avLst/>
              </a:prstGeom>
              <a:sp3d z="-190500"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22860" tIns="5715" rIns="11430" bIns="5715" numCol="1" spcCol="1270" anchor="ctr" anchorCtr="0">
                <a:noAutofit/>
              </a:bodyPr>
              <a:lstStyle/>
              <a:p>
                <a:pPr marL="57150" lvl="1" indent="-57150" algn="l" defTabSz="4000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•"/>
                </a:pPr>
                <a:r>
                  <a:rPr lang="fr-FR" sz="1500" kern="1200" dirty="0" smtClean="0"/>
                  <a:t> 28 secondes</a:t>
                </a:r>
                <a:endParaRPr lang="fr-FR" sz="1500" kern="1200" dirty="0"/>
              </a:p>
              <a:p>
                <a:pPr marL="57150" lvl="1" indent="-57150" algn="l" defTabSz="4000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•"/>
                </a:pPr>
                <a:r>
                  <a:rPr lang="fr-FR" sz="1500" kern="1200" dirty="0" smtClean="0"/>
                  <a:t> Longue -&gt; confusion</a:t>
                </a:r>
                <a:endParaRPr lang="fr-FR" sz="1500" kern="1200" dirty="0"/>
              </a:p>
            </p:txBody>
          </p:sp>
        </p:grpSp>
        <p:grpSp>
          <p:nvGrpSpPr>
            <p:cNvPr id="33" name="Groupe 32"/>
            <p:cNvGrpSpPr/>
            <p:nvPr/>
          </p:nvGrpSpPr>
          <p:grpSpPr>
            <a:xfrm>
              <a:off x="5301314" y="3111126"/>
              <a:ext cx="635748" cy="635748"/>
              <a:chOff x="8345192" y="747354"/>
              <a:chExt cx="635748" cy="635748"/>
            </a:xfrm>
            <a:scene3d>
              <a:camera prst="orthographicFront"/>
              <a:lightRig rig="flat" dir="t"/>
            </a:scene3d>
          </p:grpSpPr>
          <p:sp>
            <p:nvSpPr>
              <p:cNvPr id="40" name="Ellipse 39"/>
              <p:cNvSpPr/>
              <p:nvPr/>
            </p:nvSpPr>
            <p:spPr>
              <a:xfrm>
                <a:off x="8345192" y="747354"/>
                <a:ext cx="635748" cy="635748"/>
              </a:xfrm>
              <a:prstGeom prst="ellipse">
                <a:avLst/>
              </a:prstGeom>
              <a:solidFill>
                <a:srgbClr val="FF0000"/>
              </a:solidFill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2">
                  <a:hueOff val="0"/>
                  <a:satOff val="0"/>
                  <a:lumOff val="0"/>
                  <a:alphaOff val="0"/>
                </a:schemeClr>
              </a:fillRef>
              <a:effectRef idx="2">
                <a:schemeClr val="accent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42" name="Ellipse 10"/>
              <p:cNvSpPr txBox="1"/>
              <p:nvPr/>
            </p:nvSpPr>
            <p:spPr>
              <a:xfrm>
                <a:off x="8438295" y="840457"/>
                <a:ext cx="449542" cy="449542"/>
              </a:xfrm>
              <a:prstGeom prst="rect">
                <a:avLst/>
              </a:prstGeom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4445" tIns="4445" rIns="4445" bIns="4445" numCol="1" spcCol="1270" anchor="ctr" anchorCtr="0">
                <a:noAutofit/>
              </a:bodyPr>
              <a:lstStyle/>
              <a:p>
                <a:pPr lvl="0" algn="ctr" defTabSz="3111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fr-FR" sz="1400" kern="1200" dirty="0" smtClean="0"/>
                  <a:t>Livraison</a:t>
                </a:r>
                <a:endParaRPr lang="fr-FR" sz="700" kern="1200" dirty="0"/>
              </a:p>
            </p:txBody>
          </p:sp>
        </p:grpSp>
        <p:grpSp>
          <p:nvGrpSpPr>
            <p:cNvPr id="34" name="Groupe 33"/>
            <p:cNvGrpSpPr/>
            <p:nvPr/>
          </p:nvGrpSpPr>
          <p:grpSpPr>
            <a:xfrm>
              <a:off x="7288029" y="2873276"/>
              <a:ext cx="1271497" cy="1111448"/>
              <a:chOff x="10331907" y="509504"/>
              <a:chExt cx="1271497" cy="1111448"/>
            </a:xfrm>
            <a:scene3d>
              <a:camera prst="orthographicFront"/>
              <a:lightRig rig="flat" dir="t"/>
            </a:scene3d>
          </p:grpSpPr>
          <p:sp>
            <p:nvSpPr>
              <p:cNvPr id="38" name="Flèche droite 37"/>
              <p:cNvSpPr/>
              <p:nvPr/>
            </p:nvSpPr>
            <p:spPr>
              <a:xfrm>
                <a:off x="10331907" y="509504"/>
                <a:ext cx="1271497" cy="1111448"/>
              </a:xfrm>
              <a:prstGeom prst="rightArrow">
                <a:avLst>
                  <a:gd name="adj1" fmla="val 70000"/>
                  <a:gd name="adj2" fmla="val 50000"/>
                </a:avLst>
              </a:prstGeom>
              <a:gradFill flip="none" rotWithShape="1">
                <a:gsLst>
                  <a:gs pos="0">
                    <a:srgbClr val="92D050">
                      <a:tint val="66000"/>
                      <a:satMod val="160000"/>
                    </a:srgbClr>
                  </a:gs>
                  <a:gs pos="50000">
                    <a:srgbClr val="92D050">
                      <a:tint val="44500"/>
                      <a:satMod val="160000"/>
                    </a:srgbClr>
                  </a:gs>
                  <a:gs pos="100000">
                    <a:srgbClr val="92D050">
                      <a:tint val="23500"/>
                      <a:satMod val="160000"/>
                    </a:srgbClr>
                  </a:gs>
                </a:gsLst>
                <a:lin ang="0" scaled="1"/>
                <a:tileRect/>
              </a:gradFill>
              <a:sp3d z="-190500" extrusionH="12700" prstMaterial="plastic">
                <a:bevelT w="50800" h="50800"/>
              </a:sp3d>
            </p:spPr>
            <p:style>
              <a:lnRef idx="1">
                <a:schemeClr val="accent3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3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2">
                <a:schemeClr val="accent3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39" name="Flèche droite 12"/>
              <p:cNvSpPr txBox="1"/>
              <p:nvPr/>
            </p:nvSpPr>
            <p:spPr>
              <a:xfrm>
                <a:off x="10649781" y="676221"/>
                <a:ext cx="619854" cy="778014"/>
              </a:xfrm>
              <a:prstGeom prst="rect">
                <a:avLst/>
              </a:prstGeom>
              <a:sp3d z="-190500"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22860" tIns="5715" rIns="11430" bIns="5715" numCol="1" spcCol="1270" anchor="ctr" anchorCtr="0">
                <a:noAutofit/>
              </a:bodyPr>
              <a:lstStyle/>
              <a:p>
                <a:pPr marL="0" lvl="1" algn="l" defTabSz="4000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fr-FR" sz="1500" kern="1200" dirty="0" smtClean="0"/>
                  <a:t>7 secondes</a:t>
                </a:r>
                <a:endParaRPr lang="fr-FR" sz="1500" kern="1200" dirty="0"/>
              </a:p>
              <a:p>
                <a:pPr marL="0" lvl="1" algn="l" defTabSz="4000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fr-FR" sz="1500" kern="1200" dirty="0" smtClean="0"/>
                  <a:t>Simple</a:t>
                </a:r>
                <a:endParaRPr lang="fr-FR" sz="1500" kern="1200" dirty="0"/>
              </a:p>
            </p:txBody>
          </p:sp>
        </p:grpSp>
        <p:grpSp>
          <p:nvGrpSpPr>
            <p:cNvPr id="35" name="Groupe 34"/>
            <p:cNvGrpSpPr/>
            <p:nvPr/>
          </p:nvGrpSpPr>
          <p:grpSpPr>
            <a:xfrm>
              <a:off x="6970154" y="3111126"/>
              <a:ext cx="635748" cy="635748"/>
              <a:chOff x="10014032" y="747354"/>
              <a:chExt cx="635748" cy="635748"/>
            </a:xfrm>
            <a:scene3d>
              <a:camera prst="orthographicFront"/>
              <a:lightRig rig="flat" dir="t"/>
            </a:scene3d>
          </p:grpSpPr>
          <p:sp>
            <p:nvSpPr>
              <p:cNvPr id="36" name="Ellipse 35"/>
              <p:cNvSpPr/>
              <p:nvPr/>
            </p:nvSpPr>
            <p:spPr>
              <a:xfrm>
                <a:off x="10014032" y="747354"/>
                <a:ext cx="635748" cy="635748"/>
              </a:xfrm>
              <a:prstGeom prst="ellipse">
                <a:avLst/>
              </a:prstGeom>
              <a:solidFill>
                <a:srgbClr val="92D050"/>
              </a:solidFill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3">
                  <a:hueOff val="0"/>
                  <a:satOff val="0"/>
                  <a:lumOff val="0"/>
                  <a:alphaOff val="0"/>
                </a:schemeClr>
              </a:fillRef>
              <a:effectRef idx="2">
                <a:schemeClr val="accent3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37" name="Ellipse 14"/>
              <p:cNvSpPr txBox="1"/>
              <p:nvPr/>
            </p:nvSpPr>
            <p:spPr>
              <a:xfrm>
                <a:off x="10065150" y="840457"/>
                <a:ext cx="491527" cy="449542"/>
              </a:xfrm>
              <a:prstGeom prst="rect">
                <a:avLst/>
              </a:prstGeom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4445" tIns="4445" rIns="4445" bIns="4445" numCol="1" spcCol="1270" anchor="ctr" anchorCtr="0">
                <a:noAutofit/>
              </a:bodyPr>
              <a:lstStyle/>
              <a:p>
                <a:pPr lvl="0" algn="ctr" defTabSz="3111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fr-FR" sz="1400" kern="1200" dirty="0" smtClean="0"/>
                  <a:t>Validation</a:t>
                </a:r>
                <a:endParaRPr lang="fr-FR" sz="1400" kern="1200" dirty="0"/>
              </a:p>
            </p:txBody>
          </p:sp>
        </p:grpSp>
      </p:grpSp>
      <p:sp>
        <p:nvSpPr>
          <p:cNvPr id="5" name="Ellipse 4"/>
          <p:cNvSpPr/>
          <p:nvPr/>
        </p:nvSpPr>
        <p:spPr>
          <a:xfrm>
            <a:off x="4712798" y="839203"/>
            <a:ext cx="732149" cy="725864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Ellipse 48"/>
          <p:cNvSpPr/>
          <p:nvPr/>
        </p:nvSpPr>
        <p:spPr>
          <a:xfrm>
            <a:off x="8442952" y="825245"/>
            <a:ext cx="732149" cy="725864"/>
          </a:xfrm>
          <a:prstGeom prst="ellipse">
            <a:avLst/>
          </a:prstGeom>
          <a:solidFill>
            <a:srgbClr val="92D05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Ellipse 49"/>
          <p:cNvSpPr/>
          <p:nvPr/>
        </p:nvSpPr>
        <p:spPr>
          <a:xfrm>
            <a:off x="1214378" y="825245"/>
            <a:ext cx="732149" cy="72586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Rectangle 50"/>
          <p:cNvSpPr/>
          <p:nvPr/>
        </p:nvSpPr>
        <p:spPr>
          <a:xfrm>
            <a:off x="2128064" y="860158"/>
            <a:ext cx="233976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/>
              <a:t>Longue (forte charge cognitive)</a:t>
            </a:r>
            <a:endParaRPr lang="fr-FR" dirty="0"/>
          </a:p>
        </p:txBody>
      </p:sp>
      <p:sp>
        <p:nvSpPr>
          <p:cNvPr id="52" name="Rectangle 51"/>
          <p:cNvSpPr/>
          <p:nvPr/>
        </p:nvSpPr>
        <p:spPr>
          <a:xfrm>
            <a:off x="5689919" y="998657"/>
            <a:ext cx="23397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/>
              <a:t>Modérée</a:t>
            </a:r>
            <a:endParaRPr lang="fr-FR" dirty="0"/>
          </a:p>
        </p:txBody>
      </p:sp>
      <p:sp>
        <p:nvSpPr>
          <p:cNvPr id="53" name="Rectangle 52"/>
          <p:cNvSpPr/>
          <p:nvPr/>
        </p:nvSpPr>
        <p:spPr>
          <a:xfrm>
            <a:off x="9216921" y="865986"/>
            <a:ext cx="233976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/>
              <a:t>Rapide (peu de charge)</a:t>
            </a:r>
            <a:endParaRPr lang="fr-FR" dirty="0"/>
          </a:p>
        </p:txBody>
      </p:sp>
      <p:sp>
        <p:nvSpPr>
          <p:cNvPr id="54" name="Ellipse 53"/>
          <p:cNvSpPr/>
          <p:nvPr/>
        </p:nvSpPr>
        <p:spPr>
          <a:xfrm>
            <a:off x="1215291" y="843033"/>
            <a:ext cx="732149" cy="725864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56" name="Diagramme 55"/>
          <p:cNvGraphicFramePr/>
          <p:nvPr>
            <p:extLst>
              <p:ext uri="{D42A27DB-BD31-4B8C-83A1-F6EECF244321}">
                <p14:modId xmlns:p14="http://schemas.microsoft.com/office/powerpoint/2010/main" val="272945170"/>
              </p:ext>
            </p:extLst>
          </p:nvPr>
        </p:nvGraphicFramePr>
        <p:xfrm>
          <a:off x="228600" y="6247277"/>
          <a:ext cx="11847136" cy="492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pic>
        <p:nvPicPr>
          <p:cNvPr id="57" name="Image 56"/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569" y="0"/>
            <a:ext cx="1511431" cy="60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619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fr-FR" dirty="0"/>
              <a:t>Analyse du projet : diapositive </a:t>
            </a:r>
            <a:r>
              <a:rPr lang="fr" dirty="0"/>
              <a:t>3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r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1444657" y="109227"/>
            <a:ext cx="9141644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Méthodologie des tests utilisateurs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Image 40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569" y="-62478"/>
            <a:ext cx="1511431" cy="605163"/>
          </a:xfrm>
          <a:prstGeom prst="rect">
            <a:avLst/>
          </a:prstGeom>
        </p:spPr>
      </p:pic>
      <p:grpSp>
        <p:nvGrpSpPr>
          <p:cNvPr id="4" name="Groupe 3"/>
          <p:cNvGrpSpPr/>
          <p:nvPr/>
        </p:nvGrpSpPr>
        <p:grpSpPr>
          <a:xfrm>
            <a:off x="2312575" y="775134"/>
            <a:ext cx="1610587" cy="1643780"/>
            <a:chOff x="280176" y="702694"/>
            <a:chExt cx="2083324" cy="2017336"/>
          </a:xfrm>
        </p:grpSpPr>
        <p:sp>
          <p:nvSpPr>
            <p:cNvPr id="12" name="Ellipse 11"/>
            <p:cNvSpPr/>
            <p:nvPr/>
          </p:nvSpPr>
          <p:spPr>
            <a:xfrm>
              <a:off x="280176" y="702694"/>
              <a:ext cx="2083324" cy="201733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" name="Image 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3355" y="999241"/>
              <a:ext cx="1162006" cy="1424242"/>
            </a:xfrm>
            <a:prstGeom prst="rect">
              <a:avLst/>
            </a:prstGeom>
          </p:spPr>
        </p:pic>
      </p:grpSp>
      <p:grpSp>
        <p:nvGrpSpPr>
          <p:cNvPr id="3" name="Groupe 2"/>
          <p:cNvGrpSpPr/>
          <p:nvPr/>
        </p:nvGrpSpPr>
        <p:grpSpPr>
          <a:xfrm>
            <a:off x="8032660" y="775134"/>
            <a:ext cx="1610587" cy="1643780"/>
            <a:chOff x="3183512" y="702694"/>
            <a:chExt cx="2083324" cy="2017336"/>
          </a:xfrm>
        </p:grpSpPr>
        <p:sp>
          <p:nvSpPr>
            <p:cNvPr id="10" name="Ellipse 9"/>
            <p:cNvSpPr/>
            <p:nvPr/>
          </p:nvSpPr>
          <p:spPr>
            <a:xfrm>
              <a:off x="3183512" y="702694"/>
              <a:ext cx="2083324" cy="201733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028" name="Picture 4" descr="Page 4 | Images de Avatar homme cheveux long – Téléchargement gratuit sur  Freepik"/>
            <p:cNvPicPr>
              <a:picLocks noChangeAspect="1" noChangeArrowheads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26811" y="999241"/>
              <a:ext cx="1196727" cy="14242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5" name="ZoneTexte 14"/>
          <p:cNvSpPr txBox="1"/>
          <p:nvPr/>
        </p:nvSpPr>
        <p:spPr>
          <a:xfrm flipH="1">
            <a:off x="4110472" y="1331779"/>
            <a:ext cx="3810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 smtClean="0"/>
              <a:t>Profil similaire à Hugo : 8 utilisateurs</a:t>
            </a:r>
            <a:endParaRPr lang="fr-FR" i="1" dirty="0"/>
          </a:p>
        </p:txBody>
      </p:sp>
      <p:graphicFrame>
        <p:nvGraphicFramePr>
          <p:cNvPr id="6" name="Diagramme 5"/>
          <p:cNvGraphicFramePr/>
          <p:nvPr>
            <p:extLst>
              <p:ext uri="{D42A27DB-BD31-4B8C-83A1-F6EECF244321}">
                <p14:modId xmlns:p14="http://schemas.microsoft.com/office/powerpoint/2010/main" val="3798710582"/>
              </p:ext>
            </p:extLst>
          </p:nvPr>
        </p:nvGraphicFramePr>
        <p:xfrm>
          <a:off x="332891" y="1851523"/>
          <a:ext cx="11365175" cy="45734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graphicFrame>
        <p:nvGraphicFramePr>
          <p:cNvPr id="17" name="Diagramme 16"/>
          <p:cNvGraphicFramePr/>
          <p:nvPr>
            <p:extLst>
              <p:ext uri="{D42A27DB-BD31-4B8C-83A1-F6EECF244321}">
                <p14:modId xmlns:p14="http://schemas.microsoft.com/office/powerpoint/2010/main" val="272945170"/>
              </p:ext>
            </p:extLst>
          </p:nvPr>
        </p:nvGraphicFramePr>
        <p:xfrm>
          <a:off x="228600" y="6247277"/>
          <a:ext cx="11847136" cy="492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</p:spTree>
    <p:extLst>
      <p:ext uri="{BB962C8B-B14F-4D97-AF65-F5344CB8AC3E}">
        <p14:creationId xmlns:p14="http://schemas.microsoft.com/office/powerpoint/2010/main" val="1169093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fr-FR" dirty="0"/>
              <a:t>Analyse du projet : diapositive </a:t>
            </a:r>
            <a:r>
              <a:rPr lang="fr" dirty="0"/>
              <a:t>3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r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1444657" y="109227"/>
            <a:ext cx="9141644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Questionnaire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Image 40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569" y="-62478"/>
            <a:ext cx="1511431" cy="605163"/>
          </a:xfrm>
          <a:prstGeom prst="rect">
            <a:avLst/>
          </a:prstGeom>
        </p:spPr>
      </p:pic>
      <p:graphicFrame>
        <p:nvGraphicFramePr>
          <p:cNvPr id="17" name="Diagramme 16"/>
          <p:cNvGraphicFramePr/>
          <p:nvPr>
            <p:extLst>
              <p:ext uri="{D42A27DB-BD31-4B8C-83A1-F6EECF244321}">
                <p14:modId xmlns:p14="http://schemas.microsoft.com/office/powerpoint/2010/main" val="272945170"/>
              </p:ext>
            </p:extLst>
          </p:nvPr>
        </p:nvGraphicFramePr>
        <p:xfrm>
          <a:off x="228600" y="6247277"/>
          <a:ext cx="11847136" cy="492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5" name="Image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7585" y="950270"/>
            <a:ext cx="4393969" cy="2036609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44657" y="2964206"/>
            <a:ext cx="3515682" cy="2375460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87121" y="907338"/>
            <a:ext cx="3398892" cy="3043195"/>
          </a:xfrm>
          <a:prstGeom prst="rect">
            <a:avLst/>
          </a:prstGeom>
        </p:spPr>
      </p:pic>
      <p:pic>
        <p:nvPicPr>
          <p:cNvPr id="16" name="Imag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87121" y="3950533"/>
            <a:ext cx="3398893" cy="1777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697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fr-FR" dirty="0"/>
              <a:t>Analyse du projet : diapositive </a:t>
            </a:r>
            <a:r>
              <a:rPr lang="fr" dirty="0"/>
              <a:t>3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r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1444657" y="109227"/>
            <a:ext cx="9141644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Tableau de bord Power BI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Image 40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569" y="-62478"/>
            <a:ext cx="1511431" cy="60516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28600" y="5307810"/>
            <a:ext cx="1176150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hlinkClick r:id="rId4"/>
              </a:rPr>
              <a:t>https://</a:t>
            </a:r>
            <a:r>
              <a:rPr lang="fr-FR" dirty="0" smtClean="0">
                <a:hlinkClick r:id="rId4"/>
              </a:rPr>
              <a:t>app.powerbi.com/view?r=eyJrIjoiMTAwMGEyYTUtNTk2NC00NTFjLWI2YTItOWNjODBjZGU5YTBlIiwidCI6ImUyMWU5NzgzLWQwYTAtNDhmOC04NTBlLTBiMDgxYjQ2ZDc4OCIsImMiOjh9&amp;embedImagePlaceholder=true&amp;pageName=7a0a2c104ebd72bee25e</a:t>
            </a:r>
            <a:endParaRPr lang="fr-FR" dirty="0" smtClean="0"/>
          </a:p>
          <a:p>
            <a:endParaRPr lang="fr-FR" dirty="0"/>
          </a:p>
        </p:txBody>
      </p:sp>
      <p:pic>
        <p:nvPicPr>
          <p:cNvPr id="13" name="Image 12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569" y="-82265"/>
            <a:ext cx="1511431" cy="605163"/>
          </a:xfrm>
          <a:prstGeom prst="rect">
            <a:avLst/>
          </a:prstGeom>
        </p:spPr>
      </p:pic>
      <p:graphicFrame>
        <p:nvGraphicFramePr>
          <p:cNvPr id="15" name="Diagramme 14"/>
          <p:cNvGraphicFramePr/>
          <p:nvPr>
            <p:extLst>
              <p:ext uri="{D42A27DB-BD31-4B8C-83A1-F6EECF244321}">
                <p14:modId xmlns:p14="http://schemas.microsoft.com/office/powerpoint/2010/main" val="1333195706"/>
              </p:ext>
            </p:extLst>
          </p:nvPr>
        </p:nvGraphicFramePr>
        <p:xfrm>
          <a:off x="228600" y="6247277"/>
          <a:ext cx="11847136" cy="492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2" name="Image 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59861" y="784303"/>
            <a:ext cx="7789026" cy="4477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123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 hidden="1">
            <a:extLst>
              <a:ext uri="{FF2B5EF4-FFF2-40B4-BE49-F238E27FC236}">
                <a16:creationId xmlns:a16="http://schemas.microsoft.com/office/drawing/2014/main" id="{B5981CF1-BC08-49F8-B0F9-AAF98EC6745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fr-FR" dirty="0"/>
              <a:t>Analyse du projet : diapositive </a:t>
            </a:r>
            <a:r>
              <a:rPr lang="fr" dirty="0"/>
              <a:t>2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r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09806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Débriefing / Questionnaire</a:t>
            </a:r>
            <a:endParaRPr lang="fr-FR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 : Coins arrondis 18">
            <a:extLst>
              <a:ext uri="{FF2B5EF4-FFF2-40B4-BE49-F238E27FC236}">
                <a16:creationId xmlns:a16="http://schemas.microsoft.com/office/drawing/2014/main" id="{EB7F2E37-0ACF-4E8A-9C1D-EC5B65BA290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3247796" y="760687"/>
            <a:ext cx="5943338" cy="992176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fr-FR" sz="3200" dirty="0" smtClean="0"/>
              <a:t>Satisfaction moyenne : 3,7/5</a:t>
            </a:r>
            <a:endParaRPr lang="fr-FR" sz="3200" dirty="0"/>
          </a:p>
        </p:txBody>
      </p:sp>
      <p:pic>
        <p:nvPicPr>
          <p:cNvPr id="44" name="Image 43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569" y="-62478"/>
            <a:ext cx="1511431" cy="605163"/>
          </a:xfrm>
          <a:prstGeom prst="rect">
            <a:avLst/>
          </a:prstGeom>
        </p:spPr>
      </p:pic>
      <p:graphicFrame>
        <p:nvGraphicFramePr>
          <p:cNvPr id="46" name="Diagramme 45"/>
          <p:cNvGraphicFramePr/>
          <p:nvPr>
            <p:extLst>
              <p:ext uri="{D42A27DB-BD31-4B8C-83A1-F6EECF244321}">
                <p14:modId xmlns:p14="http://schemas.microsoft.com/office/powerpoint/2010/main" val="3041769206"/>
              </p:ext>
            </p:extLst>
          </p:nvPr>
        </p:nvGraphicFramePr>
        <p:xfrm>
          <a:off x="228600" y="6247277"/>
          <a:ext cx="11847136" cy="492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2" name="Tableau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6955599"/>
              </p:ext>
            </p:extLst>
          </p:nvPr>
        </p:nvGraphicFramePr>
        <p:xfrm>
          <a:off x="228600" y="2152416"/>
          <a:ext cx="6992332" cy="3695307"/>
        </p:xfrm>
        <a:graphic>
          <a:graphicData uri="http://schemas.openxmlformats.org/drawingml/2006/table">
            <a:tbl>
              <a:tblPr>
                <a:tableStyleId>{37CE84F3-28C3-443E-9E96-99CF82512B78}</a:tableStyleId>
              </a:tblPr>
              <a:tblGrid>
                <a:gridCol w="1477252">
                  <a:extLst>
                    <a:ext uri="{9D8B030D-6E8A-4147-A177-3AD203B41FA5}">
                      <a16:colId xmlns:a16="http://schemas.microsoft.com/office/drawing/2014/main" val="1512966445"/>
                    </a:ext>
                  </a:extLst>
                </a:gridCol>
                <a:gridCol w="3496166">
                  <a:extLst>
                    <a:ext uri="{9D8B030D-6E8A-4147-A177-3AD203B41FA5}">
                      <a16:colId xmlns:a16="http://schemas.microsoft.com/office/drawing/2014/main" val="1487966956"/>
                    </a:ext>
                  </a:extLst>
                </a:gridCol>
                <a:gridCol w="2018914">
                  <a:extLst>
                    <a:ext uri="{9D8B030D-6E8A-4147-A177-3AD203B41FA5}">
                      <a16:colId xmlns:a16="http://schemas.microsoft.com/office/drawing/2014/main" val="1413453336"/>
                    </a:ext>
                  </a:extLst>
                </a:gridCol>
              </a:tblGrid>
              <a:tr h="846833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1" u="none" strike="noStrike" dirty="0">
                          <a:effectLst/>
                        </a:rPr>
                        <a:t>Thème</a:t>
                      </a:r>
                      <a:endParaRPr lang="fr-FR" sz="2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1" u="none" strike="noStrike" dirty="0">
                          <a:effectLst/>
                        </a:rPr>
                        <a:t>Exemples de commentaires</a:t>
                      </a:r>
                      <a:endParaRPr lang="fr-FR" sz="2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1" u="none" strike="noStrike" dirty="0">
                          <a:effectLst/>
                        </a:rPr>
                        <a:t>Interprétation</a:t>
                      </a:r>
                      <a:endParaRPr lang="fr-FR" sz="2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001628"/>
                  </a:ext>
                </a:extLst>
              </a:tr>
              <a:tr h="982252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800" b="0" u="none" strike="noStrike" dirty="0">
                          <a:solidFill>
                            <a:srgbClr val="0070C0"/>
                          </a:solidFill>
                          <a:effectLst/>
                        </a:rPr>
                        <a:t>Points positifs</a:t>
                      </a:r>
                      <a:endParaRPr lang="fr-FR" sz="18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800" b="0" u="none" strike="noStrike" dirty="0" smtClean="0">
                          <a:solidFill>
                            <a:srgbClr val="0070C0"/>
                          </a:solidFill>
                          <a:effectLst/>
                        </a:rPr>
                        <a:t>« Application fluide », « Recherche intuitive », « Bonne visibilité », « Simple </a:t>
                      </a:r>
                      <a:r>
                        <a:rPr lang="fr-FR" sz="1800" b="0" u="none" strike="noStrike" dirty="0">
                          <a:solidFill>
                            <a:srgbClr val="0070C0"/>
                          </a:solidFill>
                          <a:effectLst/>
                        </a:rPr>
                        <a:t>et </a:t>
                      </a:r>
                      <a:r>
                        <a:rPr lang="fr-FR" sz="1800" b="0" u="none" strike="noStrike" dirty="0" smtClean="0">
                          <a:solidFill>
                            <a:srgbClr val="0070C0"/>
                          </a:solidFill>
                          <a:effectLst/>
                        </a:rPr>
                        <a:t>clair »</a:t>
                      </a:r>
                      <a:endParaRPr lang="fr-FR" sz="18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800" b="0" u="none" strike="noStrike" dirty="0">
                          <a:solidFill>
                            <a:srgbClr val="0070C0"/>
                          </a:solidFill>
                          <a:effectLst/>
                        </a:rPr>
                        <a:t>Bonne ergonomie globale</a:t>
                      </a:r>
                      <a:endParaRPr lang="fr-FR" sz="18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2367371"/>
                  </a:ext>
                </a:extLst>
              </a:tr>
              <a:tr h="933111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800" b="0" u="none" strike="noStrike" dirty="0">
                          <a:solidFill>
                            <a:srgbClr val="0070C0"/>
                          </a:solidFill>
                          <a:effectLst/>
                        </a:rPr>
                        <a:t>Points mitigés</a:t>
                      </a:r>
                      <a:endParaRPr lang="fr-FR" sz="18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800" b="0" u="none" strike="noStrike" dirty="0" smtClean="0">
                          <a:solidFill>
                            <a:srgbClr val="0070C0"/>
                          </a:solidFill>
                          <a:effectLst/>
                        </a:rPr>
                        <a:t>« Trop </a:t>
                      </a:r>
                      <a:r>
                        <a:rPr lang="fr-FR" sz="1800" b="0" u="none" strike="noStrike" dirty="0">
                          <a:solidFill>
                            <a:srgbClr val="0070C0"/>
                          </a:solidFill>
                          <a:effectLst/>
                        </a:rPr>
                        <a:t>d’options </a:t>
                      </a:r>
                      <a:r>
                        <a:rPr lang="fr-FR" sz="1800" b="0" u="none" strike="noStrike" dirty="0" smtClean="0">
                          <a:solidFill>
                            <a:srgbClr val="0070C0"/>
                          </a:solidFill>
                          <a:effectLst/>
                        </a:rPr>
                        <a:t>visuelles », « Beaucoup d’informations », « Trop </a:t>
                      </a:r>
                      <a:r>
                        <a:rPr lang="fr-FR" sz="1800" b="0" u="none" strike="noStrike" dirty="0">
                          <a:solidFill>
                            <a:srgbClr val="0070C0"/>
                          </a:solidFill>
                          <a:effectLst/>
                        </a:rPr>
                        <a:t>de </a:t>
                      </a:r>
                      <a:r>
                        <a:rPr lang="fr-FR" sz="1800" b="0" u="none" strike="noStrike" dirty="0" smtClean="0">
                          <a:solidFill>
                            <a:srgbClr val="0070C0"/>
                          </a:solidFill>
                          <a:effectLst/>
                        </a:rPr>
                        <a:t>texte »</a:t>
                      </a:r>
                      <a:endParaRPr lang="fr-FR" sz="18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800" b="0" u="none" strike="noStrike" dirty="0">
                          <a:solidFill>
                            <a:srgbClr val="0070C0"/>
                          </a:solidFill>
                          <a:effectLst/>
                        </a:rPr>
                        <a:t>Surcharge perceptive</a:t>
                      </a:r>
                      <a:endParaRPr lang="fr-FR" sz="18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4857578"/>
                  </a:ext>
                </a:extLst>
              </a:tr>
              <a:tr h="933111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800" b="0" u="none" strike="noStrike" dirty="0">
                          <a:solidFill>
                            <a:srgbClr val="0070C0"/>
                          </a:solidFill>
                          <a:effectLst/>
                        </a:rPr>
                        <a:t>Difficultés</a:t>
                      </a:r>
                      <a:endParaRPr lang="fr-FR" sz="18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800" b="0" u="none" strike="noStrike" dirty="0" smtClean="0">
                          <a:solidFill>
                            <a:srgbClr val="0070C0"/>
                          </a:solidFill>
                          <a:effectLst/>
                        </a:rPr>
                        <a:t>« Confusion livraison/retrait », « Surcharge totale », « Long </a:t>
                      </a:r>
                      <a:r>
                        <a:rPr lang="fr-FR" sz="1800" b="0" u="none" strike="noStrike" dirty="0">
                          <a:solidFill>
                            <a:srgbClr val="0070C0"/>
                          </a:solidFill>
                          <a:effectLst/>
                        </a:rPr>
                        <a:t>à </a:t>
                      </a:r>
                      <a:r>
                        <a:rPr lang="fr-FR" sz="1800" b="0" u="none" strike="noStrike" dirty="0" smtClean="0">
                          <a:solidFill>
                            <a:srgbClr val="0070C0"/>
                          </a:solidFill>
                          <a:effectLst/>
                        </a:rPr>
                        <a:t>confirmer »</a:t>
                      </a:r>
                      <a:endParaRPr lang="fr-FR" sz="18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800" b="0" u="none" strike="noStrike" dirty="0">
                          <a:solidFill>
                            <a:srgbClr val="0070C0"/>
                          </a:solidFill>
                          <a:effectLst/>
                        </a:rPr>
                        <a:t>Charge cognitive et erreurs</a:t>
                      </a:r>
                      <a:endParaRPr lang="fr-FR" sz="18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1592309"/>
                  </a:ext>
                </a:extLst>
              </a:tr>
            </a:tbl>
          </a:graphicData>
        </a:graphic>
      </p:graphicFrame>
      <p:pic>
        <p:nvPicPr>
          <p:cNvPr id="3" name="Image 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70564" y="2832717"/>
            <a:ext cx="4592836" cy="220438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99715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 hidden="1">
            <a:extLst>
              <a:ext uri="{FF2B5EF4-FFF2-40B4-BE49-F238E27FC236}">
                <a16:creationId xmlns:a16="http://schemas.microsoft.com/office/drawing/2014/main" id="{B5981CF1-BC08-49F8-B0F9-AAF98EC6745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fr-FR" dirty="0"/>
              <a:t>Analyse du projet : diapositive </a:t>
            </a:r>
            <a:r>
              <a:rPr lang="fr" dirty="0"/>
              <a:t>2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r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09806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Analyse visuelle</a:t>
            </a:r>
            <a:endParaRPr lang="fr-FR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Image 43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569" y="-62478"/>
            <a:ext cx="1511431" cy="605163"/>
          </a:xfrm>
          <a:prstGeom prst="rect">
            <a:avLst/>
          </a:prstGeom>
        </p:spPr>
      </p:pic>
      <p:pic>
        <p:nvPicPr>
          <p:cNvPr id="45" name="Image 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669888"/>
            <a:ext cx="2448267" cy="552527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1743" y="1242146"/>
            <a:ext cx="5334540" cy="4514249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775" y="1242147"/>
            <a:ext cx="5334541" cy="4514249"/>
          </a:xfrm>
          <a:prstGeom prst="rect">
            <a:avLst/>
          </a:prstGeom>
        </p:spPr>
      </p:pic>
      <p:graphicFrame>
        <p:nvGraphicFramePr>
          <p:cNvPr id="47" name="Diagramme 46"/>
          <p:cNvGraphicFramePr/>
          <p:nvPr>
            <p:extLst>
              <p:ext uri="{D42A27DB-BD31-4B8C-83A1-F6EECF244321}">
                <p14:modId xmlns:p14="http://schemas.microsoft.com/office/powerpoint/2010/main" val="3041769206"/>
              </p:ext>
            </p:extLst>
          </p:nvPr>
        </p:nvGraphicFramePr>
        <p:xfrm>
          <a:off x="228600" y="6247277"/>
          <a:ext cx="11847136" cy="492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552127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 hidden="1">
            <a:extLst>
              <a:ext uri="{FF2B5EF4-FFF2-40B4-BE49-F238E27FC236}">
                <a16:creationId xmlns:a16="http://schemas.microsoft.com/office/drawing/2014/main" id="{B5981CF1-BC08-49F8-B0F9-AAF98EC6745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fr-FR" dirty="0"/>
              <a:t>Analyse du projet : diapositive </a:t>
            </a:r>
            <a:r>
              <a:rPr lang="fr" dirty="0"/>
              <a:t>2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r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09806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Analyse visuelle</a:t>
            </a:r>
            <a:endParaRPr lang="fr-FR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Image 43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569" y="-62478"/>
            <a:ext cx="1511431" cy="605163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669888"/>
            <a:ext cx="2448267" cy="552527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509" y="1528370"/>
            <a:ext cx="5339335" cy="4525921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7499" y="1364740"/>
            <a:ext cx="5574264" cy="4725059"/>
          </a:xfrm>
          <a:prstGeom prst="rect">
            <a:avLst/>
          </a:prstGeom>
        </p:spPr>
      </p:pic>
      <p:graphicFrame>
        <p:nvGraphicFramePr>
          <p:cNvPr id="15" name="Diagramme 14"/>
          <p:cNvGraphicFramePr/>
          <p:nvPr>
            <p:extLst>
              <p:ext uri="{D42A27DB-BD31-4B8C-83A1-F6EECF244321}">
                <p14:modId xmlns:p14="http://schemas.microsoft.com/office/powerpoint/2010/main" val="3041769206"/>
              </p:ext>
            </p:extLst>
          </p:nvPr>
        </p:nvGraphicFramePr>
        <p:xfrm>
          <a:off x="228600" y="6247277"/>
          <a:ext cx="11847136" cy="492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111813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 hidden="1">
            <a:extLst>
              <a:ext uri="{FF2B5EF4-FFF2-40B4-BE49-F238E27FC236}">
                <a16:creationId xmlns:a16="http://schemas.microsoft.com/office/drawing/2014/main" id="{ED2F5393-91A3-4102-A584-E902285C507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fr-FR" dirty="0"/>
              <a:t>Analyse du projet : diapositive </a:t>
            </a:r>
            <a:r>
              <a:rPr lang="fr" dirty="0"/>
              <a:t>4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r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82548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Évaluation experte Bastien &amp; Scapin</a:t>
            </a:r>
            <a:endParaRPr lang="fr-FR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Image 31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569" y="-82265"/>
            <a:ext cx="1511431" cy="605163"/>
          </a:xfrm>
          <a:prstGeom prst="rect">
            <a:avLst/>
          </a:prstGeom>
        </p:spPr>
      </p:pic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2725559"/>
              </p:ext>
            </p:extLst>
          </p:nvPr>
        </p:nvGraphicFramePr>
        <p:xfrm>
          <a:off x="2052303" y="932569"/>
          <a:ext cx="8087393" cy="5290330"/>
        </p:xfrm>
        <a:graphic>
          <a:graphicData uri="http://schemas.openxmlformats.org/drawingml/2006/table">
            <a:tbl>
              <a:tblPr>
                <a:tableStyleId>{37CE84F3-28C3-443E-9E96-99CF82512B78}</a:tableStyleId>
              </a:tblPr>
              <a:tblGrid>
                <a:gridCol w="2069349">
                  <a:extLst>
                    <a:ext uri="{9D8B030D-6E8A-4147-A177-3AD203B41FA5}">
                      <a16:colId xmlns:a16="http://schemas.microsoft.com/office/drawing/2014/main" val="2834673359"/>
                    </a:ext>
                  </a:extLst>
                </a:gridCol>
                <a:gridCol w="3269182">
                  <a:extLst>
                    <a:ext uri="{9D8B030D-6E8A-4147-A177-3AD203B41FA5}">
                      <a16:colId xmlns:a16="http://schemas.microsoft.com/office/drawing/2014/main" val="937426589"/>
                    </a:ext>
                  </a:extLst>
                </a:gridCol>
                <a:gridCol w="2748862">
                  <a:extLst>
                    <a:ext uri="{9D8B030D-6E8A-4147-A177-3AD203B41FA5}">
                      <a16:colId xmlns:a16="http://schemas.microsoft.com/office/drawing/2014/main" val="1349968018"/>
                    </a:ext>
                  </a:extLst>
                </a:gridCol>
              </a:tblGrid>
              <a:tr h="83734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1" u="none" strike="noStrike" dirty="0">
                          <a:effectLst/>
                        </a:rPr>
                        <a:t>Critère</a:t>
                      </a:r>
                      <a:endParaRPr lang="fr-FR" sz="2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1" u="none" strike="noStrike" dirty="0">
                          <a:effectLst/>
                        </a:rPr>
                        <a:t>Observation</a:t>
                      </a:r>
                      <a:endParaRPr lang="fr-FR" sz="2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1" u="none" strike="noStrike" dirty="0">
                          <a:effectLst/>
                        </a:rPr>
                        <a:t>Évaluation</a:t>
                      </a:r>
                      <a:endParaRPr lang="fr-FR" sz="2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8914520"/>
                  </a:ext>
                </a:extLst>
              </a:tr>
              <a:tr h="83734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1" u="none" strike="noStrike" dirty="0">
                          <a:effectLst/>
                        </a:rPr>
                        <a:t>Guidage</a:t>
                      </a:r>
                      <a:endParaRPr lang="fr-FR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Icônes visibles mais non hiérarchisées</a:t>
                      </a:r>
                      <a:endParaRPr lang="fr-FR" sz="2400" b="1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à corriger</a:t>
                      </a:r>
                      <a:endParaRPr lang="fr-FR" sz="24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4474201"/>
                  </a:ext>
                </a:extLst>
              </a:tr>
              <a:tr h="83734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1" u="none" strike="noStrike" dirty="0">
                          <a:effectLst/>
                        </a:rPr>
                        <a:t>Charge de travail</a:t>
                      </a:r>
                      <a:endParaRPr lang="fr-FR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Trop d’informations</a:t>
                      </a:r>
                      <a:endParaRPr lang="fr-FR" sz="2400" b="1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à corriger</a:t>
                      </a:r>
                      <a:endParaRPr lang="fr-FR" sz="24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36016"/>
                  </a:ext>
                </a:extLst>
              </a:tr>
              <a:tr h="83734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1" u="none" strike="noStrike" dirty="0">
                          <a:effectLst/>
                        </a:rPr>
                        <a:t>Cohérence</a:t>
                      </a:r>
                      <a:endParaRPr lang="fr-FR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Interface homogène</a:t>
                      </a:r>
                      <a:endParaRPr lang="fr-FR" sz="2400" b="1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1" u="none" strike="noStrike" dirty="0">
                          <a:solidFill>
                            <a:srgbClr val="00B050"/>
                          </a:solidFill>
                          <a:effectLst/>
                        </a:rPr>
                        <a:t>c'est OK</a:t>
                      </a:r>
                      <a:endParaRPr lang="fr-FR" sz="2400" b="1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6960468"/>
                  </a:ext>
                </a:extLst>
              </a:tr>
              <a:tr h="83734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1" u="none" strike="noStrike" dirty="0">
                          <a:effectLst/>
                        </a:rPr>
                        <a:t>Signifiance des codes</a:t>
                      </a:r>
                      <a:endParaRPr lang="fr-FR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1" u="none" strike="noStrike" dirty="0" smtClean="0">
                          <a:solidFill>
                            <a:srgbClr val="0070C0"/>
                          </a:solidFill>
                          <a:effectLst/>
                        </a:rPr>
                        <a:t>Manques d’icônes</a:t>
                      </a:r>
                      <a:endParaRPr lang="fr-FR" sz="2400" b="1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à </a:t>
                      </a:r>
                      <a:r>
                        <a:rPr lang="fr-FR" sz="2400" b="1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corriger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1794970"/>
                  </a:ext>
                </a:extLst>
              </a:tr>
              <a:tr h="83734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Compatibilité</a:t>
                      </a:r>
                      <a:endParaRPr lang="fr-FR" sz="24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0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Certains</a:t>
                      </a:r>
                      <a:r>
                        <a:rPr lang="fr-FR" sz="2400" b="0" i="0" u="none" strike="noStrike" baseline="0" dirty="0" smtClean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 choix (livraison/retrait) ne sont pas au bon endroit</a:t>
                      </a:r>
                      <a:endParaRPr lang="fr-FR" sz="24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1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à corriger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0097830"/>
                  </a:ext>
                </a:extLst>
              </a:tr>
            </a:tbl>
          </a:graphicData>
        </a:graphic>
      </p:graphicFrame>
      <p:graphicFrame>
        <p:nvGraphicFramePr>
          <p:cNvPr id="35" name="Diagramme 34"/>
          <p:cNvGraphicFramePr/>
          <p:nvPr>
            <p:extLst>
              <p:ext uri="{D42A27DB-BD31-4B8C-83A1-F6EECF244321}">
                <p14:modId xmlns:p14="http://schemas.microsoft.com/office/powerpoint/2010/main" val="3041769206"/>
              </p:ext>
            </p:extLst>
          </p:nvPr>
        </p:nvGraphicFramePr>
        <p:xfrm>
          <a:off x="228600" y="6247277"/>
          <a:ext cx="11847136" cy="492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2" name="Image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600" y="562597"/>
            <a:ext cx="11265233" cy="470202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29977" y="1306731"/>
            <a:ext cx="4633422" cy="3723932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8600" y="2401582"/>
            <a:ext cx="4911437" cy="3061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768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 hidden="1">
            <a:extLst>
              <a:ext uri="{FF2B5EF4-FFF2-40B4-BE49-F238E27FC236}">
                <a16:creationId xmlns:a16="http://schemas.microsoft.com/office/drawing/2014/main" id="{2AC0C949-7A02-4C95-8017-D82E7E71C4F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fr-FR" dirty="0"/>
              <a:t>Analyse du projet : diapositive </a:t>
            </a:r>
            <a:r>
              <a:rPr lang="fr" dirty="0"/>
              <a:t>5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r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95148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Analyse </a:t>
            </a:r>
            <a:r>
              <a:rPr lang="fr-FR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ergonomique</a:t>
            </a:r>
            <a:endParaRPr lang="fr-FR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age 18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569" y="-82265"/>
            <a:ext cx="1511431" cy="605163"/>
          </a:xfrm>
          <a:prstGeom prst="rect">
            <a:avLst/>
          </a:prstGeom>
        </p:spPr>
      </p:pic>
      <p:graphicFrame>
        <p:nvGraphicFramePr>
          <p:cNvPr id="21" name="Diagramme 20"/>
          <p:cNvGraphicFramePr/>
          <p:nvPr>
            <p:extLst>
              <p:ext uri="{D42A27DB-BD31-4B8C-83A1-F6EECF244321}">
                <p14:modId xmlns:p14="http://schemas.microsoft.com/office/powerpoint/2010/main" val="3041769206"/>
              </p:ext>
            </p:extLst>
          </p:nvPr>
        </p:nvGraphicFramePr>
        <p:xfrm>
          <a:off x="228600" y="6247277"/>
          <a:ext cx="11847136" cy="492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3" name="Tableau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5975"/>
              </p:ext>
            </p:extLst>
          </p:nvPr>
        </p:nvGraphicFramePr>
        <p:xfrm>
          <a:off x="228601" y="1018095"/>
          <a:ext cx="11847136" cy="47322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96378">
                  <a:extLst>
                    <a:ext uri="{9D8B030D-6E8A-4147-A177-3AD203B41FA5}">
                      <a16:colId xmlns:a16="http://schemas.microsoft.com/office/drawing/2014/main" val="2503471909"/>
                    </a:ext>
                  </a:extLst>
                </a:gridCol>
                <a:gridCol w="1448539">
                  <a:extLst>
                    <a:ext uri="{9D8B030D-6E8A-4147-A177-3AD203B41FA5}">
                      <a16:colId xmlns:a16="http://schemas.microsoft.com/office/drawing/2014/main" val="557697573"/>
                    </a:ext>
                  </a:extLst>
                </a:gridCol>
                <a:gridCol w="1300898">
                  <a:extLst>
                    <a:ext uri="{9D8B030D-6E8A-4147-A177-3AD203B41FA5}">
                      <a16:colId xmlns:a16="http://schemas.microsoft.com/office/drawing/2014/main" val="3916531513"/>
                    </a:ext>
                  </a:extLst>
                </a:gridCol>
                <a:gridCol w="1234912">
                  <a:extLst>
                    <a:ext uri="{9D8B030D-6E8A-4147-A177-3AD203B41FA5}">
                      <a16:colId xmlns:a16="http://schemas.microsoft.com/office/drawing/2014/main" val="3801503438"/>
                    </a:ext>
                  </a:extLst>
                </a:gridCol>
                <a:gridCol w="1555423">
                  <a:extLst>
                    <a:ext uri="{9D8B030D-6E8A-4147-A177-3AD203B41FA5}">
                      <a16:colId xmlns:a16="http://schemas.microsoft.com/office/drawing/2014/main" val="3848991818"/>
                    </a:ext>
                  </a:extLst>
                </a:gridCol>
                <a:gridCol w="1555422">
                  <a:extLst>
                    <a:ext uri="{9D8B030D-6E8A-4147-A177-3AD203B41FA5}">
                      <a16:colId xmlns:a16="http://schemas.microsoft.com/office/drawing/2014/main" val="3096497383"/>
                    </a:ext>
                  </a:extLst>
                </a:gridCol>
                <a:gridCol w="2187019">
                  <a:extLst>
                    <a:ext uri="{9D8B030D-6E8A-4147-A177-3AD203B41FA5}">
                      <a16:colId xmlns:a16="http://schemas.microsoft.com/office/drawing/2014/main" val="2445097100"/>
                    </a:ext>
                  </a:extLst>
                </a:gridCol>
                <a:gridCol w="1668545">
                  <a:extLst>
                    <a:ext uri="{9D8B030D-6E8A-4147-A177-3AD203B41FA5}">
                      <a16:colId xmlns:a16="http://schemas.microsoft.com/office/drawing/2014/main" val="2599598844"/>
                    </a:ext>
                  </a:extLst>
                </a:gridCol>
              </a:tblGrid>
              <a:tr h="728039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Aspect</a:t>
                      </a:r>
                      <a:endParaRPr lang="fr-FR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Navigation</a:t>
                      </a:r>
                      <a:endParaRPr lang="fr-FR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Lisibilité</a:t>
                      </a:r>
                      <a:endParaRPr lang="fr-FR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Accessibilité</a:t>
                      </a:r>
                      <a:endParaRPr lang="fr-FR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Feedback utilisateur</a:t>
                      </a:r>
                      <a:endParaRPr lang="fr-FR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Guidage visuel</a:t>
                      </a:r>
                      <a:endParaRPr lang="fr-FR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Cohérence graphique</a:t>
                      </a:r>
                      <a:endParaRPr lang="fr-FR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Charge de travail</a:t>
                      </a:r>
                      <a:endParaRPr lang="fr-FR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76408"/>
                  </a:ext>
                </a:extLst>
              </a:tr>
              <a:tr h="182009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Points forts</a:t>
                      </a:r>
                      <a:endParaRPr lang="fr-FR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1" u="none" strike="noStrike" dirty="0">
                          <a:solidFill>
                            <a:srgbClr val="00B050"/>
                          </a:solidFill>
                          <a:effectLst/>
                        </a:rPr>
                        <a:t>Fluide et intuitive</a:t>
                      </a:r>
                      <a:endParaRPr lang="fr-FR" sz="2000" b="1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1" u="none" strike="noStrike" dirty="0">
                          <a:solidFill>
                            <a:srgbClr val="00B050"/>
                          </a:solidFill>
                          <a:effectLst/>
                        </a:rPr>
                        <a:t>Polices homogènes, couleurs cohérentes</a:t>
                      </a:r>
                      <a:endParaRPr lang="fr-FR" sz="2000" b="1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1" u="none" strike="noStrike" dirty="0">
                          <a:solidFill>
                            <a:srgbClr val="00B050"/>
                          </a:solidFill>
                          <a:effectLst/>
                        </a:rPr>
                        <a:t>Icônes universelles, interface simple</a:t>
                      </a:r>
                      <a:endParaRPr lang="fr-FR" sz="2000" b="1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1" u="none" strike="noStrike" dirty="0">
                          <a:solidFill>
                            <a:srgbClr val="00B050"/>
                          </a:solidFill>
                          <a:effectLst/>
                        </a:rPr>
                        <a:t>Confirmation rapide lors de l’ajout panier</a:t>
                      </a:r>
                      <a:endParaRPr lang="fr-FR" sz="2000" b="1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1" u="none" strike="noStrike" dirty="0">
                          <a:solidFill>
                            <a:srgbClr val="00B050"/>
                          </a:solidFill>
                          <a:effectLst/>
                        </a:rPr>
                        <a:t>Images produits attractives</a:t>
                      </a:r>
                      <a:endParaRPr lang="fr-FR" sz="2000" b="1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1" u="none" strike="noStrike" dirty="0">
                          <a:solidFill>
                            <a:srgbClr val="00B050"/>
                          </a:solidFill>
                          <a:effectLst/>
                        </a:rPr>
                        <a:t>Interface sobre et claire</a:t>
                      </a:r>
                      <a:endParaRPr lang="fr-FR" sz="2000" b="1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1" u="none" strike="noStrike" dirty="0">
                          <a:solidFill>
                            <a:srgbClr val="00B050"/>
                          </a:solidFill>
                          <a:effectLst/>
                        </a:rPr>
                        <a:t>Peu d’étapes globales</a:t>
                      </a:r>
                      <a:endParaRPr lang="fr-FR" sz="2000" b="1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381034"/>
                  </a:ext>
                </a:extLst>
              </a:tr>
              <a:tr h="218411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Points faibles</a:t>
                      </a:r>
                      <a:endParaRPr lang="fr-FR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Peu de hiérarchie visuelle entre zones</a:t>
                      </a:r>
                      <a:endParaRPr lang="fr-FR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Trop de densité visuelle sur mobile</a:t>
                      </a:r>
                      <a:endParaRPr lang="fr-FR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Taille de texte petite sur certains écrans</a:t>
                      </a:r>
                      <a:endParaRPr lang="fr-FR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Manque de retour sur la disponibilité ou la livraison</a:t>
                      </a:r>
                      <a:endParaRPr lang="fr-FR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Les filtres et icônes livraison manquent de visibilité</a:t>
                      </a:r>
                      <a:endParaRPr lang="fr-FR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Uniformité qui masque parfois les zones importantes</a:t>
                      </a:r>
                      <a:endParaRPr lang="fr-FR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0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Trop d’informations simultanées à l’écran</a:t>
                      </a:r>
                      <a:endParaRPr lang="fr-FR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3308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2140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 hidden="1">
            <a:extLst>
              <a:ext uri="{FF2B5EF4-FFF2-40B4-BE49-F238E27FC236}">
                <a16:creationId xmlns:a16="http://schemas.microsoft.com/office/drawing/2014/main" id="{166BC32C-2E11-43D3-963B-9766918E0FE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fr-FR" dirty="0"/>
              <a:t>Analyse du projet : diapositive </a:t>
            </a:r>
            <a:r>
              <a:rPr lang="fr" dirty="0"/>
              <a:t>6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r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82396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Prototype et amélioration</a:t>
            </a:r>
            <a:endParaRPr lang="fr-FR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Image 46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569" y="-82265"/>
            <a:ext cx="1511431" cy="605163"/>
          </a:xfrm>
          <a:prstGeom prst="rect">
            <a:avLst/>
          </a:prstGeom>
        </p:spPr>
      </p:pic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906188" y="5410275"/>
            <a:ext cx="1078843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dirty="0">
                <a:latin typeface="Arial" panose="020B0604020202020204" pitchFamily="34" charset="0"/>
                <a:hlinkClick r:id="rId4"/>
              </a:rPr>
              <a:t>https://</a:t>
            </a:r>
            <a:r>
              <a:rPr lang="fr-FR" altLang="fr-FR" dirty="0" smtClean="0">
                <a:latin typeface="Arial" panose="020B0604020202020204" pitchFamily="34" charset="0"/>
                <a:hlinkClick r:id="rId4"/>
              </a:rPr>
              <a:t>www.figma.com/make/KQgbagkowtLWCyzc0OvKKf/IKEA-Purchase-Journey-Prototype?node-id=0-1&amp;p=f&amp;t=89n7aSVUDmeiXcvN-0&amp;fullscreen=1</a:t>
            </a:r>
            <a:endParaRPr lang="fr-FR" altLang="fr-FR" dirty="0" smtClean="0">
              <a:latin typeface="Arial" panose="020B0604020202020204" pitchFamily="34" charset="0"/>
            </a:endParaRPr>
          </a:p>
        </p:txBody>
      </p:sp>
      <p:graphicFrame>
        <p:nvGraphicFramePr>
          <p:cNvPr id="50" name="Diagramme 49"/>
          <p:cNvGraphicFramePr/>
          <p:nvPr>
            <p:extLst>
              <p:ext uri="{D42A27DB-BD31-4B8C-83A1-F6EECF244321}">
                <p14:modId xmlns:p14="http://schemas.microsoft.com/office/powerpoint/2010/main" val="122285258"/>
              </p:ext>
            </p:extLst>
          </p:nvPr>
        </p:nvGraphicFramePr>
        <p:xfrm>
          <a:off x="228600" y="6247277"/>
          <a:ext cx="11847136" cy="492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2" name="Image 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4389" y="783849"/>
            <a:ext cx="10072085" cy="4435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579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 hidden="1">
            <a:extLst>
              <a:ext uri="{FF2B5EF4-FFF2-40B4-BE49-F238E27FC236}">
                <a16:creationId xmlns:a16="http://schemas.microsoft.com/office/drawing/2014/main" id="{D33B6BF4-2C08-4464-A4ED-A7F5F991F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fr-FR" dirty="0"/>
              <a:t>Analyse du projet : diapositive </a:t>
            </a:r>
            <a:r>
              <a:rPr lang="fr" dirty="0"/>
              <a:t>7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r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23580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Conclusion et recommandations</a:t>
            </a:r>
            <a:endParaRPr lang="fr-FR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1" name="Image 150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569" y="-82265"/>
            <a:ext cx="1511431" cy="605163"/>
          </a:xfrm>
          <a:prstGeom prst="rect">
            <a:avLst/>
          </a:prstGeom>
        </p:spPr>
      </p:pic>
      <p:graphicFrame>
        <p:nvGraphicFramePr>
          <p:cNvPr id="153" name="Diagramme 152"/>
          <p:cNvGraphicFramePr/>
          <p:nvPr>
            <p:extLst>
              <p:ext uri="{D42A27DB-BD31-4B8C-83A1-F6EECF244321}">
                <p14:modId xmlns:p14="http://schemas.microsoft.com/office/powerpoint/2010/main" val="769290502"/>
              </p:ext>
            </p:extLst>
          </p:nvPr>
        </p:nvGraphicFramePr>
        <p:xfrm>
          <a:off x="228600" y="6247277"/>
          <a:ext cx="11847136" cy="492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6" name="Diagramme 5"/>
          <p:cNvGraphicFramePr/>
          <p:nvPr>
            <p:extLst>
              <p:ext uri="{D42A27DB-BD31-4B8C-83A1-F6EECF244321}">
                <p14:modId xmlns:p14="http://schemas.microsoft.com/office/powerpoint/2010/main" val="4248014022"/>
              </p:ext>
            </p:extLst>
          </p:nvPr>
        </p:nvGraphicFramePr>
        <p:xfrm>
          <a:off x="2088168" y="1046375"/>
          <a:ext cx="8128000" cy="47605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875445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62A21665-C64F-4BDA-B2DE-442D706057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/>
        </p:nvGrpSpPr>
        <p:grpSpPr>
          <a:xfrm>
            <a:off x="4325258" y="1544068"/>
            <a:ext cx="3541486" cy="3769865"/>
            <a:chOff x="4325258" y="1229517"/>
            <a:chExt cx="3541486" cy="3769865"/>
          </a:xfrm>
        </p:grpSpPr>
        <p:sp>
          <p:nvSpPr>
            <p:cNvPr id="12" name="Losange 11">
              <a:extLst>
                <a:ext uri="{FF2B5EF4-FFF2-40B4-BE49-F238E27FC236}">
                  <a16:creationId xmlns:a16="http://schemas.microsoft.com/office/drawing/2014/main" id="{7DC8B409-5FAC-4539-B25A-26BE925A48AF}"/>
                </a:ext>
              </a:extLst>
            </p:cNvPr>
            <p:cNvSpPr/>
            <p:nvPr/>
          </p:nvSpPr>
          <p:spPr>
            <a:xfrm>
              <a:off x="4792319" y="2392018"/>
              <a:ext cx="2607364" cy="2607364"/>
            </a:xfrm>
            <a:prstGeom prst="diamond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dirty="0"/>
            </a:p>
          </p:txBody>
        </p:sp>
        <p:sp>
          <p:nvSpPr>
            <p:cNvPr id="13" name="Losange 12">
              <a:extLst>
                <a:ext uri="{FF2B5EF4-FFF2-40B4-BE49-F238E27FC236}">
                  <a16:creationId xmlns:a16="http://schemas.microsoft.com/office/drawing/2014/main" id="{91498E2F-539C-46D3-AF7C-BB1DAE76B114}"/>
                </a:ext>
              </a:extLst>
            </p:cNvPr>
            <p:cNvSpPr/>
            <p:nvPr/>
          </p:nvSpPr>
          <p:spPr>
            <a:xfrm>
              <a:off x="4325258" y="1229517"/>
              <a:ext cx="3541486" cy="3541486"/>
            </a:xfrm>
            <a:prstGeom prst="diamond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dirty="0"/>
            </a:p>
          </p:txBody>
        </p:sp>
      </p:grpSp>
      <p:sp>
        <p:nvSpPr>
          <p:cNvPr id="15" name="Titre 1">
            <a:extLst>
              <a:ext uri="{FF2B5EF4-FFF2-40B4-BE49-F238E27FC236}">
                <a16:creationId xmlns:a16="http://schemas.microsoft.com/office/drawing/2014/main" id="{FA061601-468D-486D-B8EE-42BD1BE3A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1" y="2572184"/>
            <a:ext cx="9144000" cy="997196"/>
          </a:xfrm>
        </p:spPr>
        <p:txBody>
          <a:bodyPr lIns="0" tIns="0" rIns="0" bIns="0" rtlCol="0" anchor="ctr">
            <a:spAutoFit/>
          </a:bodyPr>
          <a:lstStyle/>
          <a:p>
            <a:pPr rtl="0"/>
            <a:r>
              <a:rPr lang="fr-FR" sz="7200" b="1" dirty="0" smtClean="0">
                <a:solidFill>
                  <a:schemeClr val="bg1"/>
                </a:solidFill>
              </a:rPr>
              <a:t>Merci / Questions</a:t>
            </a:r>
            <a:endParaRPr lang="fr-FR" sz="7200" dirty="0">
              <a:solidFill>
                <a:schemeClr val="accent4"/>
              </a:solidFill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569" y="0"/>
            <a:ext cx="1511431" cy="60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038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Personnalisé 1">
      <a:dk1>
        <a:srgbClr val="000000"/>
      </a:dk1>
      <a:lt1>
        <a:sysClr val="window" lastClr="FFFFFF"/>
      </a:lt1>
      <a:dk2>
        <a:srgbClr val="4B4B4B"/>
      </a:dk2>
      <a:lt2>
        <a:srgbClr val="E5E5E5"/>
      </a:lt2>
      <a:accent1>
        <a:srgbClr val="00583F"/>
      </a:accent1>
      <a:accent2>
        <a:srgbClr val="FFCC00"/>
      </a:accent2>
      <a:accent3>
        <a:srgbClr val="77B5E5"/>
      </a:accent3>
      <a:accent4>
        <a:srgbClr val="F5A623"/>
      </a:accent4>
      <a:accent5>
        <a:srgbClr val="00345E"/>
      </a:accent5>
      <a:accent6>
        <a:srgbClr val="D94F3D"/>
      </a:accent6>
      <a:hlink>
        <a:srgbClr val="3A8DDE"/>
      </a:hlink>
      <a:folHlink>
        <a:srgbClr val="C00000"/>
      </a:folHlink>
    </a:clrScheme>
    <a:fontScheme name="Modern 01">
      <a:majorFont>
        <a:latin typeface="Century Gothic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740364_TF78455520" id="{1B6B5A3F-3791-4D91-8BCC-053B27B038BF}" vid="{26B24478-322D-4DF5-BC15-C9CB3253BD42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Analyse de projet, tiré de 24Slides</Template>
  <TotalTime>0</TotalTime>
  <Words>1585</Words>
  <Application>Microsoft Office PowerPoint</Application>
  <PresentationFormat>Grand écran</PresentationFormat>
  <Paragraphs>477</Paragraphs>
  <Slides>26</Slides>
  <Notes>26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Century Gothic</vt:lpstr>
      <vt:lpstr>Segoe UI Light</vt:lpstr>
      <vt:lpstr>Wingdings</vt:lpstr>
      <vt:lpstr>Thème Office</vt:lpstr>
      <vt:lpstr>Analyse cognitive et ergonomique de l’application IKEA Projet UX - 2025</vt:lpstr>
      <vt:lpstr>Analyse du projet : diapositive 3</vt:lpstr>
      <vt:lpstr>Analyse du projet : diapositive 3</vt:lpstr>
      <vt:lpstr>Analyse du projet : diapositive 3</vt:lpstr>
      <vt:lpstr>Analyse du projet : diapositive 3</vt:lpstr>
      <vt:lpstr>Analyse du projet : diapositive 3</vt:lpstr>
      <vt:lpstr>Analyse du projet : diapositive 3</vt:lpstr>
      <vt:lpstr>Analyse du projet : diapositive 3</vt:lpstr>
      <vt:lpstr>Analyse du projet : diapositive 3</vt:lpstr>
      <vt:lpstr>Analyse du projet : diapositive 3</vt:lpstr>
      <vt:lpstr>Analyse du projet : diapositive 3</vt:lpstr>
      <vt:lpstr>Analyse du projet : diapositive 3</vt:lpstr>
      <vt:lpstr>Analyse du projet : diapositive 3</vt:lpstr>
      <vt:lpstr>Analyse du projet : diapositive 3</vt:lpstr>
      <vt:lpstr>Analyse du projet : diapositive 3</vt:lpstr>
      <vt:lpstr>Analyse du projet : diapositive 3</vt:lpstr>
      <vt:lpstr>Analyse du projet : diapositive 3</vt:lpstr>
      <vt:lpstr>Analyse du projet : diapositive 3</vt:lpstr>
      <vt:lpstr>Analyse du projet : diapositive 2</vt:lpstr>
      <vt:lpstr>Analyse du projet : diapositive 2</vt:lpstr>
      <vt:lpstr>Analyse du projet : diapositive 2</vt:lpstr>
      <vt:lpstr>Analyse du projet : diapositive 4</vt:lpstr>
      <vt:lpstr>Analyse du projet : diapositive 5</vt:lpstr>
      <vt:lpstr>Analyse du projet : diapositive 6</vt:lpstr>
      <vt:lpstr>Analyse du projet : diapositive 7</vt:lpstr>
      <vt:lpstr>Merci /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2025-10-10T16:25:56Z</dcterms:created>
  <dcterms:modified xsi:type="dcterms:W3CDTF">2025-11-18T13:23:52Z</dcterms:modified>
</cp:coreProperties>
</file>