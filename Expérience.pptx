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60" r:id="rId5"/>
    <p:sldId id="266" r:id="rId6"/>
    <p:sldId id="257" r:id="rId7"/>
    <p:sldId id="261" r:id="rId8"/>
    <p:sldId id="265" r:id="rId9"/>
    <p:sldId id="267" r:id="rId10"/>
    <p:sldId id="274" r:id="rId11"/>
    <p:sldId id="262" r:id="rId12"/>
    <p:sldId id="276" r:id="rId13"/>
    <p:sldId id="271" r:id="rId14"/>
    <p:sldId id="270" r:id="rId15"/>
    <p:sldId id="269" r:id="rId16"/>
    <p:sldId id="272" r:id="rId17"/>
    <p:sldId id="275" r:id="rId18"/>
    <p:sldId id="264" r:id="rId19"/>
    <p:sldId id="268" r:id="rId20"/>
    <p:sldId id="273" r:id="rId21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6156B6"/>
    <a:srgbClr val="293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955" autoAdjust="0"/>
  </p:normalViewPr>
  <p:slideViewPr>
    <p:cSldViewPr snapToGrid="0">
      <p:cViewPr varScale="1">
        <p:scale>
          <a:sx n="68" d="100"/>
          <a:sy n="68" d="100"/>
        </p:scale>
        <p:origin x="6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80661F-9B7D-4BBC-99B3-F7E53975A934}" type="doc">
      <dgm:prSet loTypeId="urn:microsoft.com/office/officeart/2005/8/layout/hList6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DFDE504-A91C-4244-B6D3-AF87A528E471}">
      <dgm:prSet phldrT="[Texte]"/>
      <dgm:spPr/>
      <dgm:t>
        <a:bodyPr/>
        <a:lstStyle/>
        <a:p>
          <a:r>
            <a:rPr lang="fr-FR" dirty="0" smtClean="0"/>
            <a:t>Introduction et Problématique</a:t>
          </a:r>
          <a:endParaRPr lang="fr-FR" dirty="0"/>
        </a:p>
      </dgm:t>
    </dgm:pt>
    <dgm:pt modelId="{49F66C92-5EE9-4B46-8C99-CAB61AE6A94D}" type="parTrans" cxnId="{37DB9A6E-7CD6-4E1E-AE04-EF33F6807F9D}">
      <dgm:prSet/>
      <dgm:spPr/>
      <dgm:t>
        <a:bodyPr/>
        <a:lstStyle/>
        <a:p>
          <a:endParaRPr lang="fr-FR"/>
        </a:p>
      </dgm:t>
    </dgm:pt>
    <dgm:pt modelId="{4D0593C9-077D-4B3E-80E5-4A321E97CDA7}" type="sibTrans" cxnId="{37DB9A6E-7CD6-4E1E-AE04-EF33F6807F9D}">
      <dgm:prSet/>
      <dgm:spPr/>
      <dgm:t>
        <a:bodyPr/>
        <a:lstStyle/>
        <a:p>
          <a:endParaRPr lang="fr-FR"/>
        </a:p>
      </dgm:t>
    </dgm:pt>
    <dgm:pt modelId="{57234A0F-6D15-4EDF-83B5-CA29EC130077}">
      <dgm:prSet phldrT="[Texte]"/>
      <dgm:spPr/>
      <dgm:t>
        <a:bodyPr/>
        <a:lstStyle/>
        <a:p>
          <a:r>
            <a:rPr lang="fr-FR" dirty="0" smtClean="0"/>
            <a:t>Méthodologie et Protocole</a:t>
          </a:r>
          <a:endParaRPr lang="fr-FR" dirty="0"/>
        </a:p>
      </dgm:t>
    </dgm:pt>
    <dgm:pt modelId="{B9092214-DF58-4FF7-8DCE-83FB3B8122B2}" type="parTrans" cxnId="{65160A5C-7FDA-4D84-A2AD-E2AF0BAEB73F}">
      <dgm:prSet/>
      <dgm:spPr/>
      <dgm:t>
        <a:bodyPr/>
        <a:lstStyle/>
        <a:p>
          <a:endParaRPr lang="fr-FR"/>
        </a:p>
      </dgm:t>
    </dgm:pt>
    <dgm:pt modelId="{74DBEC55-6F78-409D-847F-260C30D7A191}" type="sibTrans" cxnId="{65160A5C-7FDA-4D84-A2AD-E2AF0BAEB73F}">
      <dgm:prSet/>
      <dgm:spPr/>
      <dgm:t>
        <a:bodyPr/>
        <a:lstStyle/>
        <a:p>
          <a:endParaRPr lang="fr-FR"/>
        </a:p>
      </dgm:t>
    </dgm:pt>
    <dgm:pt modelId="{6030AC11-9EAD-4C29-9D3D-06ED09C3EB17}">
      <dgm:prSet phldrT="[Texte]"/>
      <dgm:spPr/>
      <dgm:t>
        <a:bodyPr/>
        <a:lstStyle/>
        <a:p>
          <a:r>
            <a:rPr lang="fr-FR" dirty="0" smtClean="0"/>
            <a:t>Analyse et Résultats (</a:t>
          </a:r>
          <a:r>
            <a:rPr lang="fr-FR" dirty="0" err="1" smtClean="0"/>
            <a:t>PowerBI</a:t>
          </a:r>
          <a:r>
            <a:rPr lang="fr-FR" dirty="0" smtClean="0"/>
            <a:t>)</a:t>
          </a:r>
          <a:endParaRPr lang="fr-FR" dirty="0"/>
        </a:p>
      </dgm:t>
    </dgm:pt>
    <dgm:pt modelId="{867C3E23-2C2B-4C5A-87AA-06146B064543}" type="parTrans" cxnId="{B2406B20-4BD1-46C8-94E1-21E1BA7F8646}">
      <dgm:prSet/>
      <dgm:spPr/>
      <dgm:t>
        <a:bodyPr/>
        <a:lstStyle/>
        <a:p>
          <a:endParaRPr lang="fr-FR"/>
        </a:p>
      </dgm:t>
    </dgm:pt>
    <dgm:pt modelId="{F8CFBB0F-5F27-4579-8356-0D1DD14AC98C}" type="sibTrans" cxnId="{B2406B20-4BD1-46C8-94E1-21E1BA7F8646}">
      <dgm:prSet/>
      <dgm:spPr/>
      <dgm:t>
        <a:bodyPr/>
        <a:lstStyle/>
        <a:p>
          <a:endParaRPr lang="fr-FR"/>
        </a:p>
      </dgm:t>
    </dgm:pt>
    <dgm:pt modelId="{D1ED02D9-E587-4B4B-939F-9845E7D87863}">
      <dgm:prSet phldrT="[Texte]"/>
      <dgm:spPr/>
      <dgm:t>
        <a:bodyPr/>
        <a:lstStyle/>
        <a:p>
          <a:r>
            <a:rPr lang="fr-FR" dirty="0" smtClean="0"/>
            <a:t>Limites et conclusion</a:t>
          </a:r>
          <a:endParaRPr lang="fr-FR" dirty="0"/>
        </a:p>
      </dgm:t>
    </dgm:pt>
    <dgm:pt modelId="{D118172A-D2D0-4E84-B3A3-1468F2CF906F}" type="parTrans" cxnId="{4DD3CCF4-8CBC-4A95-B99F-CDDAC870A78B}">
      <dgm:prSet/>
      <dgm:spPr/>
      <dgm:t>
        <a:bodyPr/>
        <a:lstStyle/>
        <a:p>
          <a:endParaRPr lang="fr-FR"/>
        </a:p>
      </dgm:t>
    </dgm:pt>
    <dgm:pt modelId="{DEE0F4D5-9648-4B3C-B53B-C226A1EC5918}" type="sibTrans" cxnId="{4DD3CCF4-8CBC-4A95-B99F-CDDAC870A78B}">
      <dgm:prSet/>
      <dgm:spPr/>
      <dgm:t>
        <a:bodyPr/>
        <a:lstStyle/>
        <a:p>
          <a:endParaRPr lang="fr-FR"/>
        </a:p>
      </dgm:t>
    </dgm:pt>
    <dgm:pt modelId="{F8267400-7902-4255-A572-108E18873401}" type="pres">
      <dgm:prSet presAssocID="{A380661F-9B7D-4BBC-99B3-F7E53975A93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0D31498-3192-46A0-870B-1B7364AE4189}" type="pres">
      <dgm:prSet presAssocID="{CDFDE504-A91C-4244-B6D3-AF87A528E471}" presName="node" presStyleLbl="node1" presStyleIdx="0" presStyleCnt="4" custLinFactNeighborX="-12821" custLinFactNeighborY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548AE22-E58F-4469-A95A-BB72D8C208B2}" type="pres">
      <dgm:prSet presAssocID="{4D0593C9-077D-4B3E-80E5-4A321E97CDA7}" presName="sibTrans" presStyleCnt="0"/>
      <dgm:spPr/>
    </dgm:pt>
    <dgm:pt modelId="{F479FD7C-9662-47CF-8015-4B94C471E55C}" type="pres">
      <dgm:prSet presAssocID="{57234A0F-6D15-4EDF-83B5-CA29EC13007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7466F38-60C8-410A-94FC-370A59A4F415}" type="pres">
      <dgm:prSet presAssocID="{74DBEC55-6F78-409D-847F-260C30D7A191}" presName="sibTrans" presStyleCnt="0"/>
      <dgm:spPr/>
    </dgm:pt>
    <dgm:pt modelId="{DA769A7E-DB06-4F73-87AC-1D1D3F1B6520}" type="pres">
      <dgm:prSet presAssocID="{6030AC11-9EAD-4C29-9D3D-06ED09C3EB1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D51182C-FE1A-4689-9AC9-F7E7BF168C74}" type="pres">
      <dgm:prSet presAssocID="{F8CFBB0F-5F27-4579-8356-0D1DD14AC98C}" presName="sibTrans" presStyleCnt="0"/>
      <dgm:spPr/>
    </dgm:pt>
    <dgm:pt modelId="{A717009C-1037-4BE4-8828-2FB5AC57D973}" type="pres">
      <dgm:prSet presAssocID="{D1ED02D9-E587-4B4B-939F-9845E7D8786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69FF518-1174-4A69-858F-23C291D4D0B6}" type="presOf" srcId="{CDFDE504-A91C-4244-B6D3-AF87A528E471}" destId="{30D31498-3192-46A0-870B-1B7364AE4189}" srcOrd="0" destOrd="0" presId="urn:microsoft.com/office/officeart/2005/8/layout/hList6"/>
    <dgm:cxn modelId="{4DEA770C-049D-4EB9-BE9D-03250BEF82C1}" type="presOf" srcId="{D1ED02D9-E587-4B4B-939F-9845E7D87863}" destId="{A717009C-1037-4BE4-8828-2FB5AC57D973}" srcOrd="0" destOrd="0" presId="urn:microsoft.com/office/officeart/2005/8/layout/hList6"/>
    <dgm:cxn modelId="{F2A7AD7E-4C70-433E-B42B-DBCD83ACB171}" type="presOf" srcId="{6030AC11-9EAD-4C29-9D3D-06ED09C3EB17}" destId="{DA769A7E-DB06-4F73-87AC-1D1D3F1B6520}" srcOrd="0" destOrd="0" presId="urn:microsoft.com/office/officeart/2005/8/layout/hList6"/>
    <dgm:cxn modelId="{4DD3CCF4-8CBC-4A95-B99F-CDDAC870A78B}" srcId="{A380661F-9B7D-4BBC-99B3-F7E53975A934}" destId="{D1ED02D9-E587-4B4B-939F-9845E7D87863}" srcOrd="3" destOrd="0" parTransId="{D118172A-D2D0-4E84-B3A3-1468F2CF906F}" sibTransId="{DEE0F4D5-9648-4B3C-B53B-C226A1EC5918}"/>
    <dgm:cxn modelId="{37DB9A6E-7CD6-4E1E-AE04-EF33F6807F9D}" srcId="{A380661F-9B7D-4BBC-99B3-F7E53975A934}" destId="{CDFDE504-A91C-4244-B6D3-AF87A528E471}" srcOrd="0" destOrd="0" parTransId="{49F66C92-5EE9-4B46-8C99-CAB61AE6A94D}" sibTransId="{4D0593C9-077D-4B3E-80E5-4A321E97CDA7}"/>
    <dgm:cxn modelId="{B2406B20-4BD1-46C8-94E1-21E1BA7F8646}" srcId="{A380661F-9B7D-4BBC-99B3-F7E53975A934}" destId="{6030AC11-9EAD-4C29-9D3D-06ED09C3EB17}" srcOrd="2" destOrd="0" parTransId="{867C3E23-2C2B-4C5A-87AA-06146B064543}" sibTransId="{F8CFBB0F-5F27-4579-8356-0D1DD14AC98C}"/>
    <dgm:cxn modelId="{48CCD603-BC7B-44D0-8876-F951FEC7FCDA}" type="presOf" srcId="{57234A0F-6D15-4EDF-83B5-CA29EC130077}" destId="{F479FD7C-9662-47CF-8015-4B94C471E55C}" srcOrd="0" destOrd="0" presId="urn:microsoft.com/office/officeart/2005/8/layout/hList6"/>
    <dgm:cxn modelId="{F2B7C654-832D-4A48-9068-485DC43ADB47}" type="presOf" srcId="{A380661F-9B7D-4BBC-99B3-F7E53975A934}" destId="{F8267400-7902-4255-A572-108E18873401}" srcOrd="0" destOrd="0" presId="urn:microsoft.com/office/officeart/2005/8/layout/hList6"/>
    <dgm:cxn modelId="{65160A5C-7FDA-4D84-A2AD-E2AF0BAEB73F}" srcId="{A380661F-9B7D-4BBC-99B3-F7E53975A934}" destId="{57234A0F-6D15-4EDF-83B5-CA29EC130077}" srcOrd="1" destOrd="0" parTransId="{B9092214-DF58-4FF7-8DCE-83FB3B8122B2}" sibTransId="{74DBEC55-6F78-409D-847F-260C30D7A191}"/>
    <dgm:cxn modelId="{15286CBD-7F66-4D95-B88C-200CCC7B6407}" type="presParOf" srcId="{F8267400-7902-4255-A572-108E18873401}" destId="{30D31498-3192-46A0-870B-1B7364AE4189}" srcOrd="0" destOrd="0" presId="urn:microsoft.com/office/officeart/2005/8/layout/hList6"/>
    <dgm:cxn modelId="{B547DDCE-69D8-4584-B98E-9AE5D57C25E9}" type="presParOf" srcId="{F8267400-7902-4255-A572-108E18873401}" destId="{B548AE22-E58F-4469-A95A-BB72D8C208B2}" srcOrd="1" destOrd="0" presId="urn:microsoft.com/office/officeart/2005/8/layout/hList6"/>
    <dgm:cxn modelId="{F1BF5C70-7057-464E-B8B9-DBF76BE2A189}" type="presParOf" srcId="{F8267400-7902-4255-A572-108E18873401}" destId="{F479FD7C-9662-47CF-8015-4B94C471E55C}" srcOrd="2" destOrd="0" presId="urn:microsoft.com/office/officeart/2005/8/layout/hList6"/>
    <dgm:cxn modelId="{672CA18C-A2B4-4770-950F-03799B8F3ABA}" type="presParOf" srcId="{F8267400-7902-4255-A572-108E18873401}" destId="{17466F38-60C8-410A-94FC-370A59A4F415}" srcOrd="3" destOrd="0" presId="urn:microsoft.com/office/officeart/2005/8/layout/hList6"/>
    <dgm:cxn modelId="{7108C126-C7DC-49DF-92C0-079E7B0CB4F1}" type="presParOf" srcId="{F8267400-7902-4255-A572-108E18873401}" destId="{DA769A7E-DB06-4F73-87AC-1D1D3F1B6520}" srcOrd="4" destOrd="0" presId="urn:microsoft.com/office/officeart/2005/8/layout/hList6"/>
    <dgm:cxn modelId="{3067A8E3-007F-4398-AC9F-9A03E353A22D}" type="presParOf" srcId="{F8267400-7902-4255-A572-108E18873401}" destId="{4D51182C-FE1A-4689-9AC9-F7E7BF168C74}" srcOrd="5" destOrd="0" presId="urn:microsoft.com/office/officeart/2005/8/layout/hList6"/>
    <dgm:cxn modelId="{A32479B3-F211-4E12-B215-DA5FDB0BC6A6}" type="presParOf" srcId="{F8267400-7902-4255-A572-108E18873401}" destId="{A717009C-1037-4BE4-8828-2FB5AC57D973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55AB5D-2908-41E1-BA7F-A7C8B7BC783E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fr-FR"/>
        </a:p>
      </dgm:t>
    </dgm:pt>
    <dgm:pt modelId="{5D14EC21-D214-4D29-A929-77476FDA083C}">
      <dgm:prSet phldrT="[Texte]" custT="1"/>
      <dgm:spPr/>
      <dgm:t>
        <a:bodyPr/>
        <a:lstStyle/>
        <a:p>
          <a:pPr algn="ctr"/>
          <a:r>
            <a:rPr lang="fr-FR" sz="2800" b="1" dirty="0" smtClean="0"/>
            <a:t>H1 &amp; H2 (Conformisme) : Hausse des erreurs face aux experts</a:t>
          </a:r>
          <a:endParaRPr lang="fr-FR" sz="2800" dirty="0"/>
        </a:p>
      </dgm:t>
    </dgm:pt>
    <dgm:pt modelId="{FFD89649-211E-4D4F-A811-FD11BFEC8735}" type="parTrans" cxnId="{691916AA-D8D5-4196-B9F8-7773AB161B9F}">
      <dgm:prSet/>
      <dgm:spPr/>
      <dgm:t>
        <a:bodyPr/>
        <a:lstStyle/>
        <a:p>
          <a:endParaRPr lang="fr-FR"/>
        </a:p>
      </dgm:t>
    </dgm:pt>
    <dgm:pt modelId="{B245CEE2-966E-4C94-98FB-4464A7CA5427}" type="sibTrans" cxnId="{691916AA-D8D5-4196-B9F8-7773AB161B9F}">
      <dgm:prSet/>
      <dgm:spPr/>
      <dgm:t>
        <a:bodyPr/>
        <a:lstStyle/>
        <a:p>
          <a:endParaRPr lang="fr-FR"/>
        </a:p>
      </dgm:t>
    </dgm:pt>
    <dgm:pt modelId="{088B2346-46C4-4921-A5E5-328761BC5970}">
      <dgm:prSet phldrT="[Texte]" custT="1"/>
      <dgm:spPr/>
      <dgm:t>
        <a:bodyPr/>
        <a:lstStyle/>
        <a:p>
          <a:pPr algn="ctr"/>
          <a:r>
            <a:rPr lang="fr-FR" sz="2800" b="1" dirty="0" smtClean="0"/>
            <a:t>H3 (Métacognition) : Chute de la confiance en soi</a:t>
          </a:r>
          <a:endParaRPr lang="fr-FR" sz="2800" dirty="0"/>
        </a:p>
      </dgm:t>
    </dgm:pt>
    <dgm:pt modelId="{1866CDE5-AA1C-4B4F-A5C1-2234D7F1160F}" type="parTrans" cxnId="{E8BD26BA-77AE-4197-8070-C2DB916714F2}">
      <dgm:prSet/>
      <dgm:spPr/>
      <dgm:t>
        <a:bodyPr/>
        <a:lstStyle/>
        <a:p>
          <a:endParaRPr lang="fr-FR"/>
        </a:p>
      </dgm:t>
    </dgm:pt>
    <dgm:pt modelId="{A0A87149-D482-43CC-AEF5-DB9CAB6B89D2}" type="sibTrans" cxnId="{E8BD26BA-77AE-4197-8070-C2DB916714F2}">
      <dgm:prSet/>
      <dgm:spPr/>
      <dgm:t>
        <a:bodyPr/>
        <a:lstStyle/>
        <a:p>
          <a:endParaRPr lang="fr-FR"/>
        </a:p>
      </dgm:t>
    </dgm:pt>
    <dgm:pt modelId="{EA19C388-566A-4118-882B-DEFE3FEBCE95}">
      <dgm:prSet phldrT="[Texte]" custT="1"/>
      <dgm:spPr/>
      <dgm:t>
        <a:bodyPr/>
        <a:lstStyle/>
        <a:p>
          <a:pPr algn="ctr"/>
          <a:r>
            <a:rPr lang="fr-FR" sz="2800" b="1" dirty="0" smtClean="0"/>
            <a:t>H4 (Conflit Moteur Implicite - Mouse </a:t>
          </a:r>
          <a:r>
            <a:rPr lang="fr-FR" sz="2800" b="1" dirty="0" err="1" smtClean="0"/>
            <a:t>Tracking</a:t>
          </a:r>
          <a:r>
            <a:rPr lang="fr-FR" sz="2800" b="1" dirty="0" smtClean="0"/>
            <a:t>) : Hausse de l’hésitation physique (souris) </a:t>
          </a:r>
          <a:endParaRPr lang="fr-FR" sz="2800" dirty="0"/>
        </a:p>
      </dgm:t>
    </dgm:pt>
    <dgm:pt modelId="{DE939F26-E361-4B95-BFFA-C45EA947FC91}" type="parTrans" cxnId="{D28369A2-E3D2-4F94-9055-B47AB839AF3A}">
      <dgm:prSet/>
      <dgm:spPr/>
      <dgm:t>
        <a:bodyPr/>
        <a:lstStyle/>
        <a:p>
          <a:endParaRPr lang="fr-FR"/>
        </a:p>
      </dgm:t>
    </dgm:pt>
    <dgm:pt modelId="{99FE2FC5-7E0C-4C32-B491-ED137AD5C152}" type="sibTrans" cxnId="{D28369A2-E3D2-4F94-9055-B47AB839AF3A}">
      <dgm:prSet/>
      <dgm:spPr/>
      <dgm:t>
        <a:bodyPr/>
        <a:lstStyle/>
        <a:p>
          <a:endParaRPr lang="fr-FR"/>
        </a:p>
      </dgm:t>
    </dgm:pt>
    <dgm:pt modelId="{E6F75879-71A4-4FA1-B415-3967FDED0D23}" type="pres">
      <dgm:prSet presAssocID="{2A55AB5D-2908-41E1-BA7F-A7C8B7BC783E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fr-FR"/>
        </a:p>
      </dgm:t>
    </dgm:pt>
    <dgm:pt modelId="{510AEE7A-93FD-483B-8195-9933BF2BC451}" type="pres">
      <dgm:prSet presAssocID="{2A55AB5D-2908-41E1-BA7F-A7C8B7BC783E}" presName="Name1" presStyleCnt="0"/>
      <dgm:spPr/>
    </dgm:pt>
    <dgm:pt modelId="{865F8110-8E40-416F-99DF-6D3E0486B04D}" type="pres">
      <dgm:prSet presAssocID="{2A55AB5D-2908-41E1-BA7F-A7C8B7BC783E}" presName="cycle" presStyleCnt="0"/>
      <dgm:spPr/>
    </dgm:pt>
    <dgm:pt modelId="{7A66BA2C-EF5E-4393-90C4-DB776A37D504}" type="pres">
      <dgm:prSet presAssocID="{2A55AB5D-2908-41E1-BA7F-A7C8B7BC783E}" presName="srcNode" presStyleLbl="node1" presStyleIdx="0" presStyleCnt="3"/>
      <dgm:spPr/>
    </dgm:pt>
    <dgm:pt modelId="{8DB028ED-D27B-4744-B459-26638433840F}" type="pres">
      <dgm:prSet presAssocID="{2A55AB5D-2908-41E1-BA7F-A7C8B7BC783E}" presName="conn" presStyleLbl="parChTrans1D2" presStyleIdx="0" presStyleCnt="1"/>
      <dgm:spPr/>
      <dgm:t>
        <a:bodyPr/>
        <a:lstStyle/>
        <a:p>
          <a:endParaRPr lang="fr-FR"/>
        </a:p>
      </dgm:t>
    </dgm:pt>
    <dgm:pt modelId="{425D28C4-20E1-49F8-BC88-6F1CBA5D5FBD}" type="pres">
      <dgm:prSet presAssocID="{2A55AB5D-2908-41E1-BA7F-A7C8B7BC783E}" presName="extraNode" presStyleLbl="node1" presStyleIdx="0" presStyleCnt="3"/>
      <dgm:spPr/>
    </dgm:pt>
    <dgm:pt modelId="{C64C33ED-89BE-46E8-B2FE-50A6BFB1941B}" type="pres">
      <dgm:prSet presAssocID="{2A55AB5D-2908-41E1-BA7F-A7C8B7BC783E}" presName="dstNode" presStyleLbl="node1" presStyleIdx="0" presStyleCnt="3"/>
      <dgm:spPr/>
    </dgm:pt>
    <dgm:pt modelId="{59C70507-D004-43CC-9B13-1943C5229C35}" type="pres">
      <dgm:prSet presAssocID="{5D14EC21-D214-4D29-A929-77476FDA083C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11120B-8903-4A99-9860-A126E138E378}" type="pres">
      <dgm:prSet presAssocID="{5D14EC21-D214-4D29-A929-77476FDA083C}" presName="accent_1" presStyleCnt="0"/>
      <dgm:spPr/>
    </dgm:pt>
    <dgm:pt modelId="{9A84BB93-ACD9-4C53-852C-3EAD1D0DD5A4}" type="pres">
      <dgm:prSet presAssocID="{5D14EC21-D214-4D29-A929-77476FDA083C}" presName="accentRepeatNode" presStyleLbl="solidFgAcc1" presStyleIdx="0" presStyleCnt="3" custScaleX="124446" custScaleY="128689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0C978F8-CA0D-4EED-8325-FA7980850C5F}" type="pres">
      <dgm:prSet presAssocID="{088B2346-46C4-4921-A5E5-328761BC5970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515941-B1D3-49E1-A140-A2296A0F0CBA}" type="pres">
      <dgm:prSet presAssocID="{088B2346-46C4-4921-A5E5-328761BC5970}" presName="accent_2" presStyleCnt="0"/>
      <dgm:spPr/>
    </dgm:pt>
    <dgm:pt modelId="{6311D314-674B-4DF7-B430-DC8EDAEB5828}" type="pres">
      <dgm:prSet presAssocID="{088B2346-46C4-4921-A5E5-328761BC5970}" presName="accentRepeatNode" presStyleLbl="solidFgAcc1" presStyleIdx="1" presStyleCnt="3" custScaleX="105983" custScaleY="10528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E66A1CA-03D7-45C1-83F6-4E4EEDA23694}" type="pres">
      <dgm:prSet presAssocID="{EA19C388-566A-4118-882B-DEFE3FEBCE95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56D977-E8D8-430D-8773-3833F77250B5}" type="pres">
      <dgm:prSet presAssocID="{EA19C388-566A-4118-882B-DEFE3FEBCE95}" presName="accent_3" presStyleCnt="0"/>
      <dgm:spPr/>
    </dgm:pt>
    <dgm:pt modelId="{866BAC99-EA52-4132-8170-DC87EF847DEC}" type="pres">
      <dgm:prSet presAssocID="{EA19C388-566A-4118-882B-DEFE3FEBCE95}" presName="accentRepeatNode" presStyleLbl="solidFgAcc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fr-FR"/>
        </a:p>
      </dgm:t>
    </dgm:pt>
  </dgm:ptLst>
  <dgm:cxnLst>
    <dgm:cxn modelId="{FF957B8E-C41C-4450-B0F8-BB430B16DAB9}" type="presOf" srcId="{B245CEE2-966E-4C94-98FB-4464A7CA5427}" destId="{8DB028ED-D27B-4744-B459-26638433840F}" srcOrd="0" destOrd="0" presId="urn:microsoft.com/office/officeart/2008/layout/VerticalCurvedList"/>
    <dgm:cxn modelId="{D28369A2-E3D2-4F94-9055-B47AB839AF3A}" srcId="{2A55AB5D-2908-41E1-BA7F-A7C8B7BC783E}" destId="{EA19C388-566A-4118-882B-DEFE3FEBCE95}" srcOrd="2" destOrd="0" parTransId="{DE939F26-E361-4B95-BFFA-C45EA947FC91}" sibTransId="{99FE2FC5-7E0C-4C32-B491-ED137AD5C152}"/>
    <dgm:cxn modelId="{6940CCDD-CB5E-48C8-BA9C-DF07BDD891C2}" type="presOf" srcId="{5D14EC21-D214-4D29-A929-77476FDA083C}" destId="{59C70507-D004-43CC-9B13-1943C5229C35}" srcOrd="0" destOrd="0" presId="urn:microsoft.com/office/officeart/2008/layout/VerticalCurvedList"/>
    <dgm:cxn modelId="{3DDCC991-2AAA-4F1E-91BD-9272533BE347}" type="presOf" srcId="{088B2346-46C4-4921-A5E5-328761BC5970}" destId="{E0C978F8-CA0D-4EED-8325-FA7980850C5F}" srcOrd="0" destOrd="0" presId="urn:microsoft.com/office/officeart/2008/layout/VerticalCurvedList"/>
    <dgm:cxn modelId="{4D539837-704F-4D0F-80E8-02832EED4D91}" type="presOf" srcId="{2A55AB5D-2908-41E1-BA7F-A7C8B7BC783E}" destId="{E6F75879-71A4-4FA1-B415-3967FDED0D23}" srcOrd="0" destOrd="0" presId="urn:microsoft.com/office/officeart/2008/layout/VerticalCurvedList"/>
    <dgm:cxn modelId="{691916AA-D8D5-4196-B9F8-7773AB161B9F}" srcId="{2A55AB5D-2908-41E1-BA7F-A7C8B7BC783E}" destId="{5D14EC21-D214-4D29-A929-77476FDA083C}" srcOrd="0" destOrd="0" parTransId="{FFD89649-211E-4D4F-A811-FD11BFEC8735}" sibTransId="{B245CEE2-966E-4C94-98FB-4464A7CA5427}"/>
    <dgm:cxn modelId="{93A989A5-E243-4274-9A13-2D11EDEF04D1}" type="presOf" srcId="{EA19C388-566A-4118-882B-DEFE3FEBCE95}" destId="{7E66A1CA-03D7-45C1-83F6-4E4EEDA23694}" srcOrd="0" destOrd="0" presId="urn:microsoft.com/office/officeart/2008/layout/VerticalCurvedList"/>
    <dgm:cxn modelId="{E8BD26BA-77AE-4197-8070-C2DB916714F2}" srcId="{2A55AB5D-2908-41E1-BA7F-A7C8B7BC783E}" destId="{088B2346-46C4-4921-A5E5-328761BC5970}" srcOrd="1" destOrd="0" parTransId="{1866CDE5-AA1C-4B4F-A5C1-2234D7F1160F}" sibTransId="{A0A87149-D482-43CC-AEF5-DB9CAB6B89D2}"/>
    <dgm:cxn modelId="{CB6AA681-0288-44A4-A880-75DC9B74D81C}" type="presParOf" srcId="{E6F75879-71A4-4FA1-B415-3967FDED0D23}" destId="{510AEE7A-93FD-483B-8195-9933BF2BC451}" srcOrd="0" destOrd="0" presId="urn:microsoft.com/office/officeart/2008/layout/VerticalCurvedList"/>
    <dgm:cxn modelId="{ABE2CE7C-5BD9-45B8-86BB-BC9D609E4C00}" type="presParOf" srcId="{510AEE7A-93FD-483B-8195-9933BF2BC451}" destId="{865F8110-8E40-416F-99DF-6D3E0486B04D}" srcOrd="0" destOrd="0" presId="urn:microsoft.com/office/officeart/2008/layout/VerticalCurvedList"/>
    <dgm:cxn modelId="{8CE16ED6-5199-4F7C-982E-808044AB9A98}" type="presParOf" srcId="{865F8110-8E40-416F-99DF-6D3E0486B04D}" destId="{7A66BA2C-EF5E-4393-90C4-DB776A37D504}" srcOrd="0" destOrd="0" presId="urn:microsoft.com/office/officeart/2008/layout/VerticalCurvedList"/>
    <dgm:cxn modelId="{1FCD15B0-3FB4-469A-8569-1B28D9259E36}" type="presParOf" srcId="{865F8110-8E40-416F-99DF-6D3E0486B04D}" destId="{8DB028ED-D27B-4744-B459-26638433840F}" srcOrd="1" destOrd="0" presId="urn:microsoft.com/office/officeart/2008/layout/VerticalCurvedList"/>
    <dgm:cxn modelId="{A774B01A-C996-46A8-9AA9-49D1D107868C}" type="presParOf" srcId="{865F8110-8E40-416F-99DF-6D3E0486B04D}" destId="{425D28C4-20E1-49F8-BC88-6F1CBA5D5FBD}" srcOrd="2" destOrd="0" presId="urn:microsoft.com/office/officeart/2008/layout/VerticalCurvedList"/>
    <dgm:cxn modelId="{C617C87B-5A51-406E-A625-F53D3A3B881B}" type="presParOf" srcId="{865F8110-8E40-416F-99DF-6D3E0486B04D}" destId="{C64C33ED-89BE-46E8-B2FE-50A6BFB1941B}" srcOrd="3" destOrd="0" presId="urn:microsoft.com/office/officeart/2008/layout/VerticalCurvedList"/>
    <dgm:cxn modelId="{8816F864-FD04-4DAC-A0DB-72D8D9DE93F7}" type="presParOf" srcId="{510AEE7A-93FD-483B-8195-9933BF2BC451}" destId="{59C70507-D004-43CC-9B13-1943C5229C35}" srcOrd="1" destOrd="0" presId="urn:microsoft.com/office/officeart/2008/layout/VerticalCurvedList"/>
    <dgm:cxn modelId="{843A1BA5-5BDE-4B7A-B356-530A6C752562}" type="presParOf" srcId="{510AEE7A-93FD-483B-8195-9933BF2BC451}" destId="{DC11120B-8903-4A99-9860-A126E138E378}" srcOrd="2" destOrd="0" presId="urn:microsoft.com/office/officeart/2008/layout/VerticalCurvedList"/>
    <dgm:cxn modelId="{A9DED9C9-94F5-47B6-AC23-463E7BFF1A8E}" type="presParOf" srcId="{DC11120B-8903-4A99-9860-A126E138E378}" destId="{9A84BB93-ACD9-4C53-852C-3EAD1D0DD5A4}" srcOrd="0" destOrd="0" presId="urn:microsoft.com/office/officeart/2008/layout/VerticalCurvedList"/>
    <dgm:cxn modelId="{00EF59A4-9AD5-449B-80E4-61BE8CF14007}" type="presParOf" srcId="{510AEE7A-93FD-483B-8195-9933BF2BC451}" destId="{E0C978F8-CA0D-4EED-8325-FA7980850C5F}" srcOrd="3" destOrd="0" presId="urn:microsoft.com/office/officeart/2008/layout/VerticalCurvedList"/>
    <dgm:cxn modelId="{D4A1C82C-140C-4049-AB0D-C93C6553D1AB}" type="presParOf" srcId="{510AEE7A-93FD-483B-8195-9933BF2BC451}" destId="{DB515941-B1D3-49E1-A140-A2296A0F0CBA}" srcOrd="4" destOrd="0" presId="urn:microsoft.com/office/officeart/2008/layout/VerticalCurvedList"/>
    <dgm:cxn modelId="{3D99105D-8FD8-40F9-A5E9-6B323B4E49A7}" type="presParOf" srcId="{DB515941-B1D3-49E1-A140-A2296A0F0CBA}" destId="{6311D314-674B-4DF7-B430-DC8EDAEB5828}" srcOrd="0" destOrd="0" presId="urn:microsoft.com/office/officeart/2008/layout/VerticalCurvedList"/>
    <dgm:cxn modelId="{9E0EEE10-E3A7-4076-84DF-BE0A734D731F}" type="presParOf" srcId="{510AEE7A-93FD-483B-8195-9933BF2BC451}" destId="{7E66A1CA-03D7-45C1-83F6-4E4EEDA23694}" srcOrd="5" destOrd="0" presId="urn:microsoft.com/office/officeart/2008/layout/VerticalCurvedList"/>
    <dgm:cxn modelId="{F2BA1907-E2D4-4F88-A800-8A3B393EC1C9}" type="presParOf" srcId="{510AEE7A-93FD-483B-8195-9933BF2BC451}" destId="{9C56D977-E8D8-430D-8773-3833F77250B5}" srcOrd="6" destOrd="0" presId="urn:microsoft.com/office/officeart/2008/layout/VerticalCurvedList"/>
    <dgm:cxn modelId="{1FCB5660-4A81-4E31-ADDC-70B505408AC9}" type="presParOf" srcId="{9C56D977-E8D8-430D-8773-3833F77250B5}" destId="{866BAC99-EA52-4132-8170-DC87EF847DE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D83EFB-C13E-4FDB-B4A4-4FF38C82193F}" type="doc">
      <dgm:prSet loTypeId="urn:microsoft.com/office/officeart/2005/8/layout/list1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2ED4DE0F-D1AA-4CBF-99F3-C7ABBFE8D8ED}">
      <dgm:prSet phldrT="[Texte]"/>
      <dgm:spPr/>
      <dgm:t>
        <a:bodyPr/>
        <a:lstStyle/>
        <a:p>
          <a:r>
            <a:rPr lang="fr-FR" b="0" cap="none" spc="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Biais d'Autorité </a:t>
          </a:r>
          <a:r>
            <a:rPr lang="fr-FR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Validé </a:t>
          </a:r>
          <a:r>
            <a:rPr lang="fr-FR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:</a:t>
          </a:r>
          <a:endParaRPr lang="fr-FR" dirty="0"/>
        </a:p>
      </dgm:t>
    </dgm:pt>
    <dgm:pt modelId="{B85CC70B-A2BD-44D1-B7CD-84E70C79A32D}" type="parTrans" cxnId="{9095C558-0AAB-4476-A175-9C546347BCE9}">
      <dgm:prSet/>
      <dgm:spPr/>
      <dgm:t>
        <a:bodyPr/>
        <a:lstStyle/>
        <a:p>
          <a:endParaRPr lang="fr-FR"/>
        </a:p>
      </dgm:t>
    </dgm:pt>
    <dgm:pt modelId="{A335FF59-DFD4-45DA-B1D5-3C9ED163F75F}" type="sibTrans" cxnId="{9095C558-0AAB-4476-A175-9C546347BCE9}">
      <dgm:prSet/>
      <dgm:spPr/>
      <dgm:t>
        <a:bodyPr/>
        <a:lstStyle/>
        <a:p>
          <a:endParaRPr lang="fr-FR"/>
        </a:p>
      </dgm:t>
    </dgm:pt>
    <dgm:pt modelId="{96E7BD8B-8E44-4F8E-90B7-7ADD7E8C8821}">
      <dgm:prSet phldrT="[Texte]"/>
      <dgm:spPr/>
      <dgm:t>
        <a:bodyPr/>
        <a:lstStyle/>
        <a:p>
          <a:r>
            <a:rPr lang="fr-FR" b="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Découverte du "Gel Cognitif" : </a:t>
          </a:r>
          <a:endParaRPr lang="fr-FR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BC25107-C62C-46BC-ACFC-B0D8FF23C952}" type="parTrans" cxnId="{DF8F4C05-64D6-473D-A861-F6CCCE0097B4}">
      <dgm:prSet/>
      <dgm:spPr/>
      <dgm:t>
        <a:bodyPr/>
        <a:lstStyle/>
        <a:p>
          <a:endParaRPr lang="fr-FR"/>
        </a:p>
      </dgm:t>
    </dgm:pt>
    <dgm:pt modelId="{17757A99-6BF3-48E3-93E0-87B3A47C5457}" type="sibTrans" cxnId="{DF8F4C05-64D6-473D-A861-F6CCCE0097B4}">
      <dgm:prSet/>
      <dgm:spPr/>
      <dgm:t>
        <a:bodyPr/>
        <a:lstStyle/>
        <a:p>
          <a:endParaRPr lang="fr-FR"/>
        </a:p>
      </dgm:t>
    </dgm:pt>
    <dgm:pt modelId="{F91D0271-445B-46A6-B868-F90669D4603C}">
      <dgm:prSet phldrT="[Texte]"/>
      <dgm:spPr/>
      <dgm:t>
        <a:bodyPr/>
        <a:lstStyle/>
        <a:p>
          <a:r>
            <a:rPr lang="fr-FR" b="0" dirty="0" smtClean="0"/>
            <a:t>L'hésitation face au groupe est temporelle (+3.8s) et non spatiale (MAD inchangé). L'utilisateur fige avant d'agir.</a:t>
          </a:r>
          <a:endParaRPr lang="fr-FR" b="0" dirty="0"/>
        </a:p>
      </dgm:t>
    </dgm:pt>
    <dgm:pt modelId="{40C8988E-07DC-4D39-BC96-9B30BEF16905}" type="parTrans" cxnId="{8323D8CF-AD81-4747-B2F7-7BDB361DB23F}">
      <dgm:prSet/>
      <dgm:spPr/>
      <dgm:t>
        <a:bodyPr/>
        <a:lstStyle/>
        <a:p>
          <a:endParaRPr lang="fr-FR"/>
        </a:p>
      </dgm:t>
    </dgm:pt>
    <dgm:pt modelId="{62D1EFC0-DA87-4474-A5BD-D29CEAAD84D3}" type="sibTrans" cxnId="{8323D8CF-AD81-4747-B2F7-7BDB361DB23F}">
      <dgm:prSet/>
      <dgm:spPr/>
      <dgm:t>
        <a:bodyPr/>
        <a:lstStyle/>
        <a:p>
          <a:endParaRPr lang="fr-FR"/>
        </a:p>
      </dgm:t>
    </dgm:pt>
    <dgm:pt modelId="{23F91C8A-4641-44F1-80E3-18DA2414D3DB}">
      <dgm:prSet phldrT="[Texte]"/>
      <dgm:spPr/>
      <dgm:t>
        <a:bodyPr/>
        <a:lstStyle/>
        <a:p>
          <a:r>
            <a:rPr lang="fr-FR" b="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Le Paradoxe Métacognitif : </a:t>
          </a:r>
          <a:endParaRPr lang="fr-FR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0157089-7C6A-4197-9E50-BD435E8CB5DA}" type="parTrans" cxnId="{3C86654B-1B2F-40A1-8C78-A694F0E0062A}">
      <dgm:prSet/>
      <dgm:spPr/>
      <dgm:t>
        <a:bodyPr/>
        <a:lstStyle/>
        <a:p>
          <a:endParaRPr lang="fr-FR"/>
        </a:p>
      </dgm:t>
    </dgm:pt>
    <dgm:pt modelId="{4C95F150-A477-42AD-AF05-AE2AEE4D3F97}" type="sibTrans" cxnId="{3C86654B-1B2F-40A1-8C78-A694F0E0062A}">
      <dgm:prSet/>
      <dgm:spPr/>
      <dgm:t>
        <a:bodyPr/>
        <a:lstStyle/>
        <a:p>
          <a:endParaRPr lang="fr-FR"/>
        </a:p>
      </dgm:t>
    </dgm:pt>
    <dgm:pt modelId="{F7F3CCC6-2D6F-4E03-B783-F827CFA9E72D}">
      <dgm:prSet phldrT="[Texte]"/>
      <dgm:spPr/>
      <dgm:t>
        <a:bodyPr/>
        <a:lstStyle/>
        <a:p>
          <a:r>
            <a:rPr lang="fr-FR" dirty="0" smtClean="0"/>
            <a:t>Le doute ralentit l'action, mais n'empêche pas la soumission finale.</a:t>
          </a:r>
          <a:endParaRPr lang="fr-FR" dirty="0"/>
        </a:p>
      </dgm:t>
    </dgm:pt>
    <dgm:pt modelId="{9F6307AD-2AAC-4D8A-B774-181DF4BA28C1}" type="parTrans" cxnId="{4C6D32D2-E207-44B1-B40A-72D5D90F61EA}">
      <dgm:prSet/>
      <dgm:spPr/>
      <dgm:t>
        <a:bodyPr/>
        <a:lstStyle/>
        <a:p>
          <a:endParaRPr lang="fr-FR"/>
        </a:p>
      </dgm:t>
    </dgm:pt>
    <dgm:pt modelId="{7FAB3647-6130-4B4E-917E-FD9F51A2DAF0}" type="sibTrans" cxnId="{4C6D32D2-E207-44B1-B40A-72D5D90F61EA}">
      <dgm:prSet/>
      <dgm:spPr/>
      <dgm:t>
        <a:bodyPr/>
        <a:lstStyle/>
        <a:p>
          <a:endParaRPr lang="fr-FR"/>
        </a:p>
      </dgm:t>
    </dgm:pt>
    <dgm:pt modelId="{5872E810-2167-45A8-9094-E1DE7E9E55C5}">
      <dgm:prSet phldrT="[Texte]"/>
      <dgm:spPr/>
      <dgm:t>
        <a:bodyPr/>
        <a:lstStyle/>
        <a:p>
          <a:r>
            <a:rPr lang="fr-FR" b="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Enjeux IHM &amp; IA : </a:t>
          </a:r>
          <a:endParaRPr lang="fr-FR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BF425E3-E510-4EBA-AC6E-82E162D8527D}" type="parTrans" cxnId="{AD169206-E9FA-4970-B0E9-F70AF61CFE30}">
      <dgm:prSet/>
      <dgm:spPr/>
      <dgm:t>
        <a:bodyPr/>
        <a:lstStyle/>
        <a:p>
          <a:endParaRPr lang="fr-FR"/>
        </a:p>
      </dgm:t>
    </dgm:pt>
    <dgm:pt modelId="{A864A5CD-7ABE-42C9-8FCC-7341CAACD9D5}" type="sibTrans" cxnId="{AD169206-E9FA-4970-B0E9-F70AF61CFE30}">
      <dgm:prSet/>
      <dgm:spPr/>
      <dgm:t>
        <a:bodyPr/>
        <a:lstStyle/>
        <a:p>
          <a:endParaRPr lang="fr-FR"/>
        </a:p>
      </dgm:t>
    </dgm:pt>
    <dgm:pt modelId="{1FF9964C-CD50-4A03-B1C7-0043CAD56A65}">
      <dgm:prSet phldrT="[Texte]"/>
      <dgm:spPr/>
      <dgm:t>
        <a:bodyPr/>
        <a:lstStyle/>
        <a:p>
          <a:r>
            <a:rPr lang="fr-FR" smtClean="0"/>
            <a:t>Alerte sur le design d'autorité et les </a:t>
          </a:r>
          <a:r>
            <a:rPr lang="fr-FR" i="1" smtClean="0"/>
            <a:t>Dark Patterns</a:t>
          </a:r>
          <a:r>
            <a:rPr lang="fr-FR" smtClean="0"/>
            <a:t> (manipulation par les interfaces et avatars virtuels).</a:t>
          </a:r>
          <a:endParaRPr lang="fr-FR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D076DF8-CAB6-4543-8079-4FF40568CED5}" type="parTrans" cxnId="{ED51E37F-9419-4BDF-876A-C256BA9244DB}">
      <dgm:prSet/>
      <dgm:spPr/>
      <dgm:t>
        <a:bodyPr/>
        <a:lstStyle/>
        <a:p>
          <a:endParaRPr lang="fr-FR"/>
        </a:p>
      </dgm:t>
    </dgm:pt>
    <dgm:pt modelId="{EC86478E-DB99-4D10-A756-1E8B6F12B9CF}" type="sibTrans" cxnId="{ED51E37F-9419-4BDF-876A-C256BA9244DB}">
      <dgm:prSet/>
      <dgm:spPr/>
      <dgm:t>
        <a:bodyPr/>
        <a:lstStyle/>
        <a:p>
          <a:endParaRPr lang="fr-FR"/>
        </a:p>
      </dgm:t>
    </dgm:pt>
    <dgm:pt modelId="{C776598A-D75A-41B4-BBE0-F08D539DF507}">
      <dgm:prSet phldrT="[Texte]"/>
      <dgm:spPr/>
      <dgm:t>
        <a:bodyPr/>
        <a:lstStyle/>
        <a:p>
          <a:r>
            <a:rPr lang="fr-FR" smtClean="0"/>
            <a:t>Le statut "Expert" suffit à déclencher le mimétisme numérique (Effet Asch).</a:t>
          </a:r>
          <a:endParaRPr lang="fr-FR" dirty="0"/>
        </a:p>
      </dgm:t>
    </dgm:pt>
    <dgm:pt modelId="{FD1277EF-3E78-42DC-A855-037D628FF21B}" type="parTrans" cxnId="{BEC93D12-E26E-4622-8759-BDD4EEBAED4F}">
      <dgm:prSet/>
      <dgm:spPr/>
      <dgm:t>
        <a:bodyPr/>
        <a:lstStyle/>
        <a:p>
          <a:endParaRPr lang="fr-FR"/>
        </a:p>
      </dgm:t>
    </dgm:pt>
    <dgm:pt modelId="{7B4F828B-F81F-47A6-92F8-5B08EE7677D2}" type="sibTrans" cxnId="{BEC93D12-E26E-4622-8759-BDD4EEBAED4F}">
      <dgm:prSet/>
      <dgm:spPr/>
      <dgm:t>
        <a:bodyPr/>
        <a:lstStyle/>
        <a:p>
          <a:endParaRPr lang="fr-FR"/>
        </a:p>
      </dgm:t>
    </dgm:pt>
    <dgm:pt modelId="{EFDD6BA7-0BB5-4870-BFBE-07D25F21A206}" type="pres">
      <dgm:prSet presAssocID="{8DD83EFB-C13E-4FDB-B4A4-4FF38C82193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1780FCC2-FD09-4E3F-B0CB-932FAFCD4584}" type="pres">
      <dgm:prSet presAssocID="{2ED4DE0F-D1AA-4CBF-99F3-C7ABBFE8D8ED}" presName="parentLin" presStyleCnt="0"/>
      <dgm:spPr/>
      <dgm:t>
        <a:bodyPr/>
        <a:lstStyle/>
        <a:p>
          <a:endParaRPr lang="fr-FR"/>
        </a:p>
      </dgm:t>
    </dgm:pt>
    <dgm:pt modelId="{B2255746-F981-4A33-9461-E668EB09A8AF}" type="pres">
      <dgm:prSet presAssocID="{2ED4DE0F-D1AA-4CBF-99F3-C7ABBFE8D8ED}" presName="parentLeftMargin" presStyleLbl="node1" presStyleIdx="0" presStyleCnt="4"/>
      <dgm:spPr/>
      <dgm:t>
        <a:bodyPr/>
        <a:lstStyle/>
        <a:p>
          <a:endParaRPr lang="fr-FR"/>
        </a:p>
      </dgm:t>
    </dgm:pt>
    <dgm:pt modelId="{B7A933F8-CFDC-4CCF-A31A-8E03807D5C08}" type="pres">
      <dgm:prSet presAssocID="{2ED4DE0F-D1AA-4CBF-99F3-C7ABBFE8D8E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AE3BAA0-5C4D-4D0E-A8DE-66142643C6F7}" type="pres">
      <dgm:prSet presAssocID="{2ED4DE0F-D1AA-4CBF-99F3-C7ABBFE8D8ED}" presName="negativeSpace" presStyleCnt="0"/>
      <dgm:spPr/>
      <dgm:t>
        <a:bodyPr/>
        <a:lstStyle/>
        <a:p>
          <a:endParaRPr lang="fr-FR"/>
        </a:p>
      </dgm:t>
    </dgm:pt>
    <dgm:pt modelId="{66EB118B-3279-4960-99E0-0F001E5B8659}" type="pres">
      <dgm:prSet presAssocID="{2ED4DE0F-D1AA-4CBF-99F3-C7ABBFE8D8ED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FE6E7F-701D-4204-9689-15B6F10575BB}" type="pres">
      <dgm:prSet presAssocID="{A335FF59-DFD4-45DA-B1D5-3C9ED163F75F}" presName="spaceBetweenRectangles" presStyleCnt="0"/>
      <dgm:spPr/>
      <dgm:t>
        <a:bodyPr/>
        <a:lstStyle/>
        <a:p>
          <a:endParaRPr lang="fr-FR"/>
        </a:p>
      </dgm:t>
    </dgm:pt>
    <dgm:pt modelId="{86DBC0FA-BEEF-4D08-819D-03AAE9FA3ABA}" type="pres">
      <dgm:prSet presAssocID="{96E7BD8B-8E44-4F8E-90B7-7ADD7E8C8821}" presName="parentLin" presStyleCnt="0"/>
      <dgm:spPr/>
      <dgm:t>
        <a:bodyPr/>
        <a:lstStyle/>
        <a:p>
          <a:endParaRPr lang="fr-FR"/>
        </a:p>
      </dgm:t>
    </dgm:pt>
    <dgm:pt modelId="{3B3A8965-5802-4F8A-B361-494070FE58F5}" type="pres">
      <dgm:prSet presAssocID="{96E7BD8B-8E44-4F8E-90B7-7ADD7E8C8821}" presName="parentLeftMargin" presStyleLbl="node1" presStyleIdx="0" presStyleCnt="4"/>
      <dgm:spPr/>
      <dgm:t>
        <a:bodyPr/>
        <a:lstStyle/>
        <a:p>
          <a:endParaRPr lang="fr-FR"/>
        </a:p>
      </dgm:t>
    </dgm:pt>
    <dgm:pt modelId="{C3615B7F-9B08-427B-A9CF-46AB25052A31}" type="pres">
      <dgm:prSet presAssocID="{96E7BD8B-8E44-4F8E-90B7-7ADD7E8C882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4EE3696-312D-4791-87A9-4297F0E7A7DD}" type="pres">
      <dgm:prSet presAssocID="{96E7BD8B-8E44-4F8E-90B7-7ADD7E8C8821}" presName="negativeSpace" presStyleCnt="0"/>
      <dgm:spPr/>
      <dgm:t>
        <a:bodyPr/>
        <a:lstStyle/>
        <a:p>
          <a:endParaRPr lang="fr-FR"/>
        </a:p>
      </dgm:t>
    </dgm:pt>
    <dgm:pt modelId="{F68DF55D-4600-463A-B39B-EEBA283D4FC7}" type="pres">
      <dgm:prSet presAssocID="{96E7BD8B-8E44-4F8E-90B7-7ADD7E8C8821}" presName="childText" presStyleLbl="conFgAcc1" presStyleIdx="1" presStyleCnt="4" custLinFactNeighborX="-30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DD37C07-605A-449F-8215-8ADF8F2699BD}" type="pres">
      <dgm:prSet presAssocID="{17757A99-6BF3-48E3-93E0-87B3A47C5457}" presName="spaceBetweenRectangles" presStyleCnt="0"/>
      <dgm:spPr/>
      <dgm:t>
        <a:bodyPr/>
        <a:lstStyle/>
        <a:p>
          <a:endParaRPr lang="fr-FR"/>
        </a:p>
      </dgm:t>
    </dgm:pt>
    <dgm:pt modelId="{0E1D0FC6-E208-440A-AB4E-4B1810A80C77}" type="pres">
      <dgm:prSet presAssocID="{23F91C8A-4641-44F1-80E3-18DA2414D3DB}" presName="parentLin" presStyleCnt="0"/>
      <dgm:spPr/>
      <dgm:t>
        <a:bodyPr/>
        <a:lstStyle/>
        <a:p>
          <a:endParaRPr lang="fr-FR"/>
        </a:p>
      </dgm:t>
    </dgm:pt>
    <dgm:pt modelId="{D24A1905-C4DF-4D82-A2F5-5D34BE8A7BB6}" type="pres">
      <dgm:prSet presAssocID="{23F91C8A-4641-44F1-80E3-18DA2414D3DB}" presName="parentLeftMargin" presStyleLbl="node1" presStyleIdx="1" presStyleCnt="4"/>
      <dgm:spPr/>
      <dgm:t>
        <a:bodyPr/>
        <a:lstStyle/>
        <a:p>
          <a:endParaRPr lang="fr-FR"/>
        </a:p>
      </dgm:t>
    </dgm:pt>
    <dgm:pt modelId="{C7DD4A76-1291-4DA8-8228-21A03E04B7BB}" type="pres">
      <dgm:prSet presAssocID="{23F91C8A-4641-44F1-80E3-18DA2414D3DB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EC0623F-9CF5-4EF0-8B52-8595823D3CC8}" type="pres">
      <dgm:prSet presAssocID="{23F91C8A-4641-44F1-80E3-18DA2414D3DB}" presName="negativeSpace" presStyleCnt="0"/>
      <dgm:spPr/>
      <dgm:t>
        <a:bodyPr/>
        <a:lstStyle/>
        <a:p>
          <a:endParaRPr lang="fr-FR"/>
        </a:p>
      </dgm:t>
    </dgm:pt>
    <dgm:pt modelId="{DA3800BE-6C6E-4014-9F61-7D4772C46996}" type="pres">
      <dgm:prSet presAssocID="{23F91C8A-4641-44F1-80E3-18DA2414D3DB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E89E7D-E6BA-424C-A9E9-AC596BC1D736}" type="pres">
      <dgm:prSet presAssocID="{4C95F150-A477-42AD-AF05-AE2AEE4D3F97}" presName="spaceBetweenRectangles" presStyleCnt="0"/>
      <dgm:spPr/>
      <dgm:t>
        <a:bodyPr/>
        <a:lstStyle/>
        <a:p>
          <a:endParaRPr lang="fr-FR"/>
        </a:p>
      </dgm:t>
    </dgm:pt>
    <dgm:pt modelId="{E05EF0A2-1D85-4AC3-B471-BC838F392BDC}" type="pres">
      <dgm:prSet presAssocID="{5872E810-2167-45A8-9094-E1DE7E9E55C5}" presName="parentLin" presStyleCnt="0"/>
      <dgm:spPr/>
      <dgm:t>
        <a:bodyPr/>
        <a:lstStyle/>
        <a:p>
          <a:endParaRPr lang="fr-FR"/>
        </a:p>
      </dgm:t>
    </dgm:pt>
    <dgm:pt modelId="{5EF0FD34-98EF-4E90-8CE2-E51E9F8568D6}" type="pres">
      <dgm:prSet presAssocID="{5872E810-2167-45A8-9094-E1DE7E9E55C5}" presName="parentLeftMargin" presStyleLbl="node1" presStyleIdx="2" presStyleCnt="4"/>
      <dgm:spPr/>
      <dgm:t>
        <a:bodyPr/>
        <a:lstStyle/>
        <a:p>
          <a:endParaRPr lang="fr-FR"/>
        </a:p>
      </dgm:t>
    </dgm:pt>
    <dgm:pt modelId="{E0E7E2FB-8CE8-4701-91AC-DA312BD833D5}" type="pres">
      <dgm:prSet presAssocID="{5872E810-2167-45A8-9094-E1DE7E9E55C5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2D60122-8FEB-42B9-AF24-9BC1F170E05D}" type="pres">
      <dgm:prSet presAssocID="{5872E810-2167-45A8-9094-E1DE7E9E55C5}" presName="negativeSpace" presStyleCnt="0"/>
      <dgm:spPr/>
      <dgm:t>
        <a:bodyPr/>
        <a:lstStyle/>
        <a:p>
          <a:endParaRPr lang="fr-FR"/>
        </a:p>
      </dgm:t>
    </dgm:pt>
    <dgm:pt modelId="{D0B539D3-DDF3-41B5-9185-280C96DF9AA0}" type="pres">
      <dgm:prSet presAssocID="{5872E810-2167-45A8-9094-E1DE7E9E55C5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9F2F042-01E7-4CEE-900A-3DEA75792C7D}" type="presOf" srcId="{5872E810-2167-45A8-9094-E1DE7E9E55C5}" destId="{E0E7E2FB-8CE8-4701-91AC-DA312BD833D5}" srcOrd="1" destOrd="0" presId="urn:microsoft.com/office/officeart/2005/8/layout/list1"/>
    <dgm:cxn modelId="{FC170174-2170-4D4E-9E61-6FB329A89977}" type="presOf" srcId="{23F91C8A-4641-44F1-80E3-18DA2414D3DB}" destId="{D24A1905-C4DF-4D82-A2F5-5D34BE8A7BB6}" srcOrd="0" destOrd="0" presId="urn:microsoft.com/office/officeart/2005/8/layout/list1"/>
    <dgm:cxn modelId="{8323D8CF-AD81-4747-B2F7-7BDB361DB23F}" srcId="{96E7BD8B-8E44-4F8E-90B7-7ADD7E8C8821}" destId="{F91D0271-445B-46A6-B868-F90669D4603C}" srcOrd="0" destOrd="0" parTransId="{40C8988E-07DC-4D39-BC96-9B30BEF16905}" sibTransId="{62D1EFC0-DA87-4474-A5BD-D29CEAAD84D3}"/>
    <dgm:cxn modelId="{3930B004-2997-4A0F-BEF6-02ECB2D1DFBB}" type="presOf" srcId="{8DD83EFB-C13E-4FDB-B4A4-4FF38C82193F}" destId="{EFDD6BA7-0BB5-4870-BFBE-07D25F21A206}" srcOrd="0" destOrd="0" presId="urn:microsoft.com/office/officeart/2005/8/layout/list1"/>
    <dgm:cxn modelId="{C2B9FEDF-EBD3-44E8-A4B6-170F94642446}" type="presOf" srcId="{23F91C8A-4641-44F1-80E3-18DA2414D3DB}" destId="{C7DD4A76-1291-4DA8-8228-21A03E04B7BB}" srcOrd="1" destOrd="0" presId="urn:microsoft.com/office/officeart/2005/8/layout/list1"/>
    <dgm:cxn modelId="{ED51E37F-9419-4BDF-876A-C256BA9244DB}" srcId="{5872E810-2167-45A8-9094-E1DE7E9E55C5}" destId="{1FF9964C-CD50-4A03-B1C7-0043CAD56A65}" srcOrd="0" destOrd="0" parTransId="{2D076DF8-CAB6-4543-8079-4FF40568CED5}" sibTransId="{EC86478E-DB99-4D10-A756-1E8B6F12B9CF}"/>
    <dgm:cxn modelId="{DF8F4C05-64D6-473D-A861-F6CCCE0097B4}" srcId="{8DD83EFB-C13E-4FDB-B4A4-4FF38C82193F}" destId="{96E7BD8B-8E44-4F8E-90B7-7ADD7E8C8821}" srcOrd="1" destOrd="0" parTransId="{3BC25107-C62C-46BC-ACFC-B0D8FF23C952}" sibTransId="{17757A99-6BF3-48E3-93E0-87B3A47C5457}"/>
    <dgm:cxn modelId="{997960E0-FEDD-40FC-901E-62F30C520466}" type="presOf" srcId="{96E7BD8B-8E44-4F8E-90B7-7ADD7E8C8821}" destId="{3B3A8965-5802-4F8A-B361-494070FE58F5}" srcOrd="0" destOrd="0" presId="urn:microsoft.com/office/officeart/2005/8/layout/list1"/>
    <dgm:cxn modelId="{9095C558-0AAB-4476-A175-9C546347BCE9}" srcId="{8DD83EFB-C13E-4FDB-B4A4-4FF38C82193F}" destId="{2ED4DE0F-D1AA-4CBF-99F3-C7ABBFE8D8ED}" srcOrd="0" destOrd="0" parTransId="{B85CC70B-A2BD-44D1-B7CD-84E70C79A32D}" sibTransId="{A335FF59-DFD4-45DA-B1D5-3C9ED163F75F}"/>
    <dgm:cxn modelId="{47ABF6A6-3F69-493E-9379-08412157EBFC}" type="presOf" srcId="{5872E810-2167-45A8-9094-E1DE7E9E55C5}" destId="{5EF0FD34-98EF-4E90-8CE2-E51E9F8568D6}" srcOrd="0" destOrd="0" presId="urn:microsoft.com/office/officeart/2005/8/layout/list1"/>
    <dgm:cxn modelId="{5CED84F6-DAA6-4875-AEB5-BA1CDFFB0337}" type="presOf" srcId="{C776598A-D75A-41B4-BBE0-F08D539DF507}" destId="{66EB118B-3279-4960-99E0-0F001E5B8659}" srcOrd="0" destOrd="0" presId="urn:microsoft.com/office/officeart/2005/8/layout/list1"/>
    <dgm:cxn modelId="{B5E988FB-A03B-4381-AF4B-A043BFB81511}" type="presOf" srcId="{2ED4DE0F-D1AA-4CBF-99F3-C7ABBFE8D8ED}" destId="{B2255746-F981-4A33-9461-E668EB09A8AF}" srcOrd="0" destOrd="0" presId="urn:microsoft.com/office/officeart/2005/8/layout/list1"/>
    <dgm:cxn modelId="{7CFB772E-DF28-4426-80D6-8547984DD38E}" type="presOf" srcId="{F7F3CCC6-2D6F-4E03-B783-F827CFA9E72D}" destId="{DA3800BE-6C6E-4014-9F61-7D4772C46996}" srcOrd="0" destOrd="0" presId="urn:microsoft.com/office/officeart/2005/8/layout/list1"/>
    <dgm:cxn modelId="{8D750143-819B-4CDC-B846-D75E441BCC72}" type="presOf" srcId="{96E7BD8B-8E44-4F8E-90B7-7ADD7E8C8821}" destId="{C3615B7F-9B08-427B-A9CF-46AB25052A31}" srcOrd="1" destOrd="0" presId="urn:microsoft.com/office/officeart/2005/8/layout/list1"/>
    <dgm:cxn modelId="{7323D704-DB77-476B-A590-73AE6A74289E}" type="presOf" srcId="{2ED4DE0F-D1AA-4CBF-99F3-C7ABBFE8D8ED}" destId="{B7A933F8-CFDC-4CCF-A31A-8E03807D5C08}" srcOrd="1" destOrd="0" presId="urn:microsoft.com/office/officeart/2005/8/layout/list1"/>
    <dgm:cxn modelId="{1EA452BC-D7B2-4F92-A6FF-4C2DB8956223}" type="presOf" srcId="{F91D0271-445B-46A6-B868-F90669D4603C}" destId="{F68DF55D-4600-463A-B39B-EEBA283D4FC7}" srcOrd="0" destOrd="0" presId="urn:microsoft.com/office/officeart/2005/8/layout/list1"/>
    <dgm:cxn modelId="{AD169206-E9FA-4970-B0E9-F70AF61CFE30}" srcId="{8DD83EFB-C13E-4FDB-B4A4-4FF38C82193F}" destId="{5872E810-2167-45A8-9094-E1DE7E9E55C5}" srcOrd="3" destOrd="0" parTransId="{8BF425E3-E510-4EBA-AC6E-82E162D8527D}" sibTransId="{A864A5CD-7ABE-42C9-8FCC-7341CAACD9D5}"/>
    <dgm:cxn modelId="{3C86654B-1B2F-40A1-8C78-A694F0E0062A}" srcId="{8DD83EFB-C13E-4FDB-B4A4-4FF38C82193F}" destId="{23F91C8A-4641-44F1-80E3-18DA2414D3DB}" srcOrd="2" destOrd="0" parTransId="{80157089-7C6A-4197-9E50-BD435E8CB5DA}" sibTransId="{4C95F150-A477-42AD-AF05-AE2AEE4D3F97}"/>
    <dgm:cxn modelId="{BEC93D12-E26E-4622-8759-BDD4EEBAED4F}" srcId="{2ED4DE0F-D1AA-4CBF-99F3-C7ABBFE8D8ED}" destId="{C776598A-D75A-41B4-BBE0-F08D539DF507}" srcOrd="0" destOrd="0" parTransId="{FD1277EF-3E78-42DC-A855-037D628FF21B}" sibTransId="{7B4F828B-F81F-47A6-92F8-5B08EE7677D2}"/>
    <dgm:cxn modelId="{4C6D32D2-E207-44B1-B40A-72D5D90F61EA}" srcId="{23F91C8A-4641-44F1-80E3-18DA2414D3DB}" destId="{F7F3CCC6-2D6F-4E03-B783-F827CFA9E72D}" srcOrd="0" destOrd="0" parTransId="{9F6307AD-2AAC-4D8A-B774-181DF4BA28C1}" sibTransId="{7FAB3647-6130-4B4E-917E-FD9F51A2DAF0}"/>
    <dgm:cxn modelId="{C23A615C-F645-4D03-B470-0D9414EB1626}" type="presOf" srcId="{1FF9964C-CD50-4A03-B1C7-0043CAD56A65}" destId="{D0B539D3-DDF3-41B5-9185-280C96DF9AA0}" srcOrd="0" destOrd="0" presId="urn:microsoft.com/office/officeart/2005/8/layout/list1"/>
    <dgm:cxn modelId="{1D06F556-5CAD-4897-80E8-B3623324B59E}" type="presParOf" srcId="{EFDD6BA7-0BB5-4870-BFBE-07D25F21A206}" destId="{1780FCC2-FD09-4E3F-B0CB-932FAFCD4584}" srcOrd="0" destOrd="0" presId="urn:microsoft.com/office/officeart/2005/8/layout/list1"/>
    <dgm:cxn modelId="{2A6ED7C7-FA71-440D-9E37-266EE7536FF4}" type="presParOf" srcId="{1780FCC2-FD09-4E3F-B0CB-932FAFCD4584}" destId="{B2255746-F981-4A33-9461-E668EB09A8AF}" srcOrd="0" destOrd="0" presId="urn:microsoft.com/office/officeart/2005/8/layout/list1"/>
    <dgm:cxn modelId="{37A9B366-BBEC-4A56-AADF-D41A50DE1A88}" type="presParOf" srcId="{1780FCC2-FD09-4E3F-B0CB-932FAFCD4584}" destId="{B7A933F8-CFDC-4CCF-A31A-8E03807D5C08}" srcOrd="1" destOrd="0" presId="urn:microsoft.com/office/officeart/2005/8/layout/list1"/>
    <dgm:cxn modelId="{82BD5BF2-609F-4AD5-B128-9837178CA9FC}" type="presParOf" srcId="{EFDD6BA7-0BB5-4870-BFBE-07D25F21A206}" destId="{DAE3BAA0-5C4D-4D0E-A8DE-66142643C6F7}" srcOrd="1" destOrd="0" presId="urn:microsoft.com/office/officeart/2005/8/layout/list1"/>
    <dgm:cxn modelId="{1F1357F2-207D-464A-86F0-8997935FBB68}" type="presParOf" srcId="{EFDD6BA7-0BB5-4870-BFBE-07D25F21A206}" destId="{66EB118B-3279-4960-99E0-0F001E5B8659}" srcOrd="2" destOrd="0" presId="urn:microsoft.com/office/officeart/2005/8/layout/list1"/>
    <dgm:cxn modelId="{F3C709C2-752E-4A32-A4F6-F5A154DB8CB1}" type="presParOf" srcId="{EFDD6BA7-0BB5-4870-BFBE-07D25F21A206}" destId="{87FE6E7F-701D-4204-9689-15B6F10575BB}" srcOrd="3" destOrd="0" presId="urn:microsoft.com/office/officeart/2005/8/layout/list1"/>
    <dgm:cxn modelId="{5AF990A5-5CBC-4FA4-88AF-6981B96516C1}" type="presParOf" srcId="{EFDD6BA7-0BB5-4870-BFBE-07D25F21A206}" destId="{86DBC0FA-BEEF-4D08-819D-03AAE9FA3ABA}" srcOrd="4" destOrd="0" presId="urn:microsoft.com/office/officeart/2005/8/layout/list1"/>
    <dgm:cxn modelId="{2CCFA34D-C2F7-4228-8633-C015C1F522B3}" type="presParOf" srcId="{86DBC0FA-BEEF-4D08-819D-03AAE9FA3ABA}" destId="{3B3A8965-5802-4F8A-B361-494070FE58F5}" srcOrd="0" destOrd="0" presId="urn:microsoft.com/office/officeart/2005/8/layout/list1"/>
    <dgm:cxn modelId="{78E8EE67-99B3-4FAA-BCF4-EF1F3C424420}" type="presParOf" srcId="{86DBC0FA-BEEF-4D08-819D-03AAE9FA3ABA}" destId="{C3615B7F-9B08-427B-A9CF-46AB25052A31}" srcOrd="1" destOrd="0" presId="urn:microsoft.com/office/officeart/2005/8/layout/list1"/>
    <dgm:cxn modelId="{A2974BFA-93CE-4DD2-91DF-7E387095DE0F}" type="presParOf" srcId="{EFDD6BA7-0BB5-4870-BFBE-07D25F21A206}" destId="{44EE3696-312D-4791-87A9-4297F0E7A7DD}" srcOrd="5" destOrd="0" presId="urn:microsoft.com/office/officeart/2005/8/layout/list1"/>
    <dgm:cxn modelId="{D92261A3-B09E-437F-8FE6-2D3A853D2401}" type="presParOf" srcId="{EFDD6BA7-0BB5-4870-BFBE-07D25F21A206}" destId="{F68DF55D-4600-463A-B39B-EEBA283D4FC7}" srcOrd="6" destOrd="0" presId="urn:microsoft.com/office/officeart/2005/8/layout/list1"/>
    <dgm:cxn modelId="{31FF9996-4C8C-48CA-BFF4-D3B422510BC3}" type="presParOf" srcId="{EFDD6BA7-0BB5-4870-BFBE-07D25F21A206}" destId="{FDD37C07-605A-449F-8215-8ADF8F2699BD}" srcOrd="7" destOrd="0" presId="urn:microsoft.com/office/officeart/2005/8/layout/list1"/>
    <dgm:cxn modelId="{CB3DE360-DD62-4146-9781-D7A885A2D845}" type="presParOf" srcId="{EFDD6BA7-0BB5-4870-BFBE-07D25F21A206}" destId="{0E1D0FC6-E208-440A-AB4E-4B1810A80C77}" srcOrd="8" destOrd="0" presId="urn:microsoft.com/office/officeart/2005/8/layout/list1"/>
    <dgm:cxn modelId="{BA5F0445-D66C-4D5E-889C-29B775FFE948}" type="presParOf" srcId="{0E1D0FC6-E208-440A-AB4E-4B1810A80C77}" destId="{D24A1905-C4DF-4D82-A2F5-5D34BE8A7BB6}" srcOrd="0" destOrd="0" presId="urn:microsoft.com/office/officeart/2005/8/layout/list1"/>
    <dgm:cxn modelId="{0E2E5062-817C-40D0-9AA7-DF97CB233C56}" type="presParOf" srcId="{0E1D0FC6-E208-440A-AB4E-4B1810A80C77}" destId="{C7DD4A76-1291-4DA8-8228-21A03E04B7BB}" srcOrd="1" destOrd="0" presId="urn:microsoft.com/office/officeart/2005/8/layout/list1"/>
    <dgm:cxn modelId="{BDC1860A-C9C5-48B9-92B3-AABA98EA66CE}" type="presParOf" srcId="{EFDD6BA7-0BB5-4870-BFBE-07D25F21A206}" destId="{4EC0623F-9CF5-4EF0-8B52-8595823D3CC8}" srcOrd="9" destOrd="0" presId="urn:microsoft.com/office/officeart/2005/8/layout/list1"/>
    <dgm:cxn modelId="{BE06BFCC-EE9A-459A-90AB-189D36519F56}" type="presParOf" srcId="{EFDD6BA7-0BB5-4870-BFBE-07D25F21A206}" destId="{DA3800BE-6C6E-4014-9F61-7D4772C46996}" srcOrd="10" destOrd="0" presId="urn:microsoft.com/office/officeart/2005/8/layout/list1"/>
    <dgm:cxn modelId="{BBF0720E-A60C-42B9-AA14-0860670FC6EB}" type="presParOf" srcId="{EFDD6BA7-0BB5-4870-BFBE-07D25F21A206}" destId="{B8E89E7D-E6BA-424C-A9E9-AC596BC1D736}" srcOrd="11" destOrd="0" presId="urn:microsoft.com/office/officeart/2005/8/layout/list1"/>
    <dgm:cxn modelId="{A2034B62-B5A7-412A-AD7F-91CAEA9E1413}" type="presParOf" srcId="{EFDD6BA7-0BB5-4870-BFBE-07D25F21A206}" destId="{E05EF0A2-1D85-4AC3-B471-BC838F392BDC}" srcOrd="12" destOrd="0" presId="urn:microsoft.com/office/officeart/2005/8/layout/list1"/>
    <dgm:cxn modelId="{47D6C83B-E170-41CB-8775-1BCDC8DC8FBD}" type="presParOf" srcId="{E05EF0A2-1D85-4AC3-B471-BC838F392BDC}" destId="{5EF0FD34-98EF-4E90-8CE2-E51E9F8568D6}" srcOrd="0" destOrd="0" presId="urn:microsoft.com/office/officeart/2005/8/layout/list1"/>
    <dgm:cxn modelId="{D5CF4371-DA83-445B-A6D7-695C2AE5638A}" type="presParOf" srcId="{E05EF0A2-1D85-4AC3-B471-BC838F392BDC}" destId="{E0E7E2FB-8CE8-4701-91AC-DA312BD833D5}" srcOrd="1" destOrd="0" presId="urn:microsoft.com/office/officeart/2005/8/layout/list1"/>
    <dgm:cxn modelId="{F47EBA2E-E00F-44C1-AF62-998CFED242A7}" type="presParOf" srcId="{EFDD6BA7-0BB5-4870-BFBE-07D25F21A206}" destId="{F2D60122-8FEB-42B9-AF24-9BC1F170E05D}" srcOrd="13" destOrd="0" presId="urn:microsoft.com/office/officeart/2005/8/layout/list1"/>
    <dgm:cxn modelId="{67AFE47A-4B17-4ED0-A2AB-BBF9CA6A600A}" type="presParOf" srcId="{EFDD6BA7-0BB5-4870-BFBE-07D25F21A206}" destId="{D0B539D3-DDF3-41B5-9185-280C96DF9AA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B079C9-ADBA-4FE1-B7F4-B5924625597A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8D910E0-860A-4535-9EDF-5422B80D14FF}">
      <dgm:prSet phldrT="[Texte]" custT="1"/>
      <dgm:spPr/>
      <dgm:t>
        <a:bodyPr/>
        <a:lstStyle/>
        <a:p>
          <a:r>
            <a:rPr lang="fr-FR" sz="180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Limites Statistiques :</a:t>
          </a:r>
          <a:endParaRPr lang="fr-FR" sz="1800" dirty="0"/>
        </a:p>
      </dgm:t>
    </dgm:pt>
    <dgm:pt modelId="{FEC1DD63-DDFE-4539-9B5C-B022FACBEB43}" type="parTrans" cxnId="{AB4E9AAA-4A0E-4777-A616-DBED84CCC2BA}">
      <dgm:prSet/>
      <dgm:spPr/>
      <dgm:t>
        <a:bodyPr/>
        <a:lstStyle/>
        <a:p>
          <a:endParaRPr lang="fr-FR"/>
        </a:p>
      </dgm:t>
    </dgm:pt>
    <dgm:pt modelId="{CDD9DD92-759E-4BFA-A568-ED243748061F}" type="sibTrans" cxnId="{AB4E9AAA-4A0E-4777-A616-DBED84CCC2BA}">
      <dgm:prSet/>
      <dgm:spPr/>
      <dgm:t>
        <a:bodyPr/>
        <a:lstStyle/>
        <a:p>
          <a:endParaRPr lang="fr-FR"/>
        </a:p>
      </dgm:t>
    </dgm:pt>
    <dgm:pt modelId="{9794206A-5CE4-44EB-B7D6-3DFCE7D8179A}">
      <dgm:prSet phldrT="[Texte]" custT="1"/>
      <dgm:spPr/>
      <dgm:t>
        <a:bodyPr/>
        <a:lstStyle/>
        <a:p>
          <a:r>
            <a:rPr lang="fr-FR" sz="180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Biais de Population :</a:t>
          </a:r>
          <a:endParaRPr lang="fr-FR" sz="1800" dirty="0"/>
        </a:p>
      </dgm:t>
    </dgm:pt>
    <dgm:pt modelId="{83E3EBE7-CC32-4ABF-A56E-D06406FB87B5}" type="parTrans" cxnId="{61C23DE2-385D-4B03-AF45-4286CE23332A}">
      <dgm:prSet/>
      <dgm:spPr/>
      <dgm:t>
        <a:bodyPr/>
        <a:lstStyle/>
        <a:p>
          <a:endParaRPr lang="fr-FR"/>
        </a:p>
      </dgm:t>
    </dgm:pt>
    <dgm:pt modelId="{9DFC901F-5A7D-41D3-A153-16FAFA72AB55}" type="sibTrans" cxnId="{61C23DE2-385D-4B03-AF45-4286CE23332A}">
      <dgm:prSet/>
      <dgm:spPr/>
      <dgm:t>
        <a:bodyPr/>
        <a:lstStyle/>
        <a:p>
          <a:endParaRPr lang="fr-FR"/>
        </a:p>
      </dgm:t>
    </dgm:pt>
    <dgm:pt modelId="{EF16E3EB-05AE-4FC1-83F2-CA2532D01601}">
      <dgm:prSet phldrT="[Texte]" custT="1"/>
      <dgm:spPr/>
      <dgm:t>
        <a:bodyPr/>
        <a:lstStyle/>
        <a:p>
          <a:r>
            <a:rPr lang="fr-FR" sz="180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Variabilité Technique (Mouse Tracking) :</a:t>
          </a:r>
          <a:endParaRPr lang="fr-FR" sz="1800" dirty="0"/>
        </a:p>
      </dgm:t>
    </dgm:pt>
    <dgm:pt modelId="{4AFBF3D9-20B7-4FA8-9A3D-A2884F441280}" type="parTrans" cxnId="{4BE1A336-B438-4305-8D57-C9DC3E9E95C3}">
      <dgm:prSet/>
      <dgm:spPr/>
      <dgm:t>
        <a:bodyPr/>
        <a:lstStyle/>
        <a:p>
          <a:endParaRPr lang="fr-FR"/>
        </a:p>
      </dgm:t>
    </dgm:pt>
    <dgm:pt modelId="{A840965A-48F0-4A0B-8532-9EBA6229E7FA}" type="sibTrans" cxnId="{4BE1A336-B438-4305-8D57-C9DC3E9E95C3}">
      <dgm:prSet/>
      <dgm:spPr/>
      <dgm:t>
        <a:bodyPr/>
        <a:lstStyle/>
        <a:p>
          <a:endParaRPr lang="fr-FR"/>
        </a:p>
      </dgm:t>
    </dgm:pt>
    <dgm:pt modelId="{BF98F1A1-9D14-4741-9445-3073A9888896}">
      <dgm:prSet phldrT="[Texte]" custT="1"/>
      <dgm:spPr/>
      <dgm:t>
        <a:bodyPr/>
        <a:lstStyle/>
        <a:p>
          <a:r>
            <a:rPr lang="fr-FR" sz="180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Validité Instinctif :</a:t>
          </a:r>
          <a:endParaRPr lang="fr-FR" sz="1800" dirty="0"/>
        </a:p>
      </dgm:t>
    </dgm:pt>
    <dgm:pt modelId="{29B9A393-A819-4DEC-8C98-20ECCBB48C97}" type="parTrans" cxnId="{64BC73EF-C8CB-4F54-A94F-2DA59F858B62}">
      <dgm:prSet/>
      <dgm:spPr/>
      <dgm:t>
        <a:bodyPr/>
        <a:lstStyle/>
        <a:p>
          <a:endParaRPr lang="fr-FR"/>
        </a:p>
      </dgm:t>
    </dgm:pt>
    <dgm:pt modelId="{315D37EC-F114-4AD1-8F82-D8A4D63A7320}" type="sibTrans" cxnId="{64BC73EF-C8CB-4F54-A94F-2DA59F858B62}">
      <dgm:prSet/>
      <dgm:spPr/>
      <dgm:t>
        <a:bodyPr/>
        <a:lstStyle/>
        <a:p>
          <a:endParaRPr lang="fr-FR"/>
        </a:p>
      </dgm:t>
    </dgm:pt>
    <dgm:pt modelId="{A6C4F6A0-93CB-4439-8CA4-A5BA9F2C55D5}">
      <dgm:prSet phldrT="[Texte]" custT="1"/>
      <dgm:spPr/>
      <dgm:t>
        <a:bodyPr anchor="ctr"/>
        <a:lstStyle/>
        <a:p>
          <a:r>
            <a:rPr lang="fr-FR" sz="1600" dirty="0" smtClean="0"/>
            <a:t>Échantillon restreint (N = 14).</a:t>
          </a:r>
          <a:endParaRPr lang="fr-FR" sz="1600" dirty="0"/>
        </a:p>
      </dgm:t>
    </dgm:pt>
    <dgm:pt modelId="{D8941A69-904D-4775-9274-6D8ACF305BF6}" type="parTrans" cxnId="{C692F8A3-FFDA-447F-AD9D-1306AD441E6A}">
      <dgm:prSet/>
      <dgm:spPr/>
      <dgm:t>
        <a:bodyPr/>
        <a:lstStyle/>
        <a:p>
          <a:endParaRPr lang="fr-FR"/>
        </a:p>
      </dgm:t>
    </dgm:pt>
    <dgm:pt modelId="{F8E4AB88-A7B7-46CB-BA71-DD9B027AACF9}" type="sibTrans" cxnId="{C692F8A3-FFDA-447F-AD9D-1306AD441E6A}">
      <dgm:prSet/>
      <dgm:spPr/>
      <dgm:t>
        <a:bodyPr/>
        <a:lstStyle/>
        <a:p>
          <a:endParaRPr lang="fr-FR"/>
        </a:p>
      </dgm:t>
    </dgm:pt>
    <dgm:pt modelId="{7DD101EE-C463-4AAB-9293-DC4AEF4FAF40}">
      <dgm:prSet custT="1"/>
      <dgm:spPr/>
      <dgm:t>
        <a:bodyPr anchor="ctr"/>
        <a:lstStyle/>
        <a:p>
          <a:r>
            <a:rPr lang="fr-FR" sz="1600" dirty="0" smtClean="0"/>
            <a:t>Manque de puissance statistique pour valider les interactions (effet du Statut Social). </a:t>
          </a:r>
          <a:endParaRPr lang="fr-FR" sz="1600" dirty="0"/>
        </a:p>
      </dgm:t>
    </dgm:pt>
    <dgm:pt modelId="{28BA832F-3263-4132-B76B-8AAD8476C007}" type="parTrans" cxnId="{6F3A27FC-3F6F-4ECD-BE90-291103B64118}">
      <dgm:prSet/>
      <dgm:spPr/>
      <dgm:t>
        <a:bodyPr/>
        <a:lstStyle/>
        <a:p>
          <a:endParaRPr lang="fr-FR"/>
        </a:p>
      </dgm:t>
    </dgm:pt>
    <dgm:pt modelId="{24843831-3E1E-4E2B-B139-929CB7CC4C57}" type="sibTrans" cxnId="{6F3A27FC-3F6F-4ECD-BE90-291103B64118}">
      <dgm:prSet/>
      <dgm:spPr/>
      <dgm:t>
        <a:bodyPr/>
        <a:lstStyle/>
        <a:p>
          <a:endParaRPr lang="fr-FR"/>
        </a:p>
      </dgm:t>
    </dgm:pt>
    <dgm:pt modelId="{C1B32EAA-7B00-4E1C-A466-F1E3928F0302}">
      <dgm:prSet phldrT="[Texte]" custT="1"/>
      <dgm:spPr/>
      <dgm:t>
        <a:bodyPr anchor="ctr"/>
        <a:lstStyle/>
        <a:p>
          <a:r>
            <a:rPr lang="fr-FR" sz="1600" dirty="0" smtClean="0"/>
            <a:t>Hétérogénéité du matériel de passation (Souris classique vs </a:t>
          </a:r>
          <a:r>
            <a:rPr lang="fr-FR" sz="1600" dirty="0" err="1" smtClean="0"/>
            <a:t>Trackpad</a:t>
          </a:r>
          <a:r>
            <a:rPr lang="fr-FR" sz="1600" dirty="0" smtClean="0"/>
            <a:t>, tailles d'écrans).</a:t>
          </a:r>
          <a:endParaRPr lang="fr-FR" sz="1600" dirty="0"/>
        </a:p>
      </dgm:t>
    </dgm:pt>
    <dgm:pt modelId="{C9F54DEB-CC28-43A4-BBCF-7443EF5DDE09}" type="parTrans" cxnId="{041F533F-B2BE-4E01-A1A1-21D316BC4C91}">
      <dgm:prSet/>
      <dgm:spPr/>
      <dgm:t>
        <a:bodyPr/>
        <a:lstStyle/>
        <a:p>
          <a:endParaRPr lang="fr-FR"/>
        </a:p>
      </dgm:t>
    </dgm:pt>
    <dgm:pt modelId="{CA8A5AB0-C29C-487C-AF8E-1F8B9566FA02}" type="sibTrans" cxnId="{041F533F-B2BE-4E01-A1A1-21D316BC4C91}">
      <dgm:prSet/>
      <dgm:spPr/>
      <dgm:t>
        <a:bodyPr/>
        <a:lstStyle/>
        <a:p>
          <a:endParaRPr lang="fr-FR"/>
        </a:p>
      </dgm:t>
    </dgm:pt>
    <dgm:pt modelId="{87A23159-C08B-4B25-B15F-0126E0EAD5ED}">
      <dgm:prSet phldrT="[Texte]" custT="1"/>
      <dgm:spPr/>
      <dgm:t>
        <a:bodyPr anchor="ctr"/>
        <a:lstStyle/>
        <a:p>
          <a:r>
            <a:rPr lang="fr-FR" sz="1600" dirty="0" smtClean="0"/>
            <a:t>Population cible homogène (Étudiants, 18-25 ans).</a:t>
          </a:r>
          <a:endParaRPr lang="fr-FR" sz="1600" dirty="0"/>
        </a:p>
      </dgm:t>
    </dgm:pt>
    <dgm:pt modelId="{4914312E-90F4-43FE-9532-F821CB552BA8}" type="parTrans" cxnId="{1B1B74B0-8FE9-4931-9A5B-C96E841F59AE}">
      <dgm:prSet/>
      <dgm:spPr/>
      <dgm:t>
        <a:bodyPr/>
        <a:lstStyle/>
        <a:p>
          <a:endParaRPr lang="fr-FR"/>
        </a:p>
      </dgm:t>
    </dgm:pt>
    <dgm:pt modelId="{FF71C179-D6DB-4B39-9FB2-09EA9715EF0A}" type="sibTrans" cxnId="{1B1B74B0-8FE9-4931-9A5B-C96E841F59AE}">
      <dgm:prSet/>
      <dgm:spPr/>
      <dgm:t>
        <a:bodyPr/>
        <a:lstStyle/>
        <a:p>
          <a:endParaRPr lang="fr-FR"/>
        </a:p>
      </dgm:t>
    </dgm:pt>
    <dgm:pt modelId="{F92DAD09-47E0-407E-AC30-3286A2649D5C}">
      <dgm:prSet custT="1"/>
      <dgm:spPr/>
      <dgm:t>
        <a:bodyPr anchor="ctr"/>
        <a:lstStyle/>
        <a:p>
          <a:r>
            <a:rPr lang="fr-FR" sz="1600" smtClean="0"/>
            <a:t>Biais d'habituation au numérique. </a:t>
          </a:r>
          <a:endParaRPr lang="fr-FR" sz="1600" dirty="0"/>
        </a:p>
      </dgm:t>
    </dgm:pt>
    <dgm:pt modelId="{ACA63BBA-F024-4B3D-9F66-B48F47CDAFE5}" type="parTrans" cxnId="{15F386BF-7387-4CDE-8D50-96457A5DEF25}">
      <dgm:prSet/>
      <dgm:spPr/>
      <dgm:t>
        <a:bodyPr/>
        <a:lstStyle/>
        <a:p>
          <a:endParaRPr lang="fr-FR"/>
        </a:p>
      </dgm:t>
    </dgm:pt>
    <dgm:pt modelId="{299AAE9C-4B59-4F53-90B4-FEBBB33B5AD4}" type="sibTrans" cxnId="{15F386BF-7387-4CDE-8D50-96457A5DEF25}">
      <dgm:prSet/>
      <dgm:spPr/>
      <dgm:t>
        <a:bodyPr/>
        <a:lstStyle/>
        <a:p>
          <a:endParaRPr lang="fr-FR"/>
        </a:p>
      </dgm:t>
    </dgm:pt>
    <dgm:pt modelId="{F7062503-574B-4684-8BD1-9001C6D679B5}">
      <dgm:prSet phldrT="[Texte]" custT="1"/>
      <dgm:spPr/>
      <dgm:t>
        <a:bodyPr anchor="ctr"/>
        <a:lstStyle/>
        <a:p>
          <a:r>
            <a:rPr lang="fr-FR" sz="1600" dirty="0" smtClean="0"/>
            <a:t>Sensibilité de la suspicion : risque de suspicion des participants face aux agents virtuels (Bots).</a:t>
          </a:r>
          <a:endParaRPr lang="fr-FR" sz="1600" dirty="0"/>
        </a:p>
      </dgm:t>
    </dgm:pt>
    <dgm:pt modelId="{0FCAEB3E-B4CE-4F75-9AF8-88E12C27E9A1}" type="parTrans" cxnId="{7D45D98C-4D4F-469B-96C0-56ACFC52D3AE}">
      <dgm:prSet/>
      <dgm:spPr/>
      <dgm:t>
        <a:bodyPr/>
        <a:lstStyle/>
        <a:p>
          <a:endParaRPr lang="fr-FR"/>
        </a:p>
      </dgm:t>
    </dgm:pt>
    <dgm:pt modelId="{9C46C9D0-8F93-45E0-B5C1-7A7E913033A5}" type="sibTrans" cxnId="{7D45D98C-4D4F-469B-96C0-56ACFC52D3AE}">
      <dgm:prSet/>
      <dgm:spPr/>
      <dgm:t>
        <a:bodyPr/>
        <a:lstStyle/>
        <a:p>
          <a:endParaRPr lang="fr-FR"/>
        </a:p>
      </dgm:t>
    </dgm:pt>
    <dgm:pt modelId="{73AA39D3-FAD0-4922-807C-89086B16CC33}" type="pres">
      <dgm:prSet presAssocID="{0CB079C9-ADBA-4FE1-B7F4-B5924625597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1DA65EC2-C3D2-4888-9AB5-A1AB8E9D6C26}" type="pres">
      <dgm:prSet presAssocID="{48D910E0-860A-4535-9EDF-5422B80D14FF}" presName="composite" presStyleCnt="0"/>
      <dgm:spPr/>
    </dgm:pt>
    <dgm:pt modelId="{EDD2B9BD-5DFC-4351-A52B-F7AA3E1831FD}" type="pres">
      <dgm:prSet presAssocID="{48D910E0-860A-4535-9EDF-5422B80D14F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45BCB97-1E1B-41D5-9C72-6005FBBDEA0F}" type="pres">
      <dgm:prSet presAssocID="{48D910E0-860A-4535-9EDF-5422B80D14FF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DB8041-F761-4A2F-BD0F-15B1D085165C}" type="pres">
      <dgm:prSet presAssocID="{CDD9DD92-759E-4BFA-A568-ED243748061F}" presName="space" presStyleCnt="0"/>
      <dgm:spPr/>
    </dgm:pt>
    <dgm:pt modelId="{53E6344C-360B-461D-B761-427CBCAC55B1}" type="pres">
      <dgm:prSet presAssocID="{9794206A-5CE4-44EB-B7D6-3DFCE7D8179A}" presName="composite" presStyleCnt="0"/>
      <dgm:spPr/>
    </dgm:pt>
    <dgm:pt modelId="{7F5D1924-C845-46E5-BA0A-3F3A05B2C1BA}" type="pres">
      <dgm:prSet presAssocID="{9794206A-5CE4-44EB-B7D6-3DFCE7D8179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A53235E-FE99-4119-ABDF-54B43D96922F}" type="pres">
      <dgm:prSet presAssocID="{9794206A-5CE4-44EB-B7D6-3DFCE7D8179A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F698EAC-2720-4DEF-8DA5-F4EB4C3DF947}" type="pres">
      <dgm:prSet presAssocID="{9DFC901F-5A7D-41D3-A153-16FAFA72AB55}" presName="space" presStyleCnt="0"/>
      <dgm:spPr/>
    </dgm:pt>
    <dgm:pt modelId="{37DE0F23-5089-4AB4-B469-81365C7F02B3}" type="pres">
      <dgm:prSet presAssocID="{EF16E3EB-05AE-4FC1-83F2-CA2532D01601}" presName="composite" presStyleCnt="0"/>
      <dgm:spPr/>
    </dgm:pt>
    <dgm:pt modelId="{BD160184-B948-4CBB-A7AF-21DC0BD7521A}" type="pres">
      <dgm:prSet presAssocID="{EF16E3EB-05AE-4FC1-83F2-CA2532D0160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10F9AC6-13A9-4D90-8FDB-CA1111D24882}" type="pres">
      <dgm:prSet presAssocID="{EF16E3EB-05AE-4FC1-83F2-CA2532D01601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B956871-985B-4D41-985D-37494EE33349}" type="pres">
      <dgm:prSet presAssocID="{A840965A-48F0-4A0B-8532-9EBA6229E7FA}" presName="space" presStyleCnt="0"/>
      <dgm:spPr/>
    </dgm:pt>
    <dgm:pt modelId="{75BFACE1-A168-445A-8A10-F2530D03177B}" type="pres">
      <dgm:prSet presAssocID="{BF98F1A1-9D14-4741-9445-3073A9888896}" presName="composite" presStyleCnt="0"/>
      <dgm:spPr/>
    </dgm:pt>
    <dgm:pt modelId="{DE71ED9C-B0DE-434A-A8F8-E24B218AF113}" type="pres">
      <dgm:prSet presAssocID="{BF98F1A1-9D14-4741-9445-3073A9888896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25C48A6-1300-453E-9D27-84C17C861896}" type="pres">
      <dgm:prSet presAssocID="{BF98F1A1-9D14-4741-9445-3073A9888896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692F8A3-FFDA-447F-AD9D-1306AD441E6A}" srcId="{48D910E0-860A-4535-9EDF-5422B80D14FF}" destId="{A6C4F6A0-93CB-4439-8CA4-A5BA9F2C55D5}" srcOrd="0" destOrd="0" parTransId="{D8941A69-904D-4775-9274-6D8ACF305BF6}" sibTransId="{F8E4AB88-A7B7-46CB-BA71-DD9B027AACF9}"/>
    <dgm:cxn modelId="{64BC73EF-C8CB-4F54-A94F-2DA59F858B62}" srcId="{0CB079C9-ADBA-4FE1-B7F4-B5924625597A}" destId="{BF98F1A1-9D14-4741-9445-3073A9888896}" srcOrd="3" destOrd="0" parTransId="{29B9A393-A819-4DEC-8C98-20ECCBB48C97}" sibTransId="{315D37EC-F114-4AD1-8F82-D8A4D63A7320}"/>
    <dgm:cxn modelId="{211A3002-AF0A-4E75-9D6B-98441F16DDAA}" type="presOf" srcId="{9794206A-5CE4-44EB-B7D6-3DFCE7D8179A}" destId="{7F5D1924-C845-46E5-BA0A-3F3A05B2C1BA}" srcOrd="0" destOrd="0" presId="urn:microsoft.com/office/officeart/2005/8/layout/hList1"/>
    <dgm:cxn modelId="{8FC52688-D02B-468C-AA9B-50AD4116F6F6}" type="presOf" srcId="{F7062503-574B-4684-8BD1-9001C6D679B5}" destId="{925C48A6-1300-453E-9D27-84C17C861896}" srcOrd="0" destOrd="0" presId="urn:microsoft.com/office/officeart/2005/8/layout/hList1"/>
    <dgm:cxn modelId="{1B1B74B0-8FE9-4931-9A5B-C96E841F59AE}" srcId="{9794206A-5CE4-44EB-B7D6-3DFCE7D8179A}" destId="{87A23159-C08B-4B25-B15F-0126E0EAD5ED}" srcOrd="0" destOrd="0" parTransId="{4914312E-90F4-43FE-9532-F821CB552BA8}" sibTransId="{FF71C179-D6DB-4B39-9FB2-09EA9715EF0A}"/>
    <dgm:cxn modelId="{EB7A8B58-446F-47F7-B430-AD0C8E676F6D}" type="presOf" srcId="{BF98F1A1-9D14-4741-9445-3073A9888896}" destId="{DE71ED9C-B0DE-434A-A8F8-E24B218AF113}" srcOrd="0" destOrd="0" presId="urn:microsoft.com/office/officeart/2005/8/layout/hList1"/>
    <dgm:cxn modelId="{AB4E9AAA-4A0E-4777-A616-DBED84CCC2BA}" srcId="{0CB079C9-ADBA-4FE1-B7F4-B5924625597A}" destId="{48D910E0-860A-4535-9EDF-5422B80D14FF}" srcOrd="0" destOrd="0" parTransId="{FEC1DD63-DDFE-4539-9B5C-B022FACBEB43}" sibTransId="{CDD9DD92-759E-4BFA-A568-ED243748061F}"/>
    <dgm:cxn modelId="{7D45D98C-4D4F-469B-96C0-56ACFC52D3AE}" srcId="{BF98F1A1-9D14-4741-9445-3073A9888896}" destId="{F7062503-574B-4684-8BD1-9001C6D679B5}" srcOrd="0" destOrd="0" parTransId="{0FCAEB3E-B4CE-4F75-9AF8-88E12C27E9A1}" sibTransId="{9C46C9D0-8F93-45E0-B5C1-7A7E913033A5}"/>
    <dgm:cxn modelId="{76F1BE9F-9F79-43D6-8B81-17E7411D7DF9}" type="presOf" srcId="{A6C4F6A0-93CB-4439-8CA4-A5BA9F2C55D5}" destId="{045BCB97-1E1B-41D5-9C72-6005FBBDEA0F}" srcOrd="0" destOrd="0" presId="urn:microsoft.com/office/officeart/2005/8/layout/hList1"/>
    <dgm:cxn modelId="{E36FFC55-1E83-4412-A276-BA4A0970BB44}" type="presOf" srcId="{87A23159-C08B-4B25-B15F-0126E0EAD5ED}" destId="{FA53235E-FE99-4119-ABDF-54B43D96922F}" srcOrd="0" destOrd="0" presId="urn:microsoft.com/office/officeart/2005/8/layout/hList1"/>
    <dgm:cxn modelId="{61C23DE2-385D-4B03-AF45-4286CE23332A}" srcId="{0CB079C9-ADBA-4FE1-B7F4-B5924625597A}" destId="{9794206A-5CE4-44EB-B7D6-3DFCE7D8179A}" srcOrd="1" destOrd="0" parTransId="{83E3EBE7-CC32-4ABF-A56E-D06406FB87B5}" sibTransId="{9DFC901F-5A7D-41D3-A153-16FAFA72AB55}"/>
    <dgm:cxn modelId="{B95F7210-BEE3-408F-ADA0-BC345EFC69BA}" type="presOf" srcId="{48D910E0-860A-4535-9EDF-5422B80D14FF}" destId="{EDD2B9BD-5DFC-4351-A52B-F7AA3E1831FD}" srcOrd="0" destOrd="0" presId="urn:microsoft.com/office/officeart/2005/8/layout/hList1"/>
    <dgm:cxn modelId="{320EF9DC-FFF0-4FB4-BDB7-80339858588E}" type="presOf" srcId="{0CB079C9-ADBA-4FE1-B7F4-B5924625597A}" destId="{73AA39D3-FAD0-4922-807C-89086B16CC33}" srcOrd="0" destOrd="0" presId="urn:microsoft.com/office/officeart/2005/8/layout/hList1"/>
    <dgm:cxn modelId="{58FA43A6-D464-4899-8FC6-827ECE37FD02}" type="presOf" srcId="{EF16E3EB-05AE-4FC1-83F2-CA2532D01601}" destId="{BD160184-B948-4CBB-A7AF-21DC0BD7521A}" srcOrd="0" destOrd="0" presId="urn:microsoft.com/office/officeart/2005/8/layout/hList1"/>
    <dgm:cxn modelId="{4BE1A336-B438-4305-8D57-C9DC3E9E95C3}" srcId="{0CB079C9-ADBA-4FE1-B7F4-B5924625597A}" destId="{EF16E3EB-05AE-4FC1-83F2-CA2532D01601}" srcOrd="2" destOrd="0" parTransId="{4AFBF3D9-20B7-4FA8-9A3D-A2884F441280}" sibTransId="{A840965A-48F0-4A0B-8532-9EBA6229E7FA}"/>
    <dgm:cxn modelId="{041F533F-B2BE-4E01-A1A1-21D316BC4C91}" srcId="{EF16E3EB-05AE-4FC1-83F2-CA2532D01601}" destId="{C1B32EAA-7B00-4E1C-A466-F1E3928F0302}" srcOrd="0" destOrd="0" parTransId="{C9F54DEB-CC28-43A4-BBCF-7443EF5DDE09}" sibTransId="{CA8A5AB0-C29C-487C-AF8E-1F8B9566FA02}"/>
    <dgm:cxn modelId="{C208234B-3462-44A4-9E91-080182B05724}" type="presOf" srcId="{F92DAD09-47E0-407E-AC30-3286A2649D5C}" destId="{FA53235E-FE99-4119-ABDF-54B43D96922F}" srcOrd="0" destOrd="1" presId="urn:microsoft.com/office/officeart/2005/8/layout/hList1"/>
    <dgm:cxn modelId="{1A7A1E47-6C75-49D7-AD86-87B270B8D221}" type="presOf" srcId="{C1B32EAA-7B00-4E1C-A466-F1E3928F0302}" destId="{310F9AC6-13A9-4D90-8FDB-CA1111D24882}" srcOrd="0" destOrd="0" presId="urn:microsoft.com/office/officeart/2005/8/layout/hList1"/>
    <dgm:cxn modelId="{6F3A27FC-3F6F-4ECD-BE90-291103B64118}" srcId="{48D910E0-860A-4535-9EDF-5422B80D14FF}" destId="{7DD101EE-C463-4AAB-9293-DC4AEF4FAF40}" srcOrd="1" destOrd="0" parTransId="{28BA832F-3263-4132-B76B-8AAD8476C007}" sibTransId="{24843831-3E1E-4E2B-B139-929CB7CC4C57}"/>
    <dgm:cxn modelId="{15F386BF-7387-4CDE-8D50-96457A5DEF25}" srcId="{9794206A-5CE4-44EB-B7D6-3DFCE7D8179A}" destId="{F92DAD09-47E0-407E-AC30-3286A2649D5C}" srcOrd="1" destOrd="0" parTransId="{ACA63BBA-F024-4B3D-9F66-B48F47CDAFE5}" sibTransId="{299AAE9C-4B59-4F53-90B4-FEBBB33B5AD4}"/>
    <dgm:cxn modelId="{FD630603-BE07-4B63-90FF-ECAE3A7AC654}" type="presOf" srcId="{7DD101EE-C463-4AAB-9293-DC4AEF4FAF40}" destId="{045BCB97-1E1B-41D5-9C72-6005FBBDEA0F}" srcOrd="0" destOrd="1" presId="urn:microsoft.com/office/officeart/2005/8/layout/hList1"/>
    <dgm:cxn modelId="{A5ED80A0-94DA-4DBD-A515-E657F41E97AF}" type="presParOf" srcId="{73AA39D3-FAD0-4922-807C-89086B16CC33}" destId="{1DA65EC2-C3D2-4888-9AB5-A1AB8E9D6C26}" srcOrd="0" destOrd="0" presId="urn:microsoft.com/office/officeart/2005/8/layout/hList1"/>
    <dgm:cxn modelId="{9AFE2370-35DA-458C-8D1E-3DD3BC14E710}" type="presParOf" srcId="{1DA65EC2-C3D2-4888-9AB5-A1AB8E9D6C26}" destId="{EDD2B9BD-5DFC-4351-A52B-F7AA3E1831FD}" srcOrd="0" destOrd="0" presId="urn:microsoft.com/office/officeart/2005/8/layout/hList1"/>
    <dgm:cxn modelId="{FF1FFE89-3008-4397-9E75-52C2986B375F}" type="presParOf" srcId="{1DA65EC2-C3D2-4888-9AB5-A1AB8E9D6C26}" destId="{045BCB97-1E1B-41D5-9C72-6005FBBDEA0F}" srcOrd="1" destOrd="0" presId="urn:microsoft.com/office/officeart/2005/8/layout/hList1"/>
    <dgm:cxn modelId="{B26E15CF-C5E8-488B-815B-9E3D3A8D921A}" type="presParOf" srcId="{73AA39D3-FAD0-4922-807C-89086B16CC33}" destId="{35DB8041-F761-4A2F-BD0F-15B1D085165C}" srcOrd="1" destOrd="0" presId="urn:microsoft.com/office/officeart/2005/8/layout/hList1"/>
    <dgm:cxn modelId="{4A5E11EC-C5D2-434C-ADB4-8954D54FEE76}" type="presParOf" srcId="{73AA39D3-FAD0-4922-807C-89086B16CC33}" destId="{53E6344C-360B-461D-B761-427CBCAC55B1}" srcOrd="2" destOrd="0" presId="urn:microsoft.com/office/officeart/2005/8/layout/hList1"/>
    <dgm:cxn modelId="{0EC0C156-BEB8-4E56-B778-49F706473133}" type="presParOf" srcId="{53E6344C-360B-461D-B761-427CBCAC55B1}" destId="{7F5D1924-C845-46E5-BA0A-3F3A05B2C1BA}" srcOrd="0" destOrd="0" presId="urn:microsoft.com/office/officeart/2005/8/layout/hList1"/>
    <dgm:cxn modelId="{56F06308-8149-4410-B3AF-6330EC6DCB08}" type="presParOf" srcId="{53E6344C-360B-461D-B761-427CBCAC55B1}" destId="{FA53235E-FE99-4119-ABDF-54B43D96922F}" srcOrd="1" destOrd="0" presId="urn:microsoft.com/office/officeart/2005/8/layout/hList1"/>
    <dgm:cxn modelId="{02A0DDBE-B7C5-4AAA-B559-C3B4200DB4A3}" type="presParOf" srcId="{73AA39D3-FAD0-4922-807C-89086B16CC33}" destId="{3F698EAC-2720-4DEF-8DA5-F4EB4C3DF947}" srcOrd="3" destOrd="0" presId="urn:microsoft.com/office/officeart/2005/8/layout/hList1"/>
    <dgm:cxn modelId="{A93EBD60-9721-4828-8504-E118809DC84A}" type="presParOf" srcId="{73AA39D3-FAD0-4922-807C-89086B16CC33}" destId="{37DE0F23-5089-4AB4-B469-81365C7F02B3}" srcOrd="4" destOrd="0" presId="urn:microsoft.com/office/officeart/2005/8/layout/hList1"/>
    <dgm:cxn modelId="{61B30366-2E5E-42F5-B815-3FE7CD34FA26}" type="presParOf" srcId="{37DE0F23-5089-4AB4-B469-81365C7F02B3}" destId="{BD160184-B948-4CBB-A7AF-21DC0BD7521A}" srcOrd="0" destOrd="0" presId="urn:microsoft.com/office/officeart/2005/8/layout/hList1"/>
    <dgm:cxn modelId="{8E51CA24-059D-463F-93DA-247F23F925F2}" type="presParOf" srcId="{37DE0F23-5089-4AB4-B469-81365C7F02B3}" destId="{310F9AC6-13A9-4D90-8FDB-CA1111D24882}" srcOrd="1" destOrd="0" presId="urn:microsoft.com/office/officeart/2005/8/layout/hList1"/>
    <dgm:cxn modelId="{ED1F4DCF-08E5-43B2-8759-27C08FAA2DB7}" type="presParOf" srcId="{73AA39D3-FAD0-4922-807C-89086B16CC33}" destId="{7B956871-985B-4D41-985D-37494EE33349}" srcOrd="5" destOrd="0" presId="urn:microsoft.com/office/officeart/2005/8/layout/hList1"/>
    <dgm:cxn modelId="{A3AB0A6E-1B30-4156-9B45-4AE84E8D68A0}" type="presParOf" srcId="{73AA39D3-FAD0-4922-807C-89086B16CC33}" destId="{75BFACE1-A168-445A-8A10-F2530D03177B}" srcOrd="6" destOrd="0" presId="urn:microsoft.com/office/officeart/2005/8/layout/hList1"/>
    <dgm:cxn modelId="{0F7BFC2A-C2B1-41AD-A0D4-5377E5BB559C}" type="presParOf" srcId="{75BFACE1-A168-445A-8A10-F2530D03177B}" destId="{DE71ED9C-B0DE-434A-A8F8-E24B218AF113}" srcOrd="0" destOrd="0" presId="urn:microsoft.com/office/officeart/2005/8/layout/hList1"/>
    <dgm:cxn modelId="{2BBDC935-2A8C-4410-8C25-5E8B4F2F0DA6}" type="presParOf" srcId="{75BFACE1-A168-445A-8A10-F2530D03177B}" destId="{925C48A6-1300-453E-9D27-84C17C86189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38E0D1-03FB-4865-98D2-F6ADBAF07CB1}" type="doc">
      <dgm:prSet loTypeId="urn:microsoft.com/office/officeart/2005/8/layout/hierarchy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39B50380-3DDF-4551-969F-9F3D5EBE46B2}">
      <dgm:prSet phldrT="[Texte]" custT="1"/>
      <dgm:spPr/>
      <dgm:t>
        <a:bodyPr/>
        <a:lstStyle/>
        <a:p>
          <a:r>
            <a:rPr lang="fr-FR" sz="3200" b="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Bilan de l'étude :</a:t>
          </a:r>
          <a:endParaRPr lang="fr-FR" sz="3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95009CC-77D2-42BD-8377-41C7236ADAFA}" type="parTrans" cxnId="{CF682A76-0600-4C46-BA2F-983BEC846CAE}">
      <dgm:prSet/>
      <dgm:spPr/>
      <dgm:t>
        <a:bodyPr/>
        <a:lstStyle/>
        <a:p>
          <a:endParaRPr lang="fr-FR"/>
        </a:p>
      </dgm:t>
    </dgm:pt>
    <dgm:pt modelId="{9D2E3AED-32BF-4485-AFB4-6C256235BFBB}" type="sibTrans" cxnId="{CF682A76-0600-4C46-BA2F-983BEC846CAE}">
      <dgm:prSet/>
      <dgm:spPr/>
      <dgm:t>
        <a:bodyPr/>
        <a:lstStyle/>
        <a:p>
          <a:endParaRPr lang="fr-FR"/>
        </a:p>
      </dgm:t>
    </dgm:pt>
    <dgm:pt modelId="{9065C4E3-7B47-4B4B-86D8-5820951144F0}">
      <dgm:prSet phldrT="[Texte]" custT="1"/>
      <dgm:spPr/>
      <dgm:t>
        <a:bodyPr/>
        <a:lstStyle/>
        <a:p>
          <a:pPr>
            <a:lnSpc>
              <a:spcPct val="150000"/>
            </a:lnSpc>
          </a:pPr>
          <a:r>
            <a:rPr lang="fr-FR" sz="1400" dirty="0" smtClean="0"/>
            <a:t>Puissance du conformisme : L'influence sociale numérique opère massivement, même sans interaction physique</a:t>
          </a:r>
          <a:r>
            <a:rPr lang="fr-FR" sz="1400" dirty="0" smtClean="0"/>
            <a:t>.</a:t>
          </a:r>
          <a:endParaRPr lang="fr-FR" sz="1400" dirty="0"/>
        </a:p>
      </dgm:t>
    </dgm:pt>
    <dgm:pt modelId="{56F12F65-2044-4938-9C82-EB8BA943699A}" type="parTrans" cxnId="{A970B5CF-6B89-4119-8DE0-9A6298D479BB}">
      <dgm:prSet/>
      <dgm:spPr/>
      <dgm:t>
        <a:bodyPr/>
        <a:lstStyle/>
        <a:p>
          <a:endParaRPr lang="fr-FR"/>
        </a:p>
      </dgm:t>
    </dgm:pt>
    <dgm:pt modelId="{C7F8A572-FB12-4CBA-87CD-6A8D4F5E5A8E}" type="sibTrans" cxnId="{A970B5CF-6B89-4119-8DE0-9A6298D479BB}">
      <dgm:prSet/>
      <dgm:spPr/>
      <dgm:t>
        <a:bodyPr/>
        <a:lstStyle/>
        <a:p>
          <a:endParaRPr lang="fr-FR"/>
        </a:p>
      </dgm:t>
    </dgm:pt>
    <dgm:pt modelId="{432D18E2-5F30-49E9-8BB7-B56F2B2C9534}">
      <dgm:prSet phldrT="[Texte]" custT="1"/>
      <dgm:spPr/>
      <dgm:t>
        <a:bodyPr/>
        <a:lstStyle/>
        <a:p>
          <a:r>
            <a:rPr lang="fr-FR" sz="3200" b="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Perspectives futures : </a:t>
          </a:r>
          <a:endParaRPr lang="fr-FR" sz="3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775679F-A49D-4B4A-A695-58ADB8671B33}" type="parTrans" cxnId="{EB9CCBFA-5185-4949-9916-89DA01F7A2FE}">
      <dgm:prSet/>
      <dgm:spPr/>
      <dgm:t>
        <a:bodyPr/>
        <a:lstStyle/>
        <a:p>
          <a:endParaRPr lang="fr-FR"/>
        </a:p>
      </dgm:t>
    </dgm:pt>
    <dgm:pt modelId="{ACED60D7-6661-4A41-BE08-56B2A7498360}" type="sibTrans" cxnId="{EB9CCBFA-5185-4949-9916-89DA01F7A2FE}">
      <dgm:prSet/>
      <dgm:spPr/>
      <dgm:t>
        <a:bodyPr/>
        <a:lstStyle/>
        <a:p>
          <a:endParaRPr lang="fr-FR"/>
        </a:p>
      </dgm:t>
    </dgm:pt>
    <dgm:pt modelId="{EC8921EF-4A63-48D0-9CB4-67677666D8EE}">
      <dgm:prSet phldrT="[Texte]" custT="1"/>
      <dgm:spPr/>
      <dgm:t>
        <a:bodyPr/>
        <a:lstStyle/>
        <a:p>
          <a:pPr>
            <a:lnSpc>
              <a:spcPct val="150000"/>
            </a:lnSpc>
          </a:pPr>
          <a:r>
            <a:rPr lang="fr-FR" sz="1400" dirty="0" smtClean="0"/>
            <a:t>Méthodologique : Augmenter l'échantillon (N &gt; 50</a:t>
          </a:r>
          <a:r>
            <a:rPr lang="fr-FR" sz="1400" dirty="0" smtClean="0"/>
            <a:t>) pour stabiliser la puissance statistique.</a:t>
          </a:r>
          <a:endParaRPr lang="fr-FR" sz="1400" dirty="0"/>
        </a:p>
      </dgm:t>
    </dgm:pt>
    <dgm:pt modelId="{7C8F0B5C-97EE-4596-8F4D-B5AEB039DC5A}" type="parTrans" cxnId="{EEC6DA9F-6866-4504-8868-E073B2DBA373}">
      <dgm:prSet/>
      <dgm:spPr/>
      <dgm:t>
        <a:bodyPr/>
        <a:lstStyle/>
        <a:p>
          <a:endParaRPr lang="fr-FR"/>
        </a:p>
      </dgm:t>
    </dgm:pt>
    <dgm:pt modelId="{821AC17B-4175-4F50-97F1-EEDC534B2437}" type="sibTrans" cxnId="{EEC6DA9F-6866-4504-8868-E073B2DBA373}">
      <dgm:prSet/>
      <dgm:spPr/>
      <dgm:t>
        <a:bodyPr/>
        <a:lstStyle/>
        <a:p>
          <a:endParaRPr lang="fr-FR"/>
        </a:p>
      </dgm:t>
    </dgm:pt>
    <dgm:pt modelId="{FBF1ADC1-1745-4870-A2B7-D9A3AD8134BF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fr-FR" sz="1400" dirty="0" smtClean="0"/>
            <a:t>Technologique : Comparer le mouse-</a:t>
          </a:r>
          <a:r>
            <a:rPr lang="fr-FR" sz="1400" dirty="0" err="1" smtClean="0"/>
            <a:t>tracking</a:t>
          </a:r>
          <a:r>
            <a:rPr lang="fr-FR" sz="1400" dirty="0" smtClean="0"/>
            <a:t> avec des interactions </a:t>
          </a:r>
          <a:r>
            <a:rPr lang="fr-FR" sz="1400" dirty="0" smtClean="0"/>
            <a:t>tactiles (smartphones/tablettes).</a:t>
          </a:r>
          <a:endParaRPr lang="fr-FR" sz="1400" dirty="0" smtClean="0"/>
        </a:p>
      </dgm:t>
    </dgm:pt>
    <dgm:pt modelId="{1EF9DE44-6316-45AF-955E-6754FF10EBB2}" type="parTrans" cxnId="{2958C2A6-61E3-4F02-B090-8CA5824ABCFD}">
      <dgm:prSet/>
      <dgm:spPr/>
      <dgm:t>
        <a:bodyPr/>
        <a:lstStyle/>
        <a:p>
          <a:endParaRPr lang="fr-FR"/>
        </a:p>
      </dgm:t>
    </dgm:pt>
    <dgm:pt modelId="{CBD741AD-0685-4F5F-BA13-4A1152F4CCF9}" type="sibTrans" cxnId="{2958C2A6-61E3-4F02-B090-8CA5824ABCFD}">
      <dgm:prSet/>
      <dgm:spPr/>
      <dgm:t>
        <a:bodyPr/>
        <a:lstStyle/>
        <a:p>
          <a:endParaRPr lang="fr-FR"/>
        </a:p>
      </dgm:t>
    </dgm:pt>
    <dgm:pt modelId="{1C5A7A1D-AA45-47CC-8AC3-8A4BF8AF9C73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fr-FR" sz="1400" dirty="0" smtClean="0"/>
            <a:t>Éthique &amp; Design : Sensibiliser aux "</a:t>
          </a:r>
          <a:r>
            <a:rPr lang="fr-FR" sz="1400" dirty="0" err="1" smtClean="0"/>
            <a:t>Dark</a:t>
          </a:r>
          <a:r>
            <a:rPr lang="fr-FR" sz="1400" dirty="0" smtClean="0"/>
            <a:t> Patterns" et à la manipulation par les interfaces (</a:t>
          </a:r>
          <a:r>
            <a:rPr lang="fr-FR" sz="1400" dirty="0" err="1" smtClean="0"/>
            <a:t>Nudge</a:t>
          </a:r>
          <a:r>
            <a:rPr lang="fr-FR" sz="1400" dirty="0" smtClean="0"/>
            <a:t>).</a:t>
          </a:r>
          <a:endParaRPr lang="fr-FR" sz="1400" dirty="0"/>
        </a:p>
      </dgm:t>
    </dgm:pt>
    <dgm:pt modelId="{36C27993-8F2C-43BF-A9C6-357C9DE6D02D}" type="parTrans" cxnId="{29A42222-1E5D-4A51-BD4D-BF78016113D3}">
      <dgm:prSet/>
      <dgm:spPr/>
      <dgm:t>
        <a:bodyPr/>
        <a:lstStyle/>
        <a:p>
          <a:endParaRPr lang="fr-FR"/>
        </a:p>
      </dgm:t>
    </dgm:pt>
    <dgm:pt modelId="{6022539D-D0D6-468A-A6CF-EC8B10BF7751}" type="sibTrans" cxnId="{29A42222-1E5D-4A51-BD4D-BF78016113D3}">
      <dgm:prSet/>
      <dgm:spPr/>
      <dgm:t>
        <a:bodyPr/>
        <a:lstStyle/>
        <a:p>
          <a:endParaRPr lang="fr-FR"/>
        </a:p>
      </dgm:t>
    </dgm:pt>
    <dgm:pt modelId="{777D3B5C-F0A7-49F7-8356-CE052BA0B52A}">
      <dgm:prSet phldrT="[Texte]" custT="1"/>
      <dgm:spPr/>
      <dgm:t>
        <a:bodyPr/>
        <a:lstStyle/>
        <a:p>
          <a:pPr>
            <a:lnSpc>
              <a:spcPct val="150000"/>
            </a:lnSpc>
          </a:pPr>
          <a:r>
            <a:rPr lang="fr-FR" sz="1400" dirty="0" smtClean="0"/>
            <a:t>Poids de l'autorité : Le statut "Expert" altère la métacognition et renforce le mimétisme.</a:t>
          </a:r>
        </a:p>
      </dgm:t>
    </dgm:pt>
    <dgm:pt modelId="{BB320B44-DACC-4351-9DC8-C395D9BCA223}" type="parTrans" cxnId="{C25189BD-27AB-4B27-8EE9-1C80B3046702}">
      <dgm:prSet/>
      <dgm:spPr/>
      <dgm:t>
        <a:bodyPr/>
        <a:lstStyle/>
        <a:p>
          <a:endParaRPr lang="fr-FR"/>
        </a:p>
      </dgm:t>
    </dgm:pt>
    <dgm:pt modelId="{F16D8108-13FF-4928-99E2-55BD625F6564}" type="sibTrans" cxnId="{C25189BD-27AB-4B27-8EE9-1C80B3046702}">
      <dgm:prSet/>
      <dgm:spPr/>
      <dgm:t>
        <a:bodyPr/>
        <a:lstStyle/>
        <a:p>
          <a:endParaRPr lang="fr-FR"/>
        </a:p>
      </dgm:t>
    </dgm:pt>
    <dgm:pt modelId="{0DD32453-5E8E-4454-8E67-CB1517BFA91D}">
      <dgm:prSet phldrT="[Texte]" custT="1"/>
      <dgm:spPr/>
      <dgm:t>
        <a:bodyPr/>
        <a:lstStyle/>
        <a:p>
          <a:pPr>
            <a:lnSpc>
              <a:spcPct val="150000"/>
            </a:lnSpc>
          </a:pPr>
          <a:r>
            <a:rPr lang="fr-FR" sz="1400" dirty="0" smtClean="0"/>
            <a:t>Signature motrice : Découverte d'un "Gel Cognitif" (conflit temporel plutôt que spatial).</a:t>
          </a:r>
          <a:endParaRPr lang="fr-FR" sz="1400" dirty="0"/>
        </a:p>
      </dgm:t>
    </dgm:pt>
    <dgm:pt modelId="{569C2030-7807-4AA1-9B9E-6439317DCEA3}" type="parTrans" cxnId="{8D1E8684-7CA3-422E-8E77-B73DE5A645BD}">
      <dgm:prSet/>
      <dgm:spPr/>
      <dgm:t>
        <a:bodyPr/>
        <a:lstStyle/>
        <a:p>
          <a:endParaRPr lang="fr-FR"/>
        </a:p>
      </dgm:t>
    </dgm:pt>
    <dgm:pt modelId="{79C19351-4DBD-4BAA-A92A-6C8F18814C40}" type="sibTrans" cxnId="{8D1E8684-7CA3-422E-8E77-B73DE5A645BD}">
      <dgm:prSet/>
      <dgm:spPr/>
      <dgm:t>
        <a:bodyPr/>
        <a:lstStyle/>
        <a:p>
          <a:endParaRPr lang="fr-FR"/>
        </a:p>
      </dgm:t>
    </dgm:pt>
    <dgm:pt modelId="{1754E439-30B2-4343-85B7-315FD25E4EAC}" type="pres">
      <dgm:prSet presAssocID="{5338E0D1-03FB-4865-98D2-F6ADBAF07CB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4CDB95EB-8CEF-4169-9505-2986725A6797}" type="pres">
      <dgm:prSet presAssocID="{39B50380-3DDF-4551-969F-9F3D5EBE46B2}" presName="root" presStyleCnt="0"/>
      <dgm:spPr/>
      <dgm:t>
        <a:bodyPr/>
        <a:lstStyle/>
        <a:p>
          <a:endParaRPr lang="fr-FR"/>
        </a:p>
      </dgm:t>
    </dgm:pt>
    <dgm:pt modelId="{5D906D09-AF51-4871-AA6F-002D59680FE1}" type="pres">
      <dgm:prSet presAssocID="{39B50380-3DDF-4551-969F-9F3D5EBE46B2}" presName="rootComposite" presStyleCnt="0"/>
      <dgm:spPr/>
      <dgm:t>
        <a:bodyPr/>
        <a:lstStyle/>
        <a:p>
          <a:endParaRPr lang="fr-FR"/>
        </a:p>
      </dgm:t>
    </dgm:pt>
    <dgm:pt modelId="{F4CFD284-333D-4B4D-A863-276262FA955B}" type="pres">
      <dgm:prSet presAssocID="{39B50380-3DDF-4551-969F-9F3D5EBE46B2}" presName="rootText" presStyleLbl="node1" presStyleIdx="0" presStyleCnt="2" custScaleX="195994"/>
      <dgm:spPr/>
      <dgm:t>
        <a:bodyPr/>
        <a:lstStyle/>
        <a:p>
          <a:endParaRPr lang="fr-FR"/>
        </a:p>
      </dgm:t>
    </dgm:pt>
    <dgm:pt modelId="{6D590580-7E7C-49F2-8AF1-25B7B9AE1EAA}" type="pres">
      <dgm:prSet presAssocID="{39B50380-3DDF-4551-969F-9F3D5EBE46B2}" presName="rootConnector" presStyleLbl="node1" presStyleIdx="0" presStyleCnt="2"/>
      <dgm:spPr/>
      <dgm:t>
        <a:bodyPr/>
        <a:lstStyle/>
        <a:p>
          <a:endParaRPr lang="fr-FR"/>
        </a:p>
      </dgm:t>
    </dgm:pt>
    <dgm:pt modelId="{9335C3A4-0D67-4376-AB8E-0CD46CF0AA36}" type="pres">
      <dgm:prSet presAssocID="{39B50380-3DDF-4551-969F-9F3D5EBE46B2}" presName="childShape" presStyleCnt="0"/>
      <dgm:spPr/>
      <dgm:t>
        <a:bodyPr/>
        <a:lstStyle/>
        <a:p>
          <a:endParaRPr lang="fr-FR"/>
        </a:p>
      </dgm:t>
    </dgm:pt>
    <dgm:pt modelId="{47341A75-9392-470F-A349-B6357D96B0E8}" type="pres">
      <dgm:prSet presAssocID="{56F12F65-2044-4938-9C82-EB8BA943699A}" presName="Name13" presStyleLbl="parChTrans1D2" presStyleIdx="0" presStyleCnt="6"/>
      <dgm:spPr/>
      <dgm:t>
        <a:bodyPr/>
        <a:lstStyle/>
        <a:p>
          <a:endParaRPr lang="fr-FR"/>
        </a:p>
      </dgm:t>
    </dgm:pt>
    <dgm:pt modelId="{A9B5C3E8-E51F-4A47-80E7-9A16F3C0B974}" type="pres">
      <dgm:prSet presAssocID="{9065C4E3-7B47-4B4B-86D8-5820951144F0}" presName="childText" presStyleLbl="bgAcc1" presStyleIdx="0" presStyleCnt="6" custScaleX="23328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925E848-627C-4949-B6F6-4D1D044CB7AA}" type="pres">
      <dgm:prSet presAssocID="{BB320B44-DACC-4351-9DC8-C395D9BCA223}" presName="Name13" presStyleLbl="parChTrans1D2" presStyleIdx="1" presStyleCnt="6"/>
      <dgm:spPr/>
      <dgm:t>
        <a:bodyPr/>
        <a:lstStyle/>
        <a:p>
          <a:endParaRPr lang="fr-FR"/>
        </a:p>
      </dgm:t>
    </dgm:pt>
    <dgm:pt modelId="{F1507FAA-5197-4BE9-80E2-AA79A632BBBB}" type="pres">
      <dgm:prSet presAssocID="{777D3B5C-F0A7-49F7-8356-CE052BA0B52A}" presName="childText" presStyleLbl="bgAcc1" presStyleIdx="1" presStyleCnt="6" custScaleX="23328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D93D4F0-A11F-47E8-B511-EF06819DB7CF}" type="pres">
      <dgm:prSet presAssocID="{569C2030-7807-4AA1-9B9E-6439317DCEA3}" presName="Name13" presStyleLbl="parChTrans1D2" presStyleIdx="2" presStyleCnt="6"/>
      <dgm:spPr/>
      <dgm:t>
        <a:bodyPr/>
        <a:lstStyle/>
        <a:p>
          <a:endParaRPr lang="fr-FR"/>
        </a:p>
      </dgm:t>
    </dgm:pt>
    <dgm:pt modelId="{273CA4AE-BED2-4A83-B94C-6A34CB2C4F59}" type="pres">
      <dgm:prSet presAssocID="{0DD32453-5E8E-4454-8E67-CB1517BFA91D}" presName="childText" presStyleLbl="bgAcc1" presStyleIdx="2" presStyleCnt="6" custScaleX="23328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07BB865-2574-4C31-B830-28751C3D6266}" type="pres">
      <dgm:prSet presAssocID="{432D18E2-5F30-49E9-8BB7-B56F2B2C9534}" presName="root" presStyleCnt="0"/>
      <dgm:spPr/>
      <dgm:t>
        <a:bodyPr/>
        <a:lstStyle/>
        <a:p>
          <a:endParaRPr lang="fr-FR"/>
        </a:p>
      </dgm:t>
    </dgm:pt>
    <dgm:pt modelId="{8D5D5554-0C7D-4AEF-9B8B-D4317773BA1E}" type="pres">
      <dgm:prSet presAssocID="{432D18E2-5F30-49E9-8BB7-B56F2B2C9534}" presName="rootComposite" presStyleCnt="0"/>
      <dgm:spPr/>
      <dgm:t>
        <a:bodyPr/>
        <a:lstStyle/>
        <a:p>
          <a:endParaRPr lang="fr-FR"/>
        </a:p>
      </dgm:t>
    </dgm:pt>
    <dgm:pt modelId="{AAD00867-5FB5-43C5-B002-C4BD957C3622}" type="pres">
      <dgm:prSet presAssocID="{432D18E2-5F30-49E9-8BB7-B56F2B2C9534}" presName="rootText" presStyleLbl="node1" presStyleIdx="1" presStyleCnt="2" custScaleX="195994"/>
      <dgm:spPr/>
      <dgm:t>
        <a:bodyPr/>
        <a:lstStyle/>
        <a:p>
          <a:endParaRPr lang="fr-FR"/>
        </a:p>
      </dgm:t>
    </dgm:pt>
    <dgm:pt modelId="{0956C4A2-B8B4-4615-BA28-9B9CF3202039}" type="pres">
      <dgm:prSet presAssocID="{432D18E2-5F30-49E9-8BB7-B56F2B2C9534}" presName="rootConnector" presStyleLbl="node1" presStyleIdx="1" presStyleCnt="2"/>
      <dgm:spPr/>
      <dgm:t>
        <a:bodyPr/>
        <a:lstStyle/>
        <a:p>
          <a:endParaRPr lang="fr-FR"/>
        </a:p>
      </dgm:t>
    </dgm:pt>
    <dgm:pt modelId="{EEC961DB-2B8E-41FF-BA59-A787EAFAE4FD}" type="pres">
      <dgm:prSet presAssocID="{432D18E2-5F30-49E9-8BB7-B56F2B2C9534}" presName="childShape" presStyleCnt="0"/>
      <dgm:spPr/>
      <dgm:t>
        <a:bodyPr/>
        <a:lstStyle/>
        <a:p>
          <a:endParaRPr lang="fr-FR"/>
        </a:p>
      </dgm:t>
    </dgm:pt>
    <dgm:pt modelId="{62E506F5-55AE-45A4-824C-F778ED4A21BB}" type="pres">
      <dgm:prSet presAssocID="{7C8F0B5C-97EE-4596-8F4D-B5AEB039DC5A}" presName="Name13" presStyleLbl="parChTrans1D2" presStyleIdx="3" presStyleCnt="6"/>
      <dgm:spPr/>
      <dgm:t>
        <a:bodyPr/>
        <a:lstStyle/>
        <a:p>
          <a:endParaRPr lang="fr-FR"/>
        </a:p>
      </dgm:t>
    </dgm:pt>
    <dgm:pt modelId="{FB520B8D-8F2C-4AE7-91DD-559673D942C6}" type="pres">
      <dgm:prSet presAssocID="{EC8921EF-4A63-48D0-9CB4-67677666D8EE}" presName="childText" presStyleLbl="bgAcc1" presStyleIdx="3" presStyleCnt="6" custScaleX="23328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F22BB20-EDD9-4CE2-9539-D8B757B11E2A}" type="pres">
      <dgm:prSet presAssocID="{1EF9DE44-6316-45AF-955E-6754FF10EBB2}" presName="Name13" presStyleLbl="parChTrans1D2" presStyleIdx="4" presStyleCnt="6"/>
      <dgm:spPr/>
      <dgm:t>
        <a:bodyPr/>
        <a:lstStyle/>
        <a:p>
          <a:endParaRPr lang="fr-FR"/>
        </a:p>
      </dgm:t>
    </dgm:pt>
    <dgm:pt modelId="{EA550921-96BB-445A-A115-BF3D78B6447D}" type="pres">
      <dgm:prSet presAssocID="{FBF1ADC1-1745-4870-A2B7-D9A3AD8134BF}" presName="childText" presStyleLbl="bgAcc1" presStyleIdx="4" presStyleCnt="6" custScaleX="23328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6AE8921-8341-451D-8BF5-708F4D23E9B9}" type="pres">
      <dgm:prSet presAssocID="{36C27993-8F2C-43BF-A9C6-357C9DE6D02D}" presName="Name13" presStyleLbl="parChTrans1D2" presStyleIdx="5" presStyleCnt="6"/>
      <dgm:spPr/>
      <dgm:t>
        <a:bodyPr/>
        <a:lstStyle/>
        <a:p>
          <a:endParaRPr lang="fr-FR"/>
        </a:p>
      </dgm:t>
    </dgm:pt>
    <dgm:pt modelId="{395CFFB7-D08D-4D26-A59A-9F261C0518EE}" type="pres">
      <dgm:prSet presAssocID="{1C5A7A1D-AA45-47CC-8AC3-8A4BF8AF9C73}" presName="childText" presStyleLbl="bgAcc1" presStyleIdx="5" presStyleCnt="6" custScaleX="23328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5811E7B-476F-4079-85AB-EF77E72BAAE4}" type="presOf" srcId="{0DD32453-5E8E-4454-8E67-CB1517BFA91D}" destId="{273CA4AE-BED2-4A83-B94C-6A34CB2C4F59}" srcOrd="0" destOrd="0" presId="urn:microsoft.com/office/officeart/2005/8/layout/hierarchy3"/>
    <dgm:cxn modelId="{C25189BD-27AB-4B27-8EE9-1C80B3046702}" srcId="{39B50380-3DDF-4551-969F-9F3D5EBE46B2}" destId="{777D3B5C-F0A7-49F7-8356-CE052BA0B52A}" srcOrd="1" destOrd="0" parTransId="{BB320B44-DACC-4351-9DC8-C395D9BCA223}" sibTransId="{F16D8108-13FF-4928-99E2-55BD625F6564}"/>
    <dgm:cxn modelId="{8D1E8684-7CA3-422E-8E77-B73DE5A645BD}" srcId="{39B50380-3DDF-4551-969F-9F3D5EBE46B2}" destId="{0DD32453-5E8E-4454-8E67-CB1517BFA91D}" srcOrd="2" destOrd="0" parTransId="{569C2030-7807-4AA1-9B9E-6439317DCEA3}" sibTransId="{79C19351-4DBD-4BAA-A92A-6C8F18814C40}"/>
    <dgm:cxn modelId="{0AA90267-DBBD-4F41-9E3D-58F78D8E4223}" type="presOf" srcId="{39B50380-3DDF-4551-969F-9F3D5EBE46B2}" destId="{F4CFD284-333D-4B4D-A863-276262FA955B}" srcOrd="0" destOrd="0" presId="urn:microsoft.com/office/officeart/2005/8/layout/hierarchy3"/>
    <dgm:cxn modelId="{0F7346A8-71E8-4CD9-8043-CDCC0095414C}" type="presOf" srcId="{569C2030-7807-4AA1-9B9E-6439317DCEA3}" destId="{6D93D4F0-A11F-47E8-B511-EF06819DB7CF}" srcOrd="0" destOrd="0" presId="urn:microsoft.com/office/officeart/2005/8/layout/hierarchy3"/>
    <dgm:cxn modelId="{4239D93D-01B0-49EE-B482-37ED7E060E6C}" type="presOf" srcId="{9065C4E3-7B47-4B4B-86D8-5820951144F0}" destId="{A9B5C3E8-E51F-4A47-80E7-9A16F3C0B974}" srcOrd="0" destOrd="0" presId="urn:microsoft.com/office/officeart/2005/8/layout/hierarchy3"/>
    <dgm:cxn modelId="{EB9CCBFA-5185-4949-9916-89DA01F7A2FE}" srcId="{5338E0D1-03FB-4865-98D2-F6ADBAF07CB1}" destId="{432D18E2-5F30-49E9-8BB7-B56F2B2C9534}" srcOrd="1" destOrd="0" parTransId="{8775679F-A49D-4B4A-A695-58ADB8671B33}" sibTransId="{ACED60D7-6661-4A41-BE08-56B2A7498360}"/>
    <dgm:cxn modelId="{2958C2A6-61E3-4F02-B090-8CA5824ABCFD}" srcId="{432D18E2-5F30-49E9-8BB7-B56F2B2C9534}" destId="{FBF1ADC1-1745-4870-A2B7-D9A3AD8134BF}" srcOrd="1" destOrd="0" parTransId="{1EF9DE44-6316-45AF-955E-6754FF10EBB2}" sibTransId="{CBD741AD-0685-4F5F-BA13-4A1152F4CCF9}"/>
    <dgm:cxn modelId="{6000E73E-0132-4BB8-A416-FDE2F6ABF7D8}" type="presOf" srcId="{39B50380-3DDF-4551-969F-9F3D5EBE46B2}" destId="{6D590580-7E7C-49F2-8AF1-25B7B9AE1EAA}" srcOrd="1" destOrd="0" presId="urn:microsoft.com/office/officeart/2005/8/layout/hierarchy3"/>
    <dgm:cxn modelId="{645ABB42-6390-4AB8-9E87-A178D2D45640}" type="presOf" srcId="{7C8F0B5C-97EE-4596-8F4D-B5AEB039DC5A}" destId="{62E506F5-55AE-45A4-824C-F778ED4A21BB}" srcOrd="0" destOrd="0" presId="urn:microsoft.com/office/officeart/2005/8/layout/hierarchy3"/>
    <dgm:cxn modelId="{DBC06403-9E24-4605-9BA2-2129EDD2FB41}" type="presOf" srcId="{777D3B5C-F0A7-49F7-8356-CE052BA0B52A}" destId="{F1507FAA-5197-4BE9-80E2-AA79A632BBBB}" srcOrd="0" destOrd="0" presId="urn:microsoft.com/office/officeart/2005/8/layout/hierarchy3"/>
    <dgm:cxn modelId="{207FA764-926C-40B1-924C-D50896954D2E}" type="presOf" srcId="{1EF9DE44-6316-45AF-955E-6754FF10EBB2}" destId="{4F22BB20-EDD9-4CE2-9539-D8B757B11E2A}" srcOrd="0" destOrd="0" presId="urn:microsoft.com/office/officeart/2005/8/layout/hierarchy3"/>
    <dgm:cxn modelId="{F3A1C02F-0FEF-48D5-8ABA-486DCBE6EEBB}" type="presOf" srcId="{1C5A7A1D-AA45-47CC-8AC3-8A4BF8AF9C73}" destId="{395CFFB7-D08D-4D26-A59A-9F261C0518EE}" srcOrd="0" destOrd="0" presId="urn:microsoft.com/office/officeart/2005/8/layout/hierarchy3"/>
    <dgm:cxn modelId="{EEC6DA9F-6866-4504-8868-E073B2DBA373}" srcId="{432D18E2-5F30-49E9-8BB7-B56F2B2C9534}" destId="{EC8921EF-4A63-48D0-9CB4-67677666D8EE}" srcOrd="0" destOrd="0" parTransId="{7C8F0B5C-97EE-4596-8F4D-B5AEB039DC5A}" sibTransId="{821AC17B-4175-4F50-97F1-EEDC534B2437}"/>
    <dgm:cxn modelId="{A0A3E784-AC6E-40CA-BA0F-1BA959DE2233}" type="presOf" srcId="{EC8921EF-4A63-48D0-9CB4-67677666D8EE}" destId="{FB520B8D-8F2C-4AE7-91DD-559673D942C6}" srcOrd="0" destOrd="0" presId="urn:microsoft.com/office/officeart/2005/8/layout/hierarchy3"/>
    <dgm:cxn modelId="{17397328-C371-4DC4-A659-6EC5DFA717C1}" type="presOf" srcId="{36C27993-8F2C-43BF-A9C6-357C9DE6D02D}" destId="{A6AE8921-8341-451D-8BF5-708F4D23E9B9}" srcOrd="0" destOrd="0" presId="urn:microsoft.com/office/officeart/2005/8/layout/hierarchy3"/>
    <dgm:cxn modelId="{30D7454D-425B-4A3B-9000-64ED85C9FA21}" type="presOf" srcId="{432D18E2-5F30-49E9-8BB7-B56F2B2C9534}" destId="{AAD00867-5FB5-43C5-B002-C4BD957C3622}" srcOrd="0" destOrd="0" presId="urn:microsoft.com/office/officeart/2005/8/layout/hierarchy3"/>
    <dgm:cxn modelId="{A970B5CF-6B89-4119-8DE0-9A6298D479BB}" srcId="{39B50380-3DDF-4551-969F-9F3D5EBE46B2}" destId="{9065C4E3-7B47-4B4B-86D8-5820951144F0}" srcOrd="0" destOrd="0" parTransId="{56F12F65-2044-4938-9C82-EB8BA943699A}" sibTransId="{C7F8A572-FB12-4CBA-87CD-6A8D4F5E5A8E}"/>
    <dgm:cxn modelId="{CF682A76-0600-4C46-BA2F-983BEC846CAE}" srcId="{5338E0D1-03FB-4865-98D2-F6ADBAF07CB1}" destId="{39B50380-3DDF-4551-969F-9F3D5EBE46B2}" srcOrd="0" destOrd="0" parTransId="{D95009CC-77D2-42BD-8377-41C7236ADAFA}" sibTransId="{9D2E3AED-32BF-4485-AFB4-6C256235BFBB}"/>
    <dgm:cxn modelId="{9E76EEFB-B5CD-4B87-8CFC-C5176CB921BC}" type="presOf" srcId="{432D18E2-5F30-49E9-8BB7-B56F2B2C9534}" destId="{0956C4A2-B8B4-4615-BA28-9B9CF3202039}" srcOrd="1" destOrd="0" presId="urn:microsoft.com/office/officeart/2005/8/layout/hierarchy3"/>
    <dgm:cxn modelId="{168C09F3-B90D-4B2F-B85E-206ADE61E0EC}" type="presOf" srcId="{5338E0D1-03FB-4865-98D2-F6ADBAF07CB1}" destId="{1754E439-30B2-4343-85B7-315FD25E4EAC}" srcOrd="0" destOrd="0" presId="urn:microsoft.com/office/officeart/2005/8/layout/hierarchy3"/>
    <dgm:cxn modelId="{212A112A-866E-44D2-8A53-0A7AA5C5C564}" type="presOf" srcId="{56F12F65-2044-4938-9C82-EB8BA943699A}" destId="{47341A75-9392-470F-A349-B6357D96B0E8}" srcOrd="0" destOrd="0" presId="urn:microsoft.com/office/officeart/2005/8/layout/hierarchy3"/>
    <dgm:cxn modelId="{A90235C4-5E38-48FB-9889-4A74D0A38B88}" type="presOf" srcId="{BB320B44-DACC-4351-9DC8-C395D9BCA223}" destId="{2925E848-627C-4949-B6F6-4D1D044CB7AA}" srcOrd="0" destOrd="0" presId="urn:microsoft.com/office/officeart/2005/8/layout/hierarchy3"/>
    <dgm:cxn modelId="{D6B8CD89-0A8D-44CB-B817-B232FFD33BEF}" type="presOf" srcId="{FBF1ADC1-1745-4870-A2B7-D9A3AD8134BF}" destId="{EA550921-96BB-445A-A115-BF3D78B6447D}" srcOrd="0" destOrd="0" presId="urn:microsoft.com/office/officeart/2005/8/layout/hierarchy3"/>
    <dgm:cxn modelId="{29A42222-1E5D-4A51-BD4D-BF78016113D3}" srcId="{432D18E2-5F30-49E9-8BB7-B56F2B2C9534}" destId="{1C5A7A1D-AA45-47CC-8AC3-8A4BF8AF9C73}" srcOrd="2" destOrd="0" parTransId="{36C27993-8F2C-43BF-A9C6-357C9DE6D02D}" sibTransId="{6022539D-D0D6-468A-A6CF-EC8B10BF7751}"/>
    <dgm:cxn modelId="{AE9E5517-61D3-4C89-A3D4-0C9EDD907DA5}" type="presParOf" srcId="{1754E439-30B2-4343-85B7-315FD25E4EAC}" destId="{4CDB95EB-8CEF-4169-9505-2986725A6797}" srcOrd="0" destOrd="0" presId="urn:microsoft.com/office/officeart/2005/8/layout/hierarchy3"/>
    <dgm:cxn modelId="{BC5FBC99-B38A-49C2-9027-5DBECD6D7538}" type="presParOf" srcId="{4CDB95EB-8CEF-4169-9505-2986725A6797}" destId="{5D906D09-AF51-4871-AA6F-002D59680FE1}" srcOrd="0" destOrd="0" presId="urn:microsoft.com/office/officeart/2005/8/layout/hierarchy3"/>
    <dgm:cxn modelId="{DE3DC8FB-5595-48AE-AF81-631270562825}" type="presParOf" srcId="{5D906D09-AF51-4871-AA6F-002D59680FE1}" destId="{F4CFD284-333D-4B4D-A863-276262FA955B}" srcOrd="0" destOrd="0" presId="urn:microsoft.com/office/officeart/2005/8/layout/hierarchy3"/>
    <dgm:cxn modelId="{40B9E749-9C19-4174-B676-B407DBC10226}" type="presParOf" srcId="{5D906D09-AF51-4871-AA6F-002D59680FE1}" destId="{6D590580-7E7C-49F2-8AF1-25B7B9AE1EAA}" srcOrd="1" destOrd="0" presId="urn:microsoft.com/office/officeart/2005/8/layout/hierarchy3"/>
    <dgm:cxn modelId="{64417B16-9299-458D-AF9F-14FE32DC5852}" type="presParOf" srcId="{4CDB95EB-8CEF-4169-9505-2986725A6797}" destId="{9335C3A4-0D67-4376-AB8E-0CD46CF0AA36}" srcOrd="1" destOrd="0" presId="urn:microsoft.com/office/officeart/2005/8/layout/hierarchy3"/>
    <dgm:cxn modelId="{9419ED37-E330-4414-B274-A169963A2D2D}" type="presParOf" srcId="{9335C3A4-0D67-4376-AB8E-0CD46CF0AA36}" destId="{47341A75-9392-470F-A349-B6357D96B0E8}" srcOrd="0" destOrd="0" presId="urn:microsoft.com/office/officeart/2005/8/layout/hierarchy3"/>
    <dgm:cxn modelId="{11A653AF-E533-4267-B7B3-B7502926B11A}" type="presParOf" srcId="{9335C3A4-0D67-4376-AB8E-0CD46CF0AA36}" destId="{A9B5C3E8-E51F-4A47-80E7-9A16F3C0B974}" srcOrd="1" destOrd="0" presId="urn:microsoft.com/office/officeart/2005/8/layout/hierarchy3"/>
    <dgm:cxn modelId="{AE3B6CDE-386B-4892-A8B6-A83F63EA3941}" type="presParOf" srcId="{9335C3A4-0D67-4376-AB8E-0CD46CF0AA36}" destId="{2925E848-627C-4949-B6F6-4D1D044CB7AA}" srcOrd="2" destOrd="0" presId="urn:microsoft.com/office/officeart/2005/8/layout/hierarchy3"/>
    <dgm:cxn modelId="{07790A85-B0A6-4D97-88F8-554772EA8AFE}" type="presParOf" srcId="{9335C3A4-0D67-4376-AB8E-0CD46CF0AA36}" destId="{F1507FAA-5197-4BE9-80E2-AA79A632BBBB}" srcOrd="3" destOrd="0" presId="urn:microsoft.com/office/officeart/2005/8/layout/hierarchy3"/>
    <dgm:cxn modelId="{C41A53EA-AA66-4D7D-8755-59036341035F}" type="presParOf" srcId="{9335C3A4-0D67-4376-AB8E-0CD46CF0AA36}" destId="{6D93D4F0-A11F-47E8-B511-EF06819DB7CF}" srcOrd="4" destOrd="0" presId="urn:microsoft.com/office/officeart/2005/8/layout/hierarchy3"/>
    <dgm:cxn modelId="{0D45B43F-6B96-4080-9EA4-D124A7308D68}" type="presParOf" srcId="{9335C3A4-0D67-4376-AB8E-0CD46CF0AA36}" destId="{273CA4AE-BED2-4A83-B94C-6A34CB2C4F59}" srcOrd="5" destOrd="0" presId="urn:microsoft.com/office/officeart/2005/8/layout/hierarchy3"/>
    <dgm:cxn modelId="{9B02D1AB-878C-4088-95D6-FA791FC84D77}" type="presParOf" srcId="{1754E439-30B2-4343-85B7-315FD25E4EAC}" destId="{107BB865-2574-4C31-B830-28751C3D6266}" srcOrd="1" destOrd="0" presId="urn:microsoft.com/office/officeart/2005/8/layout/hierarchy3"/>
    <dgm:cxn modelId="{51B10275-6A7C-448A-A04C-D69AD4DAF48A}" type="presParOf" srcId="{107BB865-2574-4C31-B830-28751C3D6266}" destId="{8D5D5554-0C7D-4AEF-9B8B-D4317773BA1E}" srcOrd="0" destOrd="0" presId="urn:microsoft.com/office/officeart/2005/8/layout/hierarchy3"/>
    <dgm:cxn modelId="{0C38E213-8845-4DE2-ADFF-C0CA6E9FD238}" type="presParOf" srcId="{8D5D5554-0C7D-4AEF-9B8B-D4317773BA1E}" destId="{AAD00867-5FB5-43C5-B002-C4BD957C3622}" srcOrd="0" destOrd="0" presId="urn:microsoft.com/office/officeart/2005/8/layout/hierarchy3"/>
    <dgm:cxn modelId="{C4BB4FFF-CEF8-4629-B5CC-B4A838FD63AE}" type="presParOf" srcId="{8D5D5554-0C7D-4AEF-9B8B-D4317773BA1E}" destId="{0956C4A2-B8B4-4615-BA28-9B9CF3202039}" srcOrd="1" destOrd="0" presId="urn:microsoft.com/office/officeart/2005/8/layout/hierarchy3"/>
    <dgm:cxn modelId="{8DCFE4DE-84E1-411E-BFF2-AD16CF7372C1}" type="presParOf" srcId="{107BB865-2574-4C31-B830-28751C3D6266}" destId="{EEC961DB-2B8E-41FF-BA59-A787EAFAE4FD}" srcOrd="1" destOrd="0" presId="urn:microsoft.com/office/officeart/2005/8/layout/hierarchy3"/>
    <dgm:cxn modelId="{48F6DB22-9FCB-4C1E-AC7B-B1E5C2770A86}" type="presParOf" srcId="{EEC961DB-2B8E-41FF-BA59-A787EAFAE4FD}" destId="{62E506F5-55AE-45A4-824C-F778ED4A21BB}" srcOrd="0" destOrd="0" presId="urn:microsoft.com/office/officeart/2005/8/layout/hierarchy3"/>
    <dgm:cxn modelId="{BBBCC36C-3016-4F99-827B-2438A6C9FDEB}" type="presParOf" srcId="{EEC961DB-2B8E-41FF-BA59-A787EAFAE4FD}" destId="{FB520B8D-8F2C-4AE7-91DD-559673D942C6}" srcOrd="1" destOrd="0" presId="urn:microsoft.com/office/officeart/2005/8/layout/hierarchy3"/>
    <dgm:cxn modelId="{1CA1AFCD-0549-4C5D-9140-DAD12D7A30CE}" type="presParOf" srcId="{EEC961DB-2B8E-41FF-BA59-A787EAFAE4FD}" destId="{4F22BB20-EDD9-4CE2-9539-D8B757B11E2A}" srcOrd="2" destOrd="0" presId="urn:microsoft.com/office/officeart/2005/8/layout/hierarchy3"/>
    <dgm:cxn modelId="{F9DB6F25-94F3-4A88-A1DE-811792160DB2}" type="presParOf" srcId="{EEC961DB-2B8E-41FF-BA59-A787EAFAE4FD}" destId="{EA550921-96BB-445A-A115-BF3D78B6447D}" srcOrd="3" destOrd="0" presId="urn:microsoft.com/office/officeart/2005/8/layout/hierarchy3"/>
    <dgm:cxn modelId="{A502C324-25EB-40E1-BD0B-3D4E767048B3}" type="presParOf" srcId="{EEC961DB-2B8E-41FF-BA59-A787EAFAE4FD}" destId="{A6AE8921-8341-451D-8BF5-708F4D23E9B9}" srcOrd="4" destOrd="0" presId="urn:microsoft.com/office/officeart/2005/8/layout/hierarchy3"/>
    <dgm:cxn modelId="{36E42844-D0F4-481F-AE1E-2CCE809D82BF}" type="presParOf" srcId="{EEC961DB-2B8E-41FF-BA59-A787EAFAE4FD}" destId="{395CFFB7-D08D-4D26-A59A-9F261C0518EE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31498-3192-46A0-870B-1B7364AE4189}">
      <dsp:nvSpPr>
        <dsp:cNvPr id="0" name=""/>
        <dsp:cNvSpPr/>
      </dsp:nvSpPr>
      <dsp:spPr>
        <a:xfrm rot="16200000">
          <a:off x="-1164772" y="1164772"/>
          <a:ext cx="4662613" cy="233306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6766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 smtClean="0"/>
            <a:t>Introduction et Problématique</a:t>
          </a:r>
          <a:endParaRPr lang="fr-FR" sz="2500" kern="1200" dirty="0"/>
        </a:p>
      </dsp:txBody>
      <dsp:txXfrm rot="5400000">
        <a:off x="0" y="932523"/>
        <a:ext cx="2333069" cy="2797567"/>
      </dsp:txXfrm>
    </dsp:sp>
    <dsp:sp modelId="{F479FD7C-9662-47CF-8015-4B94C471E55C}">
      <dsp:nvSpPr>
        <dsp:cNvPr id="0" name=""/>
        <dsp:cNvSpPr/>
      </dsp:nvSpPr>
      <dsp:spPr>
        <a:xfrm rot="16200000">
          <a:off x="1345655" y="1164772"/>
          <a:ext cx="4662613" cy="233306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6766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 smtClean="0"/>
            <a:t>Méthodologie et Protocole</a:t>
          </a:r>
          <a:endParaRPr lang="fr-FR" sz="2500" kern="1200" dirty="0"/>
        </a:p>
      </dsp:txBody>
      <dsp:txXfrm rot="5400000">
        <a:off x="2510427" y="932523"/>
        <a:ext cx="2333069" cy="2797567"/>
      </dsp:txXfrm>
    </dsp:sp>
    <dsp:sp modelId="{DA769A7E-DB06-4F73-87AC-1D1D3F1B6520}">
      <dsp:nvSpPr>
        <dsp:cNvPr id="0" name=""/>
        <dsp:cNvSpPr/>
      </dsp:nvSpPr>
      <dsp:spPr>
        <a:xfrm rot="16200000">
          <a:off x="3853704" y="1164772"/>
          <a:ext cx="4662613" cy="233306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6766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 smtClean="0"/>
            <a:t>Analyse et Résultats (</a:t>
          </a:r>
          <a:r>
            <a:rPr lang="fr-FR" sz="2500" kern="1200" dirty="0" err="1" smtClean="0"/>
            <a:t>PowerBI</a:t>
          </a:r>
          <a:r>
            <a:rPr lang="fr-FR" sz="2500" kern="1200" dirty="0" smtClean="0"/>
            <a:t>)</a:t>
          </a:r>
          <a:endParaRPr lang="fr-FR" sz="2500" kern="1200" dirty="0"/>
        </a:p>
      </dsp:txBody>
      <dsp:txXfrm rot="5400000">
        <a:off x="5018476" y="932523"/>
        <a:ext cx="2333069" cy="2797567"/>
      </dsp:txXfrm>
    </dsp:sp>
    <dsp:sp modelId="{A717009C-1037-4BE4-8828-2FB5AC57D973}">
      <dsp:nvSpPr>
        <dsp:cNvPr id="0" name=""/>
        <dsp:cNvSpPr/>
      </dsp:nvSpPr>
      <dsp:spPr>
        <a:xfrm rot="16200000">
          <a:off x="6361754" y="1164772"/>
          <a:ext cx="4662613" cy="233306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6766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500" kern="1200" dirty="0" smtClean="0"/>
            <a:t>Limites et conclusion</a:t>
          </a:r>
          <a:endParaRPr lang="fr-FR" sz="2500" kern="1200" dirty="0"/>
        </a:p>
      </dsp:txBody>
      <dsp:txXfrm rot="5400000">
        <a:off x="7526526" y="932523"/>
        <a:ext cx="2333069" cy="27975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028ED-D27B-4744-B459-26638433840F}">
      <dsp:nvSpPr>
        <dsp:cNvPr id="0" name=""/>
        <dsp:cNvSpPr/>
      </dsp:nvSpPr>
      <dsp:spPr>
        <a:xfrm>
          <a:off x="-5893442" y="-914416"/>
          <a:ext cx="7113810" cy="7113810"/>
        </a:xfrm>
        <a:prstGeom prst="blockArc">
          <a:avLst>
            <a:gd name="adj1" fmla="val 18900000"/>
            <a:gd name="adj2" fmla="val 2700000"/>
            <a:gd name="adj3" fmla="val 304"/>
          </a:avLst>
        </a:prstGeom>
        <a:noFill/>
        <a:ln w="55000" cap="flat" cmpd="thickThin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C70507-D004-43CC-9B13-1943C5229C35}">
      <dsp:nvSpPr>
        <dsp:cNvPr id="0" name=""/>
        <dsp:cNvSpPr/>
      </dsp:nvSpPr>
      <dsp:spPr>
        <a:xfrm>
          <a:off x="814302" y="528497"/>
          <a:ext cx="10962929" cy="105699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990" tIns="71120" rIns="71120" bIns="7112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800" b="1" kern="1200" dirty="0" smtClean="0"/>
            <a:t>H1 &amp; H2 (Conformisme) : Hausse des erreurs face aux experts</a:t>
          </a:r>
          <a:endParaRPr lang="fr-FR" sz="2800" kern="1200" dirty="0"/>
        </a:p>
      </dsp:txBody>
      <dsp:txXfrm>
        <a:off x="814302" y="528497"/>
        <a:ext cx="10962929" cy="1056995"/>
      </dsp:txXfrm>
    </dsp:sp>
    <dsp:sp modelId="{9A84BB93-ACD9-4C53-852C-3EAD1D0DD5A4}">
      <dsp:nvSpPr>
        <dsp:cNvPr id="0" name=""/>
        <dsp:cNvSpPr/>
      </dsp:nvSpPr>
      <dsp:spPr>
        <a:xfrm>
          <a:off x="-7815" y="206847"/>
          <a:ext cx="1644235" cy="1700296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55000" cap="flat" cmpd="thickThin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978F8-CA0D-4EED-8325-FA7980850C5F}">
      <dsp:nvSpPr>
        <dsp:cNvPr id="0" name=""/>
        <dsp:cNvSpPr/>
      </dsp:nvSpPr>
      <dsp:spPr>
        <a:xfrm>
          <a:off x="1198520" y="2113991"/>
          <a:ext cx="10578711" cy="105699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990" tIns="71120" rIns="71120" bIns="7112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800" b="1" kern="1200" dirty="0" smtClean="0"/>
            <a:t>H3 (Métacognition) : Chute de la confiance en soi</a:t>
          </a:r>
          <a:endParaRPr lang="fr-FR" sz="2800" kern="1200" dirty="0"/>
        </a:p>
      </dsp:txBody>
      <dsp:txXfrm>
        <a:off x="1198520" y="2113991"/>
        <a:ext cx="10578711" cy="1056995"/>
      </dsp:txXfrm>
    </dsp:sp>
    <dsp:sp modelId="{6311D314-674B-4DF7-B430-DC8EDAEB5828}">
      <dsp:nvSpPr>
        <dsp:cNvPr id="0" name=""/>
        <dsp:cNvSpPr/>
      </dsp:nvSpPr>
      <dsp:spPr>
        <a:xfrm>
          <a:off x="498373" y="1946959"/>
          <a:ext cx="1400294" cy="139105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55000" cap="flat" cmpd="thickThin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6A1CA-03D7-45C1-83F6-4E4EEDA23694}">
      <dsp:nvSpPr>
        <dsp:cNvPr id="0" name=""/>
        <dsp:cNvSpPr/>
      </dsp:nvSpPr>
      <dsp:spPr>
        <a:xfrm>
          <a:off x="814302" y="3699484"/>
          <a:ext cx="10962929" cy="105699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990" tIns="71120" rIns="71120" bIns="7112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800" b="1" kern="1200" dirty="0" smtClean="0"/>
            <a:t>H4 (Conflit Moteur Implicite - Mouse </a:t>
          </a:r>
          <a:r>
            <a:rPr lang="fr-FR" sz="2800" b="1" kern="1200" dirty="0" err="1" smtClean="0"/>
            <a:t>Tracking</a:t>
          </a:r>
          <a:r>
            <a:rPr lang="fr-FR" sz="2800" b="1" kern="1200" dirty="0" smtClean="0"/>
            <a:t>) : Hausse de l’hésitation physique (souris) </a:t>
          </a:r>
          <a:endParaRPr lang="fr-FR" sz="2800" kern="1200" dirty="0"/>
        </a:p>
      </dsp:txBody>
      <dsp:txXfrm>
        <a:off x="814302" y="3699484"/>
        <a:ext cx="10962929" cy="1056995"/>
      </dsp:txXfrm>
    </dsp:sp>
    <dsp:sp modelId="{866BAC99-EA52-4132-8170-DC87EF847DEC}">
      <dsp:nvSpPr>
        <dsp:cNvPr id="0" name=""/>
        <dsp:cNvSpPr/>
      </dsp:nvSpPr>
      <dsp:spPr>
        <a:xfrm>
          <a:off x="153680" y="3567360"/>
          <a:ext cx="1321244" cy="1321244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55000" cap="flat" cmpd="thickThin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B118B-3279-4960-99E0-0F001E5B8659}">
      <dsp:nvSpPr>
        <dsp:cNvPr id="0" name=""/>
        <dsp:cNvSpPr/>
      </dsp:nvSpPr>
      <dsp:spPr>
        <a:xfrm>
          <a:off x="0" y="335578"/>
          <a:ext cx="9323587" cy="7654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614" tIns="374904" rIns="72361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smtClean="0"/>
            <a:t>Le statut "Expert" suffit à déclencher le mimétisme numérique (Effet Asch).</a:t>
          </a:r>
          <a:endParaRPr lang="fr-FR" sz="1800" kern="1200" dirty="0"/>
        </a:p>
      </dsp:txBody>
      <dsp:txXfrm>
        <a:off x="0" y="335578"/>
        <a:ext cx="9323587" cy="765450"/>
      </dsp:txXfrm>
    </dsp:sp>
    <dsp:sp modelId="{B7A933F8-CFDC-4CCF-A31A-8E03807D5C08}">
      <dsp:nvSpPr>
        <dsp:cNvPr id="0" name=""/>
        <dsp:cNvSpPr/>
      </dsp:nvSpPr>
      <dsp:spPr>
        <a:xfrm>
          <a:off x="466179" y="69898"/>
          <a:ext cx="6526510" cy="5313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6687" tIns="0" rIns="246687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cap="none" spc="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Biais d'Autorité </a:t>
          </a:r>
          <a:r>
            <a:rPr lang="fr-FR" sz="1800" kern="1200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Validé </a:t>
          </a:r>
          <a:r>
            <a:rPr lang="fr-FR" sz="1800" kern="1200" dirty="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:</a:t>
          </a:r>
          <a:endParaRPr lang="fr-FR" sz="1800" kern="1200" dirty="0"/>
        </a:p>
      </dsp:txBody>
      <dsp:txXfrm>
        <a:off x="492118" y="95837"/>
        <a:ext cx="6474632" cy="479482"/>
      </dsp:txXfrm>
    </dsp:sp>
    <dsp:sp modelId="{F68DF55D-4600-463A-B39B-EEBA283D4FC7}">
      <dsp:nvSpPr>
        <dsp:cNvPr id="0" name=""/>
        <dsp:cNvSpPr/>
      </dsp:nvSpPr>
      <dsp:spPr>
        <a:xfrm>
          <a:off x="0" y="1463908"/>
          <a:ext cx="9323587" cy="1020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614" tIns="374904" rIns="72361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b="0" kern="1200" dirty="0" smtClean="0"/>
            <a:t>L'hésitation face au groupe est temporelle (+3.8s) et non spatiale (MAD inchangé). L'utilisateur fige avant d'agir.</a:t>
          </a:r>
          <a:endParaRPr lang="fr-FR" sz="1800" b="0" kern="1200" dirty="0"/>
        </a:p>
      </dsp:txBody>
      <dsp:txXfrm>
        <a:off x="0" y="1463908"/>
        <a:ext cx="9323587" cy="1020600"/>
      </dsp:txXfrm>
    </dsp:sp>
    <dsp:sp modelId="{C3615B7F-9B08-427B-A9CF-46AB25052A31}">
      <dsp:nvSpPr>
        <dsp:cNvPr id="0" name=""/>
        <dsp:cNvSpPr/>
      </dsp:nvSpPr>
      <dsp:spPr>
        <a:xfrm>
          <a:off x="466179" y="1198228"/>
          <a:ext cx="6526510" cy="5313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6687" tIns="0" rIns="246687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Découverte du "Gel Cognitif" : </a:t>
          </a:r>
          <a:endParaRPr lang="fr-FR" sz="18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92118" y="1224167"/>
        <a:ext cx="6474632" cy="479482"/>
      </dsp:txXfrm>
    </dsp:sp>
    <dsp:sp modelId="{DA3800BE-6C6E-4014-9F61-7D4772C46996}">
      <dsp:nvSpPr>
        <dsp:cNvPr id="0" name=""/>
        <dsp:cNvSpPr/>
      </dsp:nvSpPr>
      <dsp:spPr>
        <a:xfrm>
          <a:off x="0" y="2847388"/>
          <a:ext cx="9323587" cy="7654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614" tIns="374904" rIns="72361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dirty="0" smtClean="0"/>
            <a:t>Le doute ralentit l'action, mais n'empêche pas la soumission finale.</a:t>
          </a:r>
          <a:endParaRPr lang="fr-FR" sz="1800" kern="1200" dirty="0"/>
        </a:p>
      </dsp:txBody>
      <dsp:txXfrm>
        <a:off x="0" y="2847388"/>
        <a:ext cx="9323587" cy="765450"/>
      </dsp:txXfrm>
    </dsp:sp>
    <dsp:sp modelId="{C7DD4A76-1291-4DA8-8228-21A03E04B7BB}">
      <dsp:nvSpPr>
        <dsp:cNvPr id="0" name=""/>
        <dsp:cNvSpPr/>
      </dsp:nvSpPr>
      <dsp:spPr>
        <a:xfrm>
          <a:off x="466179" y="2581708"/>
          <a:ext cx="6526510" cy="5313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6687" tIns="0" rIns="246687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Le Paradoxe Métacognitif : </a:t>
          </a:r>
          <a:endParaRPr lang="fr-FR" sz="18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92118" y="2607647"/>
        <a:ext cx="6474632" cy="479482"/>
      </dsp:txXfrm>
    </dsp:sp>
    <dsp:sp modelId="{D0B539D3-DDF3-41B5-9185-280C96DF9AA0}">
      <dsp:nvSpPr>
        <dsp:cNvPr id="0" name=""/>
        <dsp:cNvSpPr/>
      </dsp:nvSpPr>
      <dsp:spPr>
        <a:xfrm>
          <a:off x="0" y="3975718"/>
          <a:ext cx="9323587" cy="1020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614" tIns="374904" rIns="72361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smtClean="0"/>
            <a:t>Alerte sur le design d'autorité et les </a:t>
          </a:r>
          <a:r>
            <a:rPr lang="fr-FR" sz="1800" i="1" kern="1200" smtClean="0"/>
            <a:t>Dark Patterns</a:t>
          </a:r>
          <a:r>
            <a:rPr lang="fr-FR" sz="1800" kern="1200" smtClean="0"/>
            <a:t> (manipulation par les interfaces et avatars virtuels).</a:t>
          </a:r>
          <a:endParaRPr lang="fr-FR" sz="18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0" y="3975718"/>
        <a:ext cx="9323587" cy="1020600"/>
      </dsp:txXfrm>
    </dsp:sp>
    <dsp:sp modelId="{E0E7E2FB-8CE8-4701-91AC-DA312BD833D5}">
      <dsp:nvSpPr>
        <dsp:cNvPr id="0" name=""/>
        <dsp:cNvSpPr/>
      </dsp:nvSpPr>
      <dsp:spPr>
        <a:xfrm>
          <a:off x="466179" y="3710038"/>
          <a:ext cx="6526510" cy="53136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l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6687" tIns="0" rIns="246687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Enjeux IHM &amp; IA : </a:t>
          </a:r>
          <a:endParaRPr lang="fr-FR" sz="18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92118" y="3735977"/>
        <a:ext cx="6474632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2B9BD-5DFC-4351-A52B-F7AA3E1831FD}">
      <dsp:nvSpPr>
        <dsp:cNvPr id="0" name=""/>
        <dsp:cNvSpPr/>
      </dsp:nvSpPr>
      <dsp:spPr>
        <a:xfrm>
          <a:off x="3952" y="696340"/>
          <a:ext cx="2376836" cy="95073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Limites Statistiques :</a:t>
          </a:r>
          <a:endParaRPr lang="fr-FR" sz="1800" kern="1200" dirty="0"/>
        </a:p>
      </dsp:txBody>
      <dsp:txXfrm>
        <a:off x="3952" y="696340"/>
        <a:ext cx="2376836" cy="950734"/>
      </dsp:txXfrm>
    </dsp:sp>
    <dsp:sp modelId="{045BCB97-1E1B-41D5-9C72-6005FBBDEA0F}">
      <dsp:nvSpPr>
        <dsp:cNvPr id="0" name=""/>
        <dsp:cNvSpPr/>
      </dsp:nvSpPr>
      <dsp:spPr>
        <a:xfrm>
          <a:off x="3952" y="1647074"/>
          <a:ext cx="2376836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kern="1200" dirty="0" smtClean="0"/>
            <a:t>Échantillon restreint (N = 14).</a:t>
          </a:r>
          <a:endParaRPr lang="fr-F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kern="1200" dirty="0" smtClean="0"/>
            <a:t>Manque de puissance statistique pour valider les interactions (effet du Statut Social). </a:t>
          </a:r>
          <a:endParaRPr lang="fr-FR" sz="1600" kern="1200" dirty="0"/>
        </a:p>
      </dsp:txBody>
      <dsp:txXfrm>
        <a:off x="3952" y="1647074"/>
        <a:ext cx="2376836" cy="2854800"/>
      </dsp:txXfrm>
    </dsp:sp>
    <dsp:sp modelId="{7F5D1924-C845-46E5-BA0A-3F3A05B2C1BA}">
      <dsp:nvSpPr>
        <dsp:cNvPr id="0" name=""/>
        <dsp:cNvSpPr/>
      </dsp:nvSpPr>
      <dsp:spPr>
        <a:xfrm>
          <a:off x="2713546" y="696340"/>
          <a:ext cx="2376836" cy="95073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Biais de Population :</a:t>
          </a:r>
          <a:endParaRPr lang="fr-FR" sz="1800" kern="1200" dirty="0"/>
        </a:p>
      </dsp:txBody>
      <dsp:txXfrm>
        <a:off x="2713546" y="696340"/>
        <a:ext cx="2376836" cy="950734"/>
      </dsp:txXfrm>
    </dsp:sp>
    <dsp:sp modelId="{FA53235E-FE99-4119-ABDF-54B43D96922F}">
      <dsp:nvSpPr>
        <dsp:cNvPr id="0" name=""/>
        <dsp:cNvSpPr/>
      </dsp:nvSpPr>
      <dsp:spPr>
        <a:xfrm>
          <a:off x="2713546" y="1647074"/>
          <a:ext cx="2376836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kern="1200" dirty="0" smtClean="0"/>
            <a:t>Population cible homogène (Étudiants, 18-25 ans).</a:t>
          </a:r>
          <a:endParaRPr lang="fr-F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kern="1200" smtClean="0"/>
            <a:t>Biais d'habituation au numérique. </a:t>
          </a:r>
          <a:endParaRPr lang="fr-FR" sz="1600" kern="1200" dirty="0"/>
        </a:p>
      </dsp:txBody>
      <dsp:txXfrm>
        <a:off x="2713546" y="1647074"/>
        <a:ext cx="2376836" cy="2854800"/>
      </dsp:txXfrm>
    </dsp:sp>
    <dsp:sp modelId="{BD160184-B948-4CBB-A7AF-21DC0BD7521A}">
      <dsp:nvSpPr>
        <dsp:cNvPr id="0" name=""/>
        <dsp:cNvSpPr/>
      </dsp:nvSpPr>
      <dsp:spPr>
        <a:xfrm>
          <a:off x="5423140" y="696340"/>
          <a:ext cx="2376836" cy="95073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Variabilité Technique (Mouse Tracking) :</a:t>
          </a:r>
          <a:endParaRPr lang="fr-FR" sz="1800" kern="1200" dirty="0"/>
        </a:p>
      </dsp:txBody>
      <dsp:txXfrm>
        <a:off x="5423140" y="696340"/>
        <a:ext cx="2376836" cy="950734"/>
      </dsp:txXfrm>
    </dsp:sp>
    <dsp:sp modelId="{310F9AC6-13A9-4D90-8FDB-CA1111D24882}">
      <dsp:nvSpPr>
        <dsp:cNvPr id="0" name=""/>
        <dsp:cNvSpPr/>
      </dsp:nvSpPr>
      <dsp:spPr>
        <a:xfrm>
          <a:off x="5423140" y="1647074"/>
          <a:ext cx="2376836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kern="1200" dirty="0" smtClean="0"/>
            <a:t>Hétérogénéité du matériel de passation (Souris classique vs </a:t>
          </a:r>
          <a:r>
            <a:rPr lang="fr-FR" sz="1600" kern="1200" dirty="0" err="1" smtClean="0"/>
            <a:t>Trackpad</a:t>
          </a:r>
          <a:r>
            <a:rPr lang="fr-FR" sz="1600" kern="1200" dirty="0" smtClean="0"/>
            <a:t>, tailles d'écrans).</a:t>
          </a:r>
          <a:endParaRPr lang="fr-FR" sz="1600" kern="1200" dirty="0"/>
        </a:p>
      </dsp:txBody>
      <dsp:txXfrm>
        <a:off x="5423140" y="1647074"/>
        <a:ext cx="2376836" cy="2854800"/>
      </dsp:txXfrm>
    </dsp:sp>
    <dsp:sp modelId="{DE71ED9C-B0DE-434A-A8F8-E24B218AF113}">
      <dsp:nvSpPr>
        <dsp:cNvPr id="0" name=""/>
        <dsp:cNvSpPr/>
      </dsp:nvSpPr>
      <dsp:spPr>
        <a:xfrm>
          <a:off x="8132734" y="696340"/>
          <a:ext cx="2376836" cy="95073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smtClean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Validité Instinctif :</a:t>
          </a:r>
          <a:endParaRPr lang="fr-FR" sz="1800" kern="1200" dirty="0"/>
        </a:p>
      </dsp:txBody>
      <dsp:txXfrm>
        <a:off x="8132734" y="696340"/>
        <a:ext cx="2376836" cy="950734"/>
      </dsp:txXfrm>
    </dsp:sp>
    <dsp:sp modelId="{925C48A6-1300-453E-9D27-84C17C861896}">
      <dsp:nvSpPr>
        <dsp:cNvPr id="0" name=""/>
        <dsp:cNvSpPr/>
      </dsp:nvSpPr>
      <dsp:spPr>
        <a:xfrm>
          <a:off x="8132734" y="1647074"/>
          <a:ext cx="2376836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kern="1200" dirty="0" smtClean="0"/>
            <a:t>Sensibilité de la suspicion : risque de suspicion des participants face aux agents virtuels (Bots).</a:t>
          </a:r>
          <a:endParaRPr lang="fr-FR" sz="1600" kern="1200" dirty="0"/>
        </a:p>
      </dsp:txBody>
      <dsp:txXfrm>
        <a:off x="8132734" y="1647074"/>
        <a:ext cx="2376836" cy="28548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FD284-333D-4B4D-A863-276262FA955B}">
      <dsp:nvSpPr>
        <dsp:cNvPr id="0" name=""/>
        <dsp:cNvSpPr/>
      </dsp:nvSpPr>
      <dsp:spPr>
        <a:xfrm>
          <a:off x="689183" y="44"/>
          <a:ext cx="4313047" cy="11003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0" kern="120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Bilan de l'étude :</a:t>
          </a:r>
          <a:endParaRPr lang="fr-FR" sz="3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721410" y="32271"/>
        <a:ext cx="4248593" cy="1035846"/>
      </dsp:txXfrm>
    </dsp:sp>
    <dsp:sp modelId="{47341A75-9392-470F-A349-B6357D96B0E8}">
      <dsp:nvSpPr>
        <dsp:cNvPr id="0" name=""/>
        <dsp:cNvSpPr/>
      </dsp:nvSpPr>
      <dsp:spPr>
        <a:xfrm>
          <a:off x="1120488" y="1100345"/>
          <a:ext cx="431304" cy="825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5225"/>
              </a:lnTo>
              <a:lnTo>
                <a:pt x="431304" y="825225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5C3E8-E51F-4A47-80E7-9A16F3C0B974}">
      <dsp:nvSpPr>
        <dsp:cNvPr id="0" name=""/>
        <dsp:cNvSpPr/>
      </dsp:nvSpPr>
      <dsp:spPr>
        <a:xfrm>
          <a:off x="1551793" y="1375420"/>
          <a:ext cx="4106851" cy="11003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Puissance du conformisme : L'influence sociale numérique opère massivement, même sans interaction physique</a:t>
          </a:r>
          <a:r>
            <a:rPr lang="fr-FR" sz="1400" kern="1200" dirty="0" smtClean="0"/>
            <a:t>.</a:t>
          </a:r>
          <a:endParaRPr lang="fr-FR" sz="1400" kern="1200" dirty="0"/>
        </a:p>
      </dsp:txBody>
      <dsp:txXfrm>
        <a:off x="1584020" y="1407647"/>
        <a:ext cx="4042397" cy="1035846"/>
      </dsp:txXfrm>
    </dsp:sp>
    <dsp:sp modelId="{2925E848-627C-4949-B6F6-4D1D044CB7AA}">
      <dsp:nvSpPr>
        <dsp:cNvPr id="0" name=""/>
        <dsp:cNvSpPr/>
      </dsp:nvSpPr>
      <dsp:spPr>
        <a:xfrm>
          <a:off x="1120488" y="1100345"/>
          <a:ext cx="431304" cy="22006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0601"/>
              </a:lnTo>
              <a:lnTo>
                <a:pt x="431304" y="2200601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507FAA-5197-4BE9-80E2-AA79A632BBBB}">
      <dsp:nvSpPr>
        <dsp:cNvPr id="0" name=""/>
        <dsp:cNvSpPr/>
      </dsp:nvSpPr>
      <dsp:spPr>
        <a:xfrm>
          <a:off x="1551793" y="2750797"/>
          <a:ext cx="4106851" cy="11003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Poids de l'autorité : Le statut "Expert" altère la métacognition et renforce le mimétisme.</a:t>
          </a:r>
        </a:p>
      </dsp:txBody>
      <dsp:txXfrm>
        <a:off x="1584020" y="2783024"/>
        <a:ext cx="4042397" cy="1035846"/>
      </dsp:txXfrm>
    </dsp:sp>
    <dsp:sp modelId="{6D93D4F0-A11F-47E8-B511-EF06819DB7CF}">
      <dsp:nvSpPr>
        <dsp:cNvPr id="0" name=""/>
        <dsp:cNvSpPr/>
      </dsp:nvSpPr>
      <dsp:spPr>
        <a:xfrm>
          <a:off x="1120488" y="1100345"/>
          <a:ext cx="431304" cy="3575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5977"/>
              </a:lnTo>
              <a:lnTo>
                <a:pt x="431304" y="3575977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CA4AE-BED2-4A83-B94C-6A34CB2C4F59}">
      <dsp:nvSpPr>
        <dsp:cNvPr id="0" name=""/>
        <dsp:cNvSpPr/>
      </dsp:nvSpPr>
      <dsp:spPr>
        <a:xfrm>
          <a:off x="1551793" y="4126173"/>
          <a:ext cx="4106851" cy="11003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Signature motrice : Découverte d'un "Gel Cognitif" (conflit temporel plutôt que spatial).</a:t>
          </a:r>
          <a:endParaRPr lang="fr-FR" sz="1400" kern="1200" dirty="0"/>
        </a:p>
      </dsp:txBody>
      <dsp:txXfrm>
        <a:off x="1584020" y="4158400"/>
        <a:ext cx="4042397" cy="1035846"/>
      </dsp:txXfrm>
    </dsp:sp>
    <dsp:sp modelId="{AAD00867-5FB5-43C5-B002-C4BD957C3622}">
      <dsp:nvSpPr>
        <dsp:cNvPr id="0" name=""/>
        <dsp:cNvSpPr/>
      </dsp:nvSpPr>
      <dsp:spPr>
        <a:xfrm>
          <a:off x="5552381" y="44"/>
          <a:ext cx="4313047" cy="11003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0" kern="1200" cap="none" spc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Perspectives futures : </a:t>
          </a:r>
          <a:endParaRPr lang="fr-FR" sz="3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5584608" y="32271"/>
        <a:ext cx="4248593" cy="1035846"/>
      </dsp:txXfrm>
    </dsp:sp>
    <dsp:sp modelId="{62E506F5-55AE-45A4-824C-F778ED4A21BB}">
      <dsp:nvSpPr>
        <dsp:cNvPr id="0" name=""/>
        <dsp:cNvSpPr/>
      </dsp:nvSpPr>
      <dsp:spPr>
        <a:xfrm>
          <a:off x="5983686" y="1100345"/>
          <a:ext cx="431304" cy="825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5225"/>
              </a:lnTo>
              <a:lnTo>
                <a:pt x="431304" y="825225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520B8D-8F2C-4AE7-91DD-559673D942C6}">
      <dsp:nvSpPr>
        <dsp:cNvPr id="0" name=""/>
        <dsp:cNvSpPr/>
      </dsp:nvSpPr>
      <dsp:spPr>
        <a:xfrm>
          <a:off x="6414991" y="1375420"/>
          <a:ext cx="4106851" cy="11003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Méthodologique : Augmenter l'échantillon (N &gt; 50</a:t>
          </a:r>
          <a:r>
            <a:rPr lang="fr-FR" sz="1400" kern="1200" dirty="0" smtClean="0"/>
            <a:t>) pour stabiliser la puissance statistique.</a:t>
          </a:r>
          <a:endParaRPr lang="fr-FR" sz="1400" kern="1200" dirty="0"/>
        </a:p>
      </dsp:txBody>
      <dsp:txXfrm>
        <a:off x="6447218" y="1407647"/>
        <a:ext cx="4042397" cy="1035846"/>
      </dsp:txXfrm>
    </dsp:sp>
    <dsp:sp modelId="{4F22BB20-EDD9-4CE2-9539-D8B757B11E2A}">
      <dsp:nvSpPr>
        <dsp:cNvPr id="0" name=""/>
        <dsp:cNvSpPr/>
      </dsp:nvSpPr>
      <dsp:spPr>
        <a:xfrm>
          <a:off x="5983686" y="1100345"/>
          <a:ext cx="431304" cy="22006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0601"/>
              </a:lnTo>
              <a:lnTo>
                <a:pt x="431304" y="2200601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50921-96BB-445A-A115-BF3D78B6447D}">
      <dsp:nvSpPr>
        <dsp:cNvPr id="0" name=""/>
        <dsp:cNvSpPr/>
      </dsp:nvSpPr>
      <dsp:spPr>
        <a:xfrm>
          <a:off x="6414991" y="2750797"/>
          <a:ext cx="4106851" cy="11003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Technologique : Comparer le mouse-</a:t>
          </a:r>
          <a:r>
            <a:rPr lang="fr-FR" sz="1400" kern="1200" dirty="0" err="1" smtClean="0"/>
            <a:t>tracking</a:t>
          </a:r>
          <a:r>
            <a:rPr lang="fr-FR" sz="1400" kern="1200" dirty="0" smtClean="0"/>
            <a:t> avec des interactions </a:t>
          </a:r>
          <a:r>
            <a:rPr lang="fr-FR" sz="1400" kern="1200" dirty="0" smtClean="0"/>
            <a:t>tactiles (smartphones/tablettes).</a:t>
          </a:r>
          <a:endParaRPr lang="fr-FR" sz="1400" kern="1200" dirty="0" smtClean="0"/>
        </a:p>
      </dsp:txBody>
      <dsp:txXfrm>
        <a:off x="6447218" y="2783024"/>
        <a:ext cx="4042397" cy="1035846"/>
      </dsp:txXfrm>
    </dsp:sp>
    <dsp:sp modelId="{A6AE8921-8341-451D-8BF5-708F4D23E9B9}">
      <dsp:nvSpPr>
        <dsp:cNvPr id="0" name=""/>
        <dsp:cNvSpPr/>
      </dsp:nvSpPr>
      <dsp:spPr>
        <a:xfrm>
          <a:off x="5983686" y="1100345"/>
          <a:ext cx="431304" cy="3575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5977"/>
              </a:lnTo>
              <a:lnTo>
                <a:pt x="431304" y="3575977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5CFFB7-D08D-4D26-A59A-9F261C0518EE}">
      <dsp:nvSpPr>
        <dsp:cNvPr id="0" name=""/>
        <dsp:cNvSpPr/>
      </dsp:nvSpPr>
      <dsp:spPr>
        <a:xfrm>
          <a:off x="6414991" y="4126173"/>
          <a:ext cx="4106851" cy="11003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Éthique &amp; Design : Sensibiliser aux "</a:t>
          </a:r>
          <a:r>
            <a:rPr lang="fr-FR" sz="1400" kern="1200" dirty="0" err="1" smtClean="0"/>
            <a:t>Dark</a:t>
          </a:r>
          <a:r>
            <a:rPr lang="fr-FR" sz="1400" kern="1200" dirty="0" smtClean="0"/>
            <a:t> Patterns" et à la manipulation par les interfaces (</a:t>
          </a:r>
          <a:r>
            <a:rPr lang="fr-FR" sz="1400" kern="1200" dirty="0" err="1" smtClean="0"/>
            <a:t>Nudge</a:t>
          </a:r>
          <a:r>
            <a:rPr lang="fr-FR" sz="1400" kern="1200" dirty="0" smtClean="0"/>
            <a:t>).</a:t>
          </a:r>
          <a:endParaRPr lang="fr-FR" sz="1400" kern="1200" dirty="0"/>
        </a:p>
      </dsp:txBody>
      <dsp:txXfrm>
        <a:off x="6447218" y="4158400"/>
        <a:ext cx="4042397" cy="10358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CE37904-F8A2-4E51-8C8D-2EB9E27B435C}" type="datetime1">
              <a:rPr lang="fr-FR" smtClean="0"/>
              <a:t>25/04/2026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B870E99-AA52-4646-AE77-854CDBAA685F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24A772-5D94-4F12-8B86-44D4FB26368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4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374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614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017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93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688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431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143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739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487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008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790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115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9036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900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7846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87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orme libre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orme libre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orme libre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orme libre 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orme libre 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orme libre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rtlCol="0"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 smtClean="0"/>
              <a:t>Modifier le style des sous-titres du masque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C921FA-3F4A-41E1-B1A3-2701614529C4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0DDF66-455D-477F-9D1D-DED0A6018D88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rtlCol="0" anchor="b"/>
          <a:lstStyle>
            <a:lvl1pPr algn="r">
              <a:defRPr sz="4000" b="0" cap="none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2572278" y="4777381"/>
            <a:ext cx="8930748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06315A-EEA3-48EE-862F-816A64CDD555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484312" y="2666999"/>
            <a:ext cx="4895055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607967" y="2667000"/>
            <a:ext cx="4895056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EE783C-7A7B-461A-A4AC-CA0387BD4181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772179" y="2658533"/>
            <a:ext cx="460718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484311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880487" y="2667000"/>
            <a:ext cx="462253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607967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574C5E-17A8-4994-BBF5-B711161FAEBC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FFF89-E8D1-4615-91CB-13816EE4A7BC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C84613-4B81-4092-872E-E7AB5EE13FD3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262033" y="685799"/>
            <a:ext cx="6240990" cy="5105401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484312" y="2971800"/>
            <a:ext cx="3549121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F3CD42-4D20-4798-9487-FBEEAC7A3D25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482724" y="3124199"/>
            <a:ext cx="5426158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3B4856-37FC-485A-938A-ADBF55F23EB1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484311" y="5299603"/>
            <a:ext cx="10018711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66FB2B-11AF-479A-932F-965CC37578A9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84312" y="4343400"/>
            <a:ext cx="10018713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84958F-D871-4471-B630-44BDD082118B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 de texte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2436811" y="3428999"/>
            <a:ext cx="8532815" cy="381000"/>
          </a:xfrm>
        </p:spPr>
        <p:txBody>
          <a:bodyPr rtlCol="0"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1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BB6FA2-9395-442A-B77C-93280767D455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rtlCol="0" anchor="b">
            <a:normAutofit/>
          </a:bodyPr>
          <a:lstStyle>
            <a:lvl1pPr algn="r">
              <a:defRPr sz="3200" b="0" cap="none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84312" y="4777381"/>
            <a:ext cx="10018710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BD28DD-5FB5-4A5F-8927-19F1B12D96FD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 de texte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84312" y="4775200"/>
            <a:ext cx="10018710" cy="10160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260C09-B678-4D5E-879F-D29BEFE50680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3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151DC0-19EE-4D2A-8A32-C870DAE777C5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3BEB45-67AA-4B5D-B481-8BCB69CFAEF5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484312" y="685800"/>
            <a:ext cx="8019742" cy="5105400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355B3B-F029-422A-99AB-DD539B7F1C2D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orme libre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orme libre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orme libre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orme libre 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orme libre 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orme libre 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871E4CF0-E38B-4775-AD07-E42BF4C15D7A}" type="datetime1">
              <a:rPr lang="fr-FR" noProof="0" smtClean="0"/>
              <a:t>25/04/2026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7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pn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796" y="-28665"/>
            <a:ext cx="9021158" cy="3285866"/>
          </a:xfrm>
        </p:spPr>
        <p:txBody>
          <a:bodyPr rtlCol="0">
            <a:normAutofit/>
          </a:bodyPr>
          <a:lstStyle/>
          <a:p>
            <a:pPr algn="l"/>
            <a:r>
              <a:rPr lang="fr-FR" sz="6600" dirty="0"/>
              <a:t>L'AUTORITÉ DU CURSEUR</a:t>
            </a:r>
            <a:endParaRPr lang="fr-FR" sz="6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840" y="3187394"/>
            <a:ext cx="7178070" cy="863348"/>
          </a:xfrm>
        </p:spPr>
        <p:txBody>
          <a:bodyPr rtlCol="0">
            <a:normAutofit/>
          </a:bodyPr>
          <a:lstStyle/>
          <a:p>
            <a:pPr algn="l"/>
            <a:r>
              <a:rPr lang="fr-FR" dirty="0">
                <a:solidFill>
                  <a:schemeClr val="tx2">
                    <a:lumMod val="50000"/>
                  </a:schemeClr>
                </a:solidFill>
              </a:rPr>
              <a:t>Influence du statut social et dynamique de groupe sur la décision en environnement numérique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44284"/>
            <a:ext cx="5720080" cy="1974915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r>
              <a:rPr lang="fr-FR" dirty="0"/>
              <a:t>Cadre : UE Outils et méthodes en </a:t>
            </a:r>
            <a:r>
              <a:rPr lang="fr-FR" dirty="0" smtClean="0"/>
              <a:t>SC2</a:t>
            </a:r>
          </a:p>
          <a:p>
            <a:pPr marL="72000"/>
            <a:r>
              <a:rPr lang="fr-FR" dirty="0" smtClean="0"/>
              <a:t>Formation </a:t>
            </a:r>
            <a:r>
              <a:rPr lang="fr-FR" dirty="0"/>
              <a:t>: Master 1 MIASHS - Université Grenoble </a:t>
            </a:r>
            <a:r>
              <a:rPr lang="fr-FR" dirty="0" smtClean="0"/>
              <a:t>Alpes</a:t>
            </a:r>
          </a:p>
          <a:p>
            <a:pPr marL="72000"/>
            <a:r>
              <a:rPr lang="fr-FR" dirty="0" smtClean="0"/>
              <a:t>Enseignant </a:t>
            </a:r>
            <a:r>
              <a:rPr lang="fr-FR" dirty="0"/>
              <a:t>: M. Rafael </a:t>
            </a:r>
            <a:r>
              <a:rPr lang="fr-FR" dirty="0" err="1" smtClean="0"/>
              <a:t>Laboisière</a:t>
            </a:r>
            <a:endParaRPr lang="fr-FR" dirty="0" smtClean="0"/>
          </a:p>
          <a:p>
            <a:pPr marL="72000"/>
            <a:r>
              <a:rPr lang="fr-FR" dirty="0" smtClean="0"/>
              <a:t>Étudiants </a:t>
            </a:r>
            <a:r>
              <a:rPr lang="fr-FR" dirty="0"/>
              <a:t>: Milhane RABEHI &amp; Mahdi DJENNAD </a:t>
            </a:r>
            <a:endParaRPr lang="fr-FR" dirty="0" smtClean="0"/>
          </a:p>
          <a:p>
            <a:pPr marL="72000"/>
            <a:r>
              <a:rPr lang="fr-FR" dirty="0" smtClean="0"/>
              <a:t>Date </a:t>
            </a:r>
            <a:r>
              <a:rPr lang="fr-FR" dirty="0"/>
              <a:t>: </a:t>
            </a:r>
            <a:r>
              <a:rPr lang="fr-FR" dirty="0" smtClean="0"/>
              <a:t>Avril 2026</a:t>
            </a:r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9306560" y="-17518"/>
            <a:ext cx="2885439" cy="173972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1026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130" y="86478"/>
            <a:ext cx="2651123" cy="162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628162" y="6454074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1</a:t>
            </a:fld>
            <a:endParaRPr lang="fr-FR" sz="2000" noProof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750" y="2233796"/>
            <a:ext cx="3228331" cy="210413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049" y="4442636"/>
            <a:ext cx="3455387" cy="229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66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723" y="218440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Sommaire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1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592409" y="6417307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2</a:t>
            </a:fld>
            <a:endParaRPr lang="fr-FR" sz="2000" noProof="0" dirty="0"/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1736061119"/>
              </p:ext>
            </p:extLst>
          </p:nvPr>
        </p:nvGraphicFramePr>
        <p:xfrm>
          <a:off x="1318216" y="1600198"/>
          <a:ext cx="9861974" cy="4662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26256" y="2582863"/>
            <a:ext cx="916573" cy="91657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38907" y="2582863"/>
            <a:ext cx="961534" cy="96153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43435" y="2467795"/>
            <a:ext cx="1076602" cy="107660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88273" y="2603297"/>
            <a:ext cx="875703" cy="87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36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723" y="218440"/>
            <a:ext cx="9419220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/>
              <a:t>CONTEXTE SCIENTIFIQUE ET OBJECTIFS 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1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592409" y="6417307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3</a:t>
            </a:fld>
            <a:endParaRPr lang="fr-FR" sz="2000" noProof="0" dirty="0"/>
          </a:p>
        </p:txBody>
      </p:sp>
      <p:sp>
        <p:nvSpPr>
          <p:cNvPr id="15" name="Rectangle 14"/>
          <p:cNvSpPr/>
          <p:nvPr/>
        </p:nvSpPr>
        <p:spPr>
          <a:xfrm>
            <a:off x="358547" y="1651768"/>
            <a:ext cx="3409481" cy="47335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à coins arrondis 2"/>
          <p:cNvSpPr/>
          <p:nvPr/>
        </p:nvSpPr>
        <p:spPr>
          <a:xfrm>
            <a:off x="435992" y="1711988"/>
            <a:ext cx="3256217" cy="15648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400" dirty="0" smtClean="0"/>
              <a:t>Point de </a:t>
            </a:r>
          </a:p>
          <a:p>
            <a:pPr algn="r"/>
            <a:r>
              <a:rPr lang="fr-FR" sz="2400" dirty="0" smtClean="0"/>
              <a:t>départ </a:t>
            </a:r>
          </a:p>
          <a:p>
            <a:pPr algn="r"/>
            <a:r>
              <a:rPr lang="fr-FR" sz="2400" dirty="0" smtClean="0"/>
              <a:t>scientifique</a:t>
            </a: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5411" y="1891225"/>
            <a:ext cx="1263192" cy="1263192"/>
          </a:xfrm>
          <a:prstGeom prst="rect">
            <a:avLst/>
          </a:prstGeom>
        </p:spPr>
      </p:pic>
      <p:sp>
        <p:nvSpPr>
          <p:cNvPr id="14" name="Rectangle à coins arrondis 13"/>
          <p:cNvSpPr/>
          <p:nvPr/>
        </p:nvSpPr>
        <p:spPr>
          <a:xfrm>
            <a:off x="435992" y="3644482"/>
            <a:ext cx="3256218" cy="12254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fr-FR" dirty="0"/>
              <a:t>Transposition du conformisme social (Asch) aux interfaces numériques (IHM).</a:t>
            </a:r>
          </a:p>
        </p:txBody>
      </p:sp>
      <p:sp>
        <p:nvSpPr>
          <p:cNvPr id="30" name="Rectangle à coins arrondis 29"/>
          <p:cNvSpPr/>
          <p:nvPr/>
        </p:nvSpPr>
        <p:spPr>
          <a:xfrm>
            <a:off x="435992" y="5049012"/>
            <a:ext cx="3256218" cy="12254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fr-FR" dirty="0"/>
              <a:t>L'impact du biais d'autorité généré par des agents virtuels (Bots).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62935" y="1651768"/>
            <a:ext cx="3409481" cy="37178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à coins arrondis 17"/>
          <p:cNvSpPr/>
          <p:nvPr/>
        </p:nvSpPr>
        <p:spPr>
          <a:xfrm>
            <a:off x="4418905" y="1711987"/>
            <a:ext cx="3256217" cy="156484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400" dirty="0" smtClean="0"/>
              <a:t>Problématique</a:t>
            </a:r>
            <a:endParaRPr lang="fr-FR" sz="20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9352" y="1971222"/>
            <a:ext cx="1046377" cy="1046377"/>
          </a:xfrm>
          <a:prstGeom prst="rect">
            <a:avLst/>
          </a:prstGeom>
        </p:spPr>
      </p:pic>
      <p:sp>
        <p:nvSpPr>
          <p:cNvPr id="31" name="Rectangle à coins arrondis 30"/>
          <p:cNvSpPr/>
          <p:nvPr/>
        </p:nvSpPr>
        <p:spPr>
          <a:xfrm>
            <a:off x="4462868" y="3644482"/>
            <a:ext cx="3256218" cy="163083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fr-FR" dirty="0"/>
              <a:t>Un simple statut social affiché à l'écran (Expert vs Novice) suffit-il à manipuler nos décisions et nos mouvements 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4607" y="1661179"/>
            <a:ext cx="3409481" cy="50318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à coins arrondis 18"/>
          <p:cNvSpPr/>
          <p:nvPr/>
        </p:nvSpPr>
        <p:spPr>
          <a:xfrm>
            <a:off x="8438420" y="1740397"/>
            <a:ext cx="3256217" cy="156484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400" dirty="0" smtClean="0"/>
              <a:t>Nos trois </a:t>
            </a:r>
          </a:p>
          <a:p>
            <a:pPr algn="r"/>
            <a:r>
              <a:rPr lang="fr-FR" sz="2400" dirty="0" smtClean="0"/>
              <a:t>objectifs</a:t>
            </a:r>
            <a:endParaRPr lang="fr-FR" sz="2400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656198" y="1991958"/>
            <a:ext cx="1025641" cy="1025641"/>
          </a:xfrm>
          <a:prstGeom prst="rect">
            <a:avLst/>
          </a:prstGeom>
        </p:spPr>
      </p:pic>
      <p:sp>
        <p:nvSpPr>
          <p:cNvPr id="33" name="Rectangle à coins arrondis 32"/>
          <p:cNvSpPr/>
          <p:nvPr/>
        </p:nvSpPr>
        <p:spPr>
          <a:xfrm>
            <a:off x="8424168" y="3644482"/>
            <a:ext cx="3256218" cy="87880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fr-FR" dirty="0"/>
              <a:t>Mesurer la soumission de l'utilisateur (Taux d'erreur).</a:t>
            </a:r>
          </a:p>
        </p:txBody>
      </p:sp>
      <p:sp>
        <p:nvSpPr>
          <p:cNvPr id="34" name="Rectangle à coins arrondis 33"/>
          <p:cNvSpPr/>
          <p:nvPr/>
        </p:nvSpPr>
        <p:spPr>
          <a:xfrm>
            <a:off x="8424168" y="4682774"/>
            <a:ext cx="3256218" cy="87880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fr-FR" dirty="0"/>
              <a:t>Évaluer la perte de confiance en soi (Métacognition).</a:t>
            </a:r>
          </a:p>
        </p:txBody>
      </p:sp>
      <p:sp>
        <p:nvSpPr>
          <p:cNvPr id="35" name="Rectangle à coins arrondis 34"/>
          <p:cNvSpPr/>
          <p:nvPr/>
        </p:nvSpPr>
        <p:spPr>
          <a:xfrm>
            <a:off x="8411239" y="5721066"/>
            <a:ext cx="3256218" cy="87880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fr-FR" dirty="0"/>
              <a:t>Analyser le conflit moteur physique (Trajectoires de la souris</a:t>
            </a:r>
            <a:r>
              <a:rPr lang="fr-FR" dirty="0" smtClean="0"/>
              <a:t>).</a:t>
            </a:r>
            <a:endParaRPr lang="fr-FR" dirty="0"/>
          </a:p>
        </p:txBody>
      </p:sp>
      <p:cxnSp>
        <p:nvCxnSpPr>
          <p:cNvPr id="22" name="Connecteur droit 21"/>
          <p:cNvCxnSpPr/>
          <p:nvPr/>
        </p:nvCxnSpPr>
        <p:spPr>
          <a:xfrm flipV="1">
            <a:off x="544723" y="3459637"/>
            <a:ext cx="302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 flipV="1">
            <a:off x="4552686" y="3459637"/>
            <a:ext cx="30240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V="1">
            <a:off x="8568409" y="3459637"/>
            <a:ext cx="30240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684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96" y="261063"/>
            <a:ext cx="7411825" cy="784467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VARIABLES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13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11584325" y="6429928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4</a:t>
            </a:fld>
            <a:endParaRPr lang="fr-FR" sz="2000" noProof="0" dirty="0"/>
          </a:p>
        </p:txBody>
      </p:sp>
      <p:sp>
        <p:nvSpPr>
          <p:cNvPr id="46" name="Rectangle 45"/>
          <p:cNvSpPr/>
          <p:nvPr/>
        </p:nvSpPr>
        <p:spPr>
          <a:xfrm>
            <a:off x="640051" y="4191777"/>
            <a:ext cx="6583868" cy="250125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/>
          <p:cNvSpPr/>
          <p:nvPr/>
        </p:nvSpPr>
        <p:spPr>
          <a:xfrm>
            <a:off x="7909559" y="1734580"/>
            <a:ext cx="4019282" cy="4477684"/>
          </a:xfrm>
          <a:prstGeom prst="rect">
            <a:avLst/>
          </a:prstGeom>
          <a:solidFill>
            <a:schemeClr val="accent1">
              <a:alpha val="59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/>
          <p:cNvSpPr/>
          <p:nvPr/>
        </p:nvSpPr>
        <p:spPr>
          <a:xfrm>
            <a:off x="657563" y="1045531"/>
            <a:ext cx="6583680" cy="3041986"/>
          </a:xfrm>
          <a:prstGeom prst="rect">
            <a:avLst/>
          </a:prstGeom>
          <a:solidFill>
            <a:schemeClr val="accent1">
              <a:alpha val="61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685045" y="1694337"/>
            <a:ext cx="4122660" cy="10435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VI 1 : Statut social (inter-sujet)</a:t>
            </a:r>
          </a:p>
          <a:p>
            <a:pPr algn="ctr"/>
            <a:r>
              <a:rPr lang="fr-FR" sz="1400" dirty="0" smtClean="0"/>
              <a:t>[A] Groupe expert (Ingénieur, médecin, …)</a:t>
            </a:r>
          </a:p>
          <a:p>
            <a:pPr algn="ctr"/>
            <a:r>
              <a:rPr lang="fr-FR" sz="1400" dirty="0" smtClean="0"/>
              <a:t>[B] Groupe novice (Etudiant, inconnu, …)</a:t>
            </a:r>
          </a:p>
        </p:txBody>
      </p:sp>
      <p:sp>
        <p:nvSpPr>
          <p:cNvPr id="17" name="Rectangle à coins arrondis 16"/>
          <p:cNvSpPr/>
          <p:nvPr/>
        </p:nvSpPr>
        <p:spPr>
          <a:xfrm>
            <a:off x="2318995" y="2827888"/>
            <a:ext cx="4904924" cy="113877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VI 2 : Type d’Essai (intra-sujet)</a:t>
            </a:r>
          </a:p>
          <a:p>
            <a:pPr algn="ctr"/>
            <a:r>
              <a:rPr lang="fr-FR" sz="1400" dirty="0" smtClean="0"/>
              <a:t>[A] Critique (Réponse fausse des bots)</a:t>
            </a:r>
          </a:p>
          <a:p>
            <a:pPr algn="ctr"/>
            <a:r>
              <a:rPr lang="fr-FR" sz="1400" dirty="0" smtClean="0"/>
              <a:t>[B] Neutre (Réponse aléatoire des bots)</a:t>
            </a:r>
          </a:p>
          <a:p>
            <a:pPr algn="ctr"/>
            <a:r>
              <a:rPr lang="fr-FR" sz="1400" dirty="0" smtClean="0"/>
              <a:t>(« éparpillement </a:t>
            </a:r>
            <a:r>
              <a:rPr lang="fr-FR" sz="1400" dirty="0"/>
              <a:t>réaliste" justifie notre algorithme de </a:t>
            </a:r>
            <a:r>
              <a:rPr lang="fr-FR" sz="1400" dirty="0" smtClean="0"/>
              <a:t>doute)</a:t>
            </a:r>
            <a:endParaRPr lang="fr-FR" sz="1400" dirty="0"/>
          </a:p>
        </p:txBody>
      </p:sp>
      <p:sp>
        <p:nvSpPr>
          <p:cNvPr id="18" name="Rectangle à coins arrondis 17"/>
          <p:cNvSpPr/>
          <p:nvPr/>
        </p:nvSpPr>
        <p:spPr>
          <a:xfrm>
            <a:off x="2103250" y="4275578"/>
            <a:ext cx="4226560" cy="52530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Variables Dépendantes (VD)</a:t>
            </a:r>
            <a:endParaRPr lang="fr-FR" sz="1100" dirty="0"/>
          </a:p>
        </p:txBody>
      </p:sp>
      <p:sp>
        <p:nvSpPr>
          <p:cNvPr id="19" name="Rectangle à coins arrondis 18"/>
          <p:cNvSpPr/>
          <p:nvPr/>
        </p:nvSpPr>
        <p:spPr>
          <a:xfrm>
            <a:off x="2103250" y="1092995"/>
            <a:ext cx="4226560" cy="52218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Variables Indépendantes (VI)</a:t>
            </a:r>
            <a:endParaRPr lang="fr-FR" sz="1100" dirty="0"/>
          </a:p>
        </p:txBody>
      </p:sp>
      <p:sp>
        <p:nvSpPr>
          <p:cNvPr id="22" name="Rectangle à coins arrondis 21"/>
          <p:cNvSpPr/>
          <p:nvPr/>
        </p:nvSpPr>
        <p:spPr>
          <a:xfrm>
            <a:off x="715464" y="4884679"/>
            <a:ext cx="4687166" cy="5286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2400" dirty="0" smtClean="0"/>
              <a:t>VD 1 : Taux de conformisme</a:t>
            </a:r>
            <a:r>
              <a:rPr lang="fr-FR" sz="2000" dirty="0" smtClean="0"/>
              <a:t> </a:t>
            </a:r>
            <a:r>
              <a:rPr lang="fr-FR" sz="1400" dirty="0" smtClean="0"/>
              <a:t>(% d’erreurs) </a:t>
            </a:r>
          </a:p>
        </p:txBody>
      </p:sp>
      <p:sp>
        <p:nvSpPr>
          <p:cNvPr id="39" name="Rectangle à coins arrondis 38"/>
          <p:cNvSpPr/>
          <p:nvPr/>
        </p:nvSpPr>
        <p:spPr>
          <a:xfrm>
            <a:off x="8074448" y="1940426"/>
            <a:ext cx="3605539" cy="52530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Variables de contrôle (VC)</a:t>
            </a:r>
            <a:endParaRPr lang="fr-FR" sz="1100" dirty="0"/>
          </a:p>
        </p:txBody>
      </p:sp>
      <p:sp>
        <p:nvSpPr>
          <p:cNvPr id="40" name="Rectangle à coins arrondis 39"/>
          <p:cNvSpPr/>
          <p:nvPr/>
        </p:nvSpPr>
        <p:spPr>
          <a:xfrm>
            <a:off x="8074449" y="2606373"/>
            <a:ext cx="3692078" cy="353047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fr-FR" sz="2200" b="1" dirty="0"/>
              <a:t>16 </a:t>
            </a:r>
            <a:r>
              <a:rPr lang="fr-FR" sz="2200" b="1" dirty="0" smtClean="0"/>
              <a:t>questions</a:t>
            </a:r>
            <a:r>
              <a:rPr lang="fr-FR" sz="2200" dirty="0" smtClean="0"/>
              <a:t> identiques </a:t>
            </a:r>
            <a:r>
              <a:rPr lang="fr-FR" sz="2200" dirty="0"/>
              <a:t>pour tous</a:t>
            </a:r>
            <a:r>
              <a:rPr lang="fr-FR" sz="2200" dirty="0" smtClean="0"/>
              <a:t>. 5 questions ou tout les bots ont faux (question critique)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fr-FR" sz="2200" dirty="0" smtClean="0"/>
              <a:t>Nombre </a:t>
            </a:r>
            <a:r>
              <a:rPr lang="fr-FR" sz="2200" dirty="0"/>
              <a:t>d'agents fixe (4 bots) 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fr-FR" sz="2200" dirty="0"/>
              <a:t>Interface souris </a:t>
            </a:r>
            <a:r>
              <a:rPr lang="fr-FR" sz="2200" dirty="0" smtClean="0"/>
              <a:t>obligatoire.</a:t>
            </a:r>
            <a:endParaRPr lang="fr-FR" sz="2200" dirty="0"/>
          </a:p>
        </p:txBody>
      </p:sp>
      <p:sp>
        <p:nvSpPr>
          <p:cNvPr id="45" name="Rectangle à coins arrondis 44"/>
          <p:cNvSpPr/>
          <p:nvPr/>
        </p:nvSpPr>
        <p:spPr>
          <a:xfrm>
            <a:off x="1365483" y="5500816"/>
            <a:ext cx="4505188" cy="53761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2400" dirty="0" smtClean="0"/>
              <a:t>VD 2 : Confiance / Mise </a:t>
            </a:r>
            <a:r>
              <a:rPr lang="fr-FR" sz="1400" dirty="0" smtClean="0"/>
              <a:t>(1 à 5)</a:t>
            </a:r>
            <a:endParaRPr lang="fr-FR" sz="1600" dirty="0" smtClean="0"/>
          </a:p>
        </p:txBody>
      </p:sp>
      <p:sp>
        <p:nvSpPr>
          <p:cNvPr id="44" name="Rectangle à coins arrondis 43"/>
          <p:cNvSpPr/>
          <p:nvPr/>
        </p:nvSpPr>
        <p:spPr>
          <a:xfrm>
            <a:off x="2239459" y="6106233"/>
            <a:ext cx="4857836" cy="51875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2400" dirty="0" smtClean="0"/>
              <a:t>VD 3 : Conflit Moteur</a:t>
            </a:r>
            <a:r>
              <a:rPr lang="fr-FR" sz="2000" dirty="0" smtClean="0"/>
              <a:t> </a:t>
            </a:r>
            <a:r>
              <a:rPr lang="fr-FR" sz="1400" dirty="0" smtClean="0"/>
              <a:t>(AUC – Mouse </a:t>
            </a:r>
            <a:r>
              <a:rPr lang="fr-FR" sz="1400" dirty="0" err="1" smtClean="0"/>
              <a:t>tracking</a:t>
            </a:r>
            <a:r>
              <a:rPr lang="fr-FR" sz="1400" dirty="0" smtClean="0"/>
              <a:t>)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2974838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" y="114589"/>
            <a:ext cx="7411825" cy="784467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HYPOTHÈSES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13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11584325" y="6429928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5</a:t>
            </a:fld>
            <a:endParaRPr lang="fr-FR" sz="2000" noProof="0" dirty="0"/>
          </a:p>
        </p:txBody>
      </p:sp>
      <p:graphicFrame>
        <p:nvGraphicFramePr>
          <p:cNvPr id="31" name="Diagramme 30"/>
          <p:cNvGraphicFramePr/>
          <p:nvPr>
            <p:extLst>
              <p:ext uri="{D42A27DB-BD31-4B8C-83A1-F6EECF244321}">
                <p14:modId xmlns:p14="http://schemas.microsoft.com/office/powerpoint/2010/main" val="2376131362"/>
              </p:ext>
            </p:extLst>
          </p:nvPr>
        </p:nvGraphicFramePr>
        <p:xfrm>
          <a:off x="296529" y="1054232"/>
          <a:ext cx="11769417" cy="5284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16637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" y="-288589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Protocole &amp; RGPD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11589932" y="6441138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6</a:t>
            </a:fld>
            <a:endParaRPr lang="fr-FR" sz="2000" noProof="0" dirty="0"/>
          </a:p>
        </p:txBody>
      </p:sp>
      <p:sp>
        <p:nvSpPr>
          <p:cNvPr id="19" name="Rectangle 18"/>
          <p:cNvSpPr/>
          <p:nvPr/>
        </p:nvSpPr>
        <p:spPr>
          <a:xfrm>
            <a:off x="3680503" y="1603066"/>
            <a:ext cx="47339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Procédure (Déroulement d’un essai)</a:t>
            </a:r>
            <a:endParaRPr lang="fr-FR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42" b="91420"/>
          <a:stretch/>
        </p:blipFill>
        <p:spPr>
          <a:xfrm>
            <a:off x="265619" y="2614386"/>
            <a:ext cx="11636036" cy="1318641"/>
          </a:xfrm>
          <a:prstGeom prst="rect">
            <a:avLst/>
          </a:prstGeom>
        </p:spPr>
      </p:pic>
      <p:sp>
        <p:nvSpPr>
          <p:cNvPr id="8" name="Rectangle à coins arrondis 7"/>
          <p:cNvSpPr/>
          <p:nvPr/>
        </p:nvSpPr>
        <p:spPr>
          <a:xfrm>
            <a:off x="3845716" y="4611516"/>
            <a:ext cx="4500567" cy="182962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Stimuli : 16 questions de culture générale </a:t>
            </a:r>
            <a:r>
              <a:rPr lang="fr-FR" sz="2400" dirty="0" smtClean="0"/>
              <a:t>d’une complexité normal à moyennement difficile (11 </a:t>
            </a:r>
            <a:r>
              <a:rPr lang="fr-FR" sz="2400" dirty="0"/>
              <a:t>neutres / 5 critiques).</a:t>
            </a:r>
          </a:p>
        </p:txBody>
      </p:sp>
    </p:spTree>
    <p:extLst>
      <p:ext uri="{BB962C8B-B14F-4D97-AF65-F5344CB8AC3E}">
        <p14:creationId xmlns:p14="http://schemas.microsoft.com/office/powerpoint/2010/main" val="3477904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" y="-288589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Protocole &amp; RGPD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8435052" y="1204947"/>
            <a:ext cx="3409481" cy="2815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/>
          <p:cNvSpPr/>
          <p:nvPr/>
        </p:nvSpPr>
        <p:spPr>
          <a:xfrm>
            <a:off x="265809" y="1175128"/>
            <a:ext cx="3628001" cy="53989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11589932" y="6441138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7</a:t>
            </a:fld>
            <a:endParaRPr lang="fr-FR" sz="2000" noProof="0" dirty="0"/>
          </a:p>
        </p:txBody>
      </p:sp>
      <p:sp>
        <p:nvSpPr>
          <p:cNvPr id="30" name="Rectangle à coins arrondis 29"/>
          <p:cNvSpPr/>
          <p:nvPr/>
        </p:nvSpPr>
        <p:spPr>
          <a:xfrm>
            <a:off x="8553078" y="2801777"/>
            <a:ext cx="3071072" cy="115900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dirty="0"/>
              <a:t>Éthique : Données 100% </a:t>
            </a:r>
            <a:r>
              <a:rPr lang="fr-FR" sz="2000" dirty="0" err="1"/>
              <a:t>anonymisées</a:t>
            </a:r>
            <a:r>
              <a:rPr lang="fr-FR" sz="2000" dirty="0"/>
              <a:t> (ex: "</a:t>
            </a:r>
            <a:r>
              <a:rPr lang="fr-FR" sz="2000" dirty="0" smtClean="0"/>
              <a:t>S8_1")</a:t>
            </a:r>
            <a:endParaRPr lang="fr-FR" sz="2000" dirty="0"/>
          </a:p>
        </p:txBody>
      </p:sp>
      <p:sp>
        <p:nvSpPr>
          <p:cNvPr id="18" name="Rectangle à coins arrondis 17"/>
          <p:cNvSpPr/>
          <p:nvPr/>
        </p:nvSpPr>
        <p:spPr>
          <a:xfrm>
            <a:off x="360916" y="1235445"/>
            <a:ext cx="3400977" cy="115813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r-FR" sz="2400" dirty="0" smtClean="0"/>
              <a:t>Méthode de recrutement :</a:t>
            </a:r>
            <a:endParaRPr lang="fr-FR" sz="2400" dirty="0"/>
          </a:p>
        </p:txBody>
      </p:sp>
      <p:sp>
        <p:nvSpPr>
          <p:cNvPr id="34" name="Rectangle à coins arrondis 33"/>
          <p:cNvSpPr/>
          <p:nvPr/>
        </p:nvSpPr>
        <p:spPr>
          <a:xfrm>
            <a:off x="353002" y="2782889"/>
            <a:ext cx="3414932" cy="78581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dirty="0"/>
              <a:t>Demande spontanée auprès </a:t>
            </a:r>
            <a:r>
              <a:rPr lang="fr-FR" sz="2000" dirty="0" smtClean="0"/>
              <a:t>d’étudiants</a:t>
            </a:r>
            <a:endParaRPr lang="fr-FR" sz="2000" dirty="0"/>
          </a:p>
        </p:txBody>
      </p:sp>
      <p:sp>
        <p:nvSpPr>
          <p:cNvPr id="35" name="Rectangle à coins arrondis 34"/>
          <p:cNvSpPr/>
          <p:nvPr/>
        </p:nvSpPr>
        <p:spPr>
          <a:xfrm>
            <a:off x="323464" y="3692456"/>
            <a:ext cx="3414932" cy="676364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dirty="0" smtClean="0"/>
              <a:t>Réseaux sociaux</a:t>
            </a:r>
            <a:endParaRPr lang="fr-FR" sz="2000" dirty="0"/>
          </a:p>
        </p:txBody>
      </p:sp>
      <p:sp>
        <p:nvSpPr>
          <p:cNvPr id="36" name="Rectangle à coins arrondis 35"/>
          <p:cNvSpPr/>
          <p:nvPr/>
        </p:nvSpPr>
        <p:spPr>
          <a:xfrm>
            <a:off x="372343" y="4435934"/>
            <a:ext cx="3414932" cy="80020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dirty="0"/>
              <a:t>E</a:t>
            </a:r>
            <a:r>
              <a:rPr lang="fr-FR" sz="2000" dirty="0" smtClean="0"/>
              <a:t>ntourage </a:t>
            </a:r>
            <a:r>
              <a:rPr lang="fr-FR" sz="2000" dirty="0"/>
              <a:t>universitaire</a:t>
            </a:r>
          </a:p>
        </p:txBody>
      </p:sp>
      <p:cxnSp>
        <p:nvCxnSpPr>
          <p:cNvPr id="40" name="Connecteur droit 39"/>
          <p:cNvCxnSpPr/>
          <p:nvPr/>
        </p:nvCxnSpPr>
        <p:spPr>
          <a:xfrm>
            <a:off x="589582" y="2582863"/>
            <a:ext cx="3024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9582" y="1401106"/>
            <a:ext cx="837007" cy="837007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389273" y="1235445"/>
            <a:ext cx="3628001" cy="43075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4" name="Connecteur droit 43"/>
          <p:cNvCxnSpPr/>
          <p:nvPr/>
        </p:nvCxnSpPr>
        <p:spPr>
          <a:xfrm>
            <a:off x="4691273" y="2582863"/>
            <a:ext cx="30240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" name="Rectangle à coins arrondis 21"/>
          <p:cNvSpPr/>
          <p:nvPr/>
        </p:nvSpPr>
        <p:spPr>
          <a:xfrm>
            <a:off x="4479275" y="1329098"/>
            <a:ext cx="3402669" cy="1064478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400" dirty="0" smtClean="0">
                <a:solidFill>
                  <a:schemeClr val="tx1"/>
                </a:solidFill>
              </a:rPr>
              <a:t>Critères </a:t>
            </a:r>
          </a:p>
          <a:p>
            <a:pPr algn="r"/>
            <a:r>
              <a:rPr lang="fr-FR" sz="2400" dirty="0" smtClean="0">
                <a:solidFill>
                  <a:schemeClr val="tx1"/>
                </a:solidFill>
              </a:rPr>
              <a:t>d’exclusion :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33" name="Rectangle à coins arrondis 32"/>
          <p:cNvSpPr/>
          <p:nvPr/>
        </p:nvSpPr>
        <p:spPr>
          <a:xfrm>
            <a:off x="4543233" y="4063174"/>
            <a:ext cx="3400850" cy="138197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dirty="0" smtClean="0"/>
              <a:t>Etudiant de 18 à 25 ans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dirty="0"/>
              <a:t>N=14 </a:t>
            </a:r>
            <a:r>
              <a:rPr lang="fr-FR" sz="2000" dirty="0" smtClean="0"/>
              <a:t>(7 dans le groupe experts </a:t>
            </a:r>
            <a:r>
              <a:rPr lang="fr-FR" sz="2000" dirty="0"/>
              <a:t>vs </a:t>
            </a:r>
            <a:r>
              <a:rPr lang="fr-FR" sz="2000" dirty="0" smtClean="0"/>
              <a:t>7 dans le groupe de novices</a:t>
            </a:r>
            <a:r>
              <a:rPr lang="fr-FR" sz="2000" dirty="0"/>
              <a:t>)</a:t>
            </a:r>
          </a:p>
        </p:txBody>
      </p:sp>
      <p:sp>
        <p:nvSpPr>
          <p:cNvPr id="45" name="Rectangle à coins arrondis 44"/>
          <p:cNvSpPr/>
          <p:nvPr/>
        </p:nvSpPr>
        <p:spPr>
          <a:xfrm>
            <a:off x="4557356" y="2782888"/>
            <a:ext cx="3328854" cy="1194562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dirty="0"/>
              <a:t>Participants avec petit/grand statut social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19819" y="1481528"/>
            <a:ext cx="837407" cy="837407"/>
          </a:xfrm>
          <a:prstGeom prst="rect">
            <a:avLst/>
          </a:prstGeom>
        </p:spPr>
      </p:pic>
      <p:cxnSp>
        <p:nvCxnSpPr>
          <p:cNvPr id="46" name="Connecteur droit 45"/>
          <p:cNvCxnSpPr/>
          <p:nvPr/>
        </p:nvCxnSpPr>
        <p:spPr>
          <a:xfrm>
            <a:off x="8600150" y="2582863"/>
            <a:ext cx="302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à coins arrondis 46"/>
          <p:cNvSpPr/>
          <p:nvPr/>
        </p:nvSpPr>
        <p:spPr>
          <a:xfrm>
            <a:off x="8512737" y="1329098"/>
            <a:ext cx="3233062" cy="106447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400" dirty="0" smtClean="0">
                <a:solidFill>
                  <a:schemeClr val="tx1"/>
                </a:solidFill>
              </a:rPr>
              <a:t>Normes </a:t>
            </a:r>
          </a:p>
          <a:p>
            <a:pPr algn="r"/>
            <a:r>
              <a:rPr lang="fr-FR" sz="2400" dirty="0" smtClean="0">
                <a:solidFill>
                  <a:schemeClr val="tx1"/>
                </a:solidFill>
              </a:rPr>
              <a:t>RGPD: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37066" y="1464010"/>
            <a:ext cx="833846" cy="833846"/>
          </a:xfrm>
          <a:prstGeom prst="rect">
            <a:avLst/>
          </a:prstGeom>
        </p:spPr>
      </p:pic>
      <p:sp>
        <p:nvSpPr>
          <p:cNvPr id="50" name="Rectangle à coins arrondis 49"/>
          <p:cNvSpPr/>
          <p:nvPr/>
        </p:nvSpPr>
        <p:spPr>
          <a:xfrm>
            <a:off x="346961" y="5365500"/>
            <a:ext cx="3414932" cy="1045678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fr-FR" sz="2000" dirty="0" smtClean="0"/>
              <a:t>Accompagnement physique du participant sans intervention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14029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" y="-288589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/>
              <a:t>OUTILS ET TECHNOLOGIES</a:t>
            </a:r>
            <a:endParaRPr lang="fr-FR" dirty="0">
              <a:latin typeface="Eras Bold ITC" panose="020B0907030504020204" pitchFamily="34" charset="0"/>
            </a:endParaRPr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9342" y="98148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11589932" y="6441138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8</a:t>
            </a:fld>
            <a:endParaRPr lang="fr-FR" sz="2000" noProof="0" dirty="0"/>
          </a:p>
        </p:txBody>
      </p:sp>
      <p:sp>
        <p:nvSpPr>
          <p:cNvPr id="7" name="Rectangle 6"/>
          <p:cNvSpPr/>
          <p:nvPr/>
        </p:nvSpPr>
        <p:spPr>
          <a:xfrm>
            <a:off x="230691" y="724342"/>
            <a:ext cx="37993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/>
              <a:t>Architecture et Détails Techniques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6515" y="1261591"/>
            <a:ext cx="36905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Matériel &amp; Développement 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293" y="1336675"/>
            <a:ext cx="4795455" cy="4241909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31897" y="2803392"/>
            <a:ext cx="3322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Réalisme </a:t>
            </a:r>
            <a:r>
              <a:rPr lang="fr-FR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Psychologique</a:t>
            </a:r>
            <a:endParaRPr lang="fr-FR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02795" y="3326468"/>
            <a:ext cx="61956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Illusion multijoueur : Génération de faux délais réseau (</a:t>
            </a:r>
            <a:r>
              <a:rPr lang="fr-FR" dirty="0" err="1"/>
              <a:t>Lag</a:t>
            </a:r>
            <a:r>
              <a:rPr lang="fr-FR" dirty="0"/>
              <a:t>/Ping dynamiques</a:t>
            </a:r>
            <a:r>
              <a:rPr lang="fr-FR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Lobby </a:t>
            </a:r>
            <a:r>
              <a:rPr lang="fr-FR" dirty="0"/>
              <a:t>asynchrone : Séquençage visuel pour ancrer le statut social (Variable Indépendante).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897" y="4671669"/>
            <a:ext cx="5071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Génération Algorithmique des « Bots 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0029" y="5168191"/>
            <a:ext cx="64454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Moteur physique : Courbes de Bézier quadratiques pour un mouvement fluide</a:t>
            </a:r>
            <a:r>
              <a:rPr lang="fr-FR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Scénarisation </a:t>
            </a:r>
            <a:r>
              <a:rPr lang="fr-FR" dirty="0"/>
              <a:t>(via JSON) : Simulation réaliste de la signature motrice humaine (attraction/hésitation).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166" y="168524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err="1"/>
              <a:t>Stack</a:t>
            </a:r>
            <a:r>
              <a:rPr lang="fr-FR" dirty="0"/>
              <a:t> "</a:t>
            </a:r>
            <a:r>
              <a:rPr lang="fr-FR" dirty="0" err="1"/>
              <a:t>Vanilla</a:t>
            </a:r>
            <a:r>
              <a:rPr lang="fr-FR" dirty="0"/>
              <a:t>" (JS/HTML/CSS) : Zéro </a:t>
            </a:r>
            <a:r>
              <a:rPr lang="fr-FR" dirty="0" err="1"/>
              <a:t>framework</a:t>
            </a:r>
            <a:r>
              <a:rPr lang="fr-FR" dirty="0"/>
              <a:t> pour garantir une latence système minimale </a:t>
            </a:r>
            <a:endParaRPr lang="fr-F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Déploiement </a:t>
            </a:r>
            <a:r>
              <a:rPr lang="fr-FR" dirty="0"/>
              <a:t>: Serveur dédié et restriction </a:t>
            </a:r>
            <a:r>
              <a:rPr lang="fr-FR" dirty="0" smtClean="0"/>
              <a:t>Desktop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3367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" y="-288589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/>
              <a:t>OUTILS ET TECHNOLOGIES</a:t>
            </a:r>
            <a:endParaRPr lang="fr-FR" dirty="0">
              <a:latin typeface="Eras Bold ITC" panose="020B0907030504020204" pitchFamily="34" charset="0"/>
            </a:endParaRPr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9342" y="98148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11589932" y="6441138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9</a:t>
            </a:fld>
            <a:endParaRPr lang="fr-FR" sz="2000" noProof="0" dirty="0"/>
          </a:p>
        </p:txBody>
      </p:sp>
      <p:sp>
        <p:nvSpPr>
          <p:cNvPr id="7" name="Rectangle 6"/>
          <p:cNvSpPr/>
          <p:nvPr/>
        </p:nvSpPr>
        <p:spPr>
          <a:xfrm>
            <a:off x="230691" y="724342"/>
            <a:ext cx="37655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/>
              <a:t>Structure des Données Recueillies</a:t>
            </a:r>
            <a:endParaRPr lang="fr-FR" sz="2000" dirty="0"/>
          </a:p>
        </p:txBody>
      </p:sp>
      <p:sp>
        <p:nvSpPr>
          <p:cNvPr id="30" name="Rectangle 29"/>
          <p:cNvSpPr/>
          <p:nvPr/>
        </p:nvSpPr>
        <p:spPr>
          <a:xfrm>
            <a:off x="286515" y="1261591"/>
            <a:ext cx="38888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Télémétrie et haute précision</a:t>
            </a:r>
            <a:endParaRPr lang="fr-FR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59693" y="2983063"/>
            <a:ext cx="26869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Pipeline &amp; stockage</a:t>
            </a:r>
            <a:endParaRPr lang="fr-FR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30591" y="3506139"/>
            <a:ext cx="61956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Format de collecte : Accumulation en temps réel dans un objet JSON structuré</a:t>
            </a:r>
            <a:r>
              <a:rPr lang="fr-FR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Export </a:t>
            </a:r>
            <a:r>
              <a:rPr lang="fr-FR" dirty="0"/>
              <a:t>&amp; Analyse : Conversion en CSV en fin de session, puis traitement via R </a:t>
            </a:r>
            <a:r>
              <a:rPr lang="fr-FR" dirty="0" smtClean="0"/>
              <a:t>et </a:t>
            </a:r>
            <a:r>
              <a:rPr lang="fr-FR" dirty="0"/>
              <a:t>Power BI.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9188" y="4746549"/>
            <a:ext cx="3360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Indicateurs cinématiques</a:t>
            </a:r>
            <a:endParaRPr lang="fr-FR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49188" y="5121860"/>
            <a:ext cx="64454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Métrique principale (MAD) : Maximum </a:t>
            </a:r>
            <a:r>
              <a:rPr lang="fr-FR" dirty="0" err="1"/>
              <a:t>Absolute</a:t>
            </a:r>
            <a:r>
              <a:rPr lang="fr-FR" dirty="0"/>
              <a:t> </a:t>
            </a:r>
            <a:r>
              <a:rPr lang="fr-FR" dirty="0" err="1"/>
              <a:t>Deviation</a:t>
            </a:r>
            <a:r>
              <a:rPr lang="fr-FR" dirty="0"/>
              <a:t> (calcul de l'écart maximal par rapport à la trajectoire idéale</a:t>
            </a:r>
            <a:r>
              <a:rPr lang="fr-FR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Marqueur </a:t>
            </a:r>
            <a:r>
              <a:rPr lang="fr-FR" dirty="0"/>
              <a:t>d'hésitation : Comptage des X-Flips (changements de direction).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166" y="1685248"/>
            <a:ext cx="7065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Échantillonnage : Capture de la souris à 60-100 Hz (toutes les 10-16 ms</a:t>
            </a:r>
            <a:r>
              <a:rPr lang="fr-FR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Données </a:t>
            </a:r>
            <a:r>
              <a:rPr lang="fr-FR" dirty="0"/>
              <a:t>brutes : Coordonnées cartésiennes </a:t>
            </a:r>
            <a:r>
              <a:rPr lang="fr-FR" dirty="0" smtClean="0"/>
              <a:t>(</a:t>
            </a:r>
            <a:r>
              <a:rPr lang="fr-FR" dirty="0"/>
              <a:t>X, Y</a:t>
            </a:r>
            <a:r>
              <a:rPr lang="fr-FR" dirty="0" smtClean="0"/>
              <a:t>), </a:t>
            </a:r>
            <a:r>
              <a:rPr lang="fr-FR" dirty="0"/>
              <a:t>type d'événement (clic/mouvement) et horodatage (</a:t>
            </a:r>
            <a:r>
              <a:rPr lang="fr-FR" dirty="0" err="1"/>
              <a:t>performance.now</a:t>
            </a:r>
            <a:r>
              <a:rPr lang="fr-FR" dirty="0"/>
              <a:t>()).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b="13999"/>
          <a:stretch/>
        </p:blipFill>
        <p:spPr>
          <a:xfrm>
            <a:off x="7820447" y="1037908"/>
            <a:ext cx="3750319" cy="282317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447" y="4061353"/>
            <a:ext cx="3742114" cy="183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26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" y="-288589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err="1" smtClean="0"/>
              <a:t>Demo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11589932" y="6441138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2000" noProof="0" smtClean="0"/>
              <a:pPr rtl="0"/>
              <a:t>10</a:t>
            </a:fld>
            <a:endParaRPr lang="fr-FR" sz="2000" noProof="0" dirty="0"/>
          </a:p>
        </p:txBody>
      </p:sp>
      <p:sp>
        <p:nvSpPr>
          <p:cNvPr id="16" name="Rectangle 15"/>
          <p:cNvSpPr/>
          <p:nvPr/>
        </p:nvSpPr>
        <p:spPr>
          <a:xfrm>
            <a:off x="3152587" y="388661"/>
            <a:ext cx="533650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Déroulé de la vidéo : 1 Essai </a:t>
            </a:r>
            <a:r>
              <a:rPr lang="fr-FR" dirty="0" smtClean="0"/>
              <a:t>Critique -&gt; </a:t>
            </a:r>
            <a:r>
              <a:rPr lang="fr-FR" dirty="0"/>
              <a:t>1 Essai </a:t>
            </a:r>
            <a:r>
              <a:rPr lang="fr-FR" dirty="0" smtClean="0"/>
              <a:t>Neutre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8968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723" y="218440"/>
            <a:ext cx="8843748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RÉSULTATS – Le conformisme (H1 &amp; H2)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48" y="1847154"/>
            <a:ext cx="6985436" cy="40163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93413" y="1847991"/>
            <a:ext cx="4310843" cy="38779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Effet massif du conformisme </a:t>
            </a:r>
            <a:r>
              <a:rPr lang="fr-FR" dirty="0" smtClean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Taux </a:t>
            </a:r>
            <a:r>
              <a:rPr lang="fr-FR" sz="1600" dirty="0"/>
              <a:t>d'erreur multiplié par </a:t>
            </a:r>
            <a:r>
              <a:rPr lang="fr-FR" sz="1600" b="1" dirty="0"/>
              <a:t>3</a:t>
            </a:r>
            <a:r>
              <a:rPr lang="fr-FR" sz="1600" dirty="0"/>
              <a:t> lors des essais critiques</a:t>
            </a:r>
            <a:r>
              <a:rPr lang="fr-FR" sz="1600" dirty="0" smtClean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Statistiques </a:t>
            </a:r>
            <a:r>
              <a:rPr lang="fr-FR" sz="1600" dirty="0"/>
              <a:t>: Effet principal du piège hautement significatif </a:t>
            </a:r>
            <a:r>
              <a:rPr lang="fr-FR" sz="1600" b="1" dirty="0" smtClean="0"/>
              <a:t>(p </a:t>
            </a:r>
            <a:r>
              <a:rPr lang="fr-FR" sz="1600" b="1" dirty="0"/>
              <a:t>&lt; </a:t>
            </a:r>
            <a:r>
              <a:rPr lang="fr-FR" sz="1600" b="1" dirty="0" smtClean="0"/>
              <a:t>0.001)</a:t>
            </a:r>
            <a:r>
              <a:rPr lang="fr-FR" sz="1600" dirty="0" smtClean="0"/>
              <a:t>.</a:t>
            </a:r>
          </a:p>
          <a:p>
            <a:pPr lvl="1"/>
            <a:endParaRPr lang="fr-FR" sz="1600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Influence </a:t>
            </a:r>
            <a:r>
              <a:rPr lang="fr-FR" dirty="0"/>
              <a:t>du statut (Autorité) </a:t>
            </a:r>
            <a:r>
              <a:rPr lang="fr-FR" dirty="0" smtClean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Pic </a:t>
            </a:r>
            <a:r>
              <a:rPr lang="fr-FR" sz="1600" dirty="0"/>
              <a:t>d'erreur à </a:t>
            </a:r>
            <a:r>
              <a:rPr lang="fr-FR" sz="1600" b="1" dirty="0"/>
              <a:t>74,3 % </a:t>
            </a:r>
            <a:r>
              <a:rPr lang="fr-FR" sz="1600" dirty="0"/>
              <a:t>face au groupe "Expert" (vs </a:t>
            </a:r>
            <a:r>
              <a:rPr lang="fr-FR" sz="1600" b="1" dirty="0" smtClean="0"/>
              <a:t>62,9 </a:t>
            </a:r>
            <a:r>
              <a:rPr lang="fr-FR" sz="1600" b="1" dirty="0"/>
              <a:t>% </a:t>
            </a:r>
            <a:r>
              <a:rPr lang="fr-FR" sz="1600" dirty="0"/>
              <a:t>face aux Novices</a:t>
            </a:r>
            <a:r>
              <a:rPr lang="fr-FR" sz="1600" dirty="0" smtClean="0"/>
              <a:t>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Statistiques </a:t>
            </a:r>
            <a:r>
              <a:rPr lang="fr-FR" sz="1600" dirty="0"/>
              <a:t>: Tendance descriptive forte (Interaction </a:t>
            </a:r>
            <a:r>
              <a:rPr lang="fr-FR" sz="1600" b="1" dirty="0" smtClean="0"/>
              <a:t>p </a:t>
            </a:r>
            <a:r>
              <a:rPr lang="fr-FR" sz="1600" b="1" dirty="0"/>
              <a:t>= </a:t>
            </a:r>
            <a:r>
              <a:rPr lang="fr-FR" sz="1600" b="1" dirty="0" smtClean="0"/>
              <a:t>0.26</a:t>
            </a:r>
            <a:r>
              <a:rPr lang="fr-FR" sz="1600" dirty="0" smtClean="0"/>
              <a:t>, </a:t>
            </a:r>
            <a:r>
              <a:rPr lang="fr-FR" sz="1600" dirty="0"/>
              <a:t>limitée par </a:t>
            </a:r>
            <a:r>
              <a:rPr lang="fr-FR" sz="1600" b="1" dirty="0" smtClean="0"/>
              <a:t>N=14</a:t>
            </a:r>
            <a:r>
              <a:rPr lang="fr-FR" sz="1600" dirty="0" smtClean="0"/>
              <a:t>).</a:t>
            </a:r>
          </a:p>
          <a:p>
            <a:pPr lvl="1"/>
            <a:endParaRPr lang="fr-FR" sz="1600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Mécanisme </a:t>
            </a:r>
            <a:r>
              <a:rPr lang="fr-FR" dirty="0"/>
              <a:t>de copie </a:t>
            </a:r>
            <a:r>
              <a:rPr lang="fr-FR" dirty="0" smtClean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b="1" dirty="0" smtClean="0"/>
              <a:t>65,4 </a:t>
            </a:r>
            <a:r>
              <a:rPr lang="fr-FR" sz="1600" b="1" dirty="0"/>
              <a:t>% </a:t>
            </a:r>
            <a:r>
              <a:rPr lang="fr-FR" sz="1600" dirty="0"/>
              <a:t>des erreurs sont des copies conformes du choix des bots.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99849" y="6485553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11</a:t>
            </a:r>
            <a:endParaRPr lang="fr-FR" dirty="0"/>
          </a:p>
        </p:txBody>
      </p:sp>
      <p:sp>
        <p:nvSpPr>
          <p:cNvPr id="18" name="Rectangle 17"/>
          <p:cNvSpPr/>
          <p:nvPr/>
        </p:nvSpPr>
        <p:spPr>
          <a:xfrm>
            <a:off x="74305" y="6137682"/>
            <a:ext cx="1086078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/>
              <a:t>Conformisme</a:t>
            </a:r>
            <a:r>
              <a:rPr lang="fr-FR" dirty="0"/>
              <a:t> : </a:t>
            </a:r>
            <a:r>
              <a:rPr lang="fr-FR" dirty="0" smtClean="0"/>
              <a:t>Modification </a:t>
            </a:r>
            <a:r>
              <a:rPr lang="fr-FR" dirty="0"/>
              <a:t>du comportement ou de la croyance pour s'aligner sur le </a:t>
            </a:r>
            <a:r>
              <a:rPr lang="fr-FR" dirty="0" smtClean="0"/>
              <a:t>groupe.</a:t>
            </a:r>
          </a:p>
          <a:p>
            <a:r>
              <a:rPr lang="fr-FR" b="1" dirty="0" smtClean="0"/>
              <a:t>Biais </a:t>
            </a:r>
            <a:r>
              <a:rPr lang="fr-FR" b="1" dirty="0"/>
              <a:t>d'Autorité </a:t>
            </a:r>
            <a:r>
              <a:rPr lang="fr-FR" dirty="0"/>
              <a:t>: </a:t>
            </a:r>
            <a:r>
              <a:rPr lang="fr-FR" dirty="0" smtClean="0"/>
              <a:t>Tendance </a:t>
            </a:r>
            <a:r>
              <a:rPr lang="fr-FR" dirty="0"/>
              <a:t>à accorder une valeur supérieure au jugement d'une personne perçue comme experte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7946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723" y="218440"/>
            <a:ext cx="8843748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RÉSULTATS - </a:t>
            </a:r>
            <a:r>
              <a:rPr lang="fr-FR" dirty="0"/>
              <a:t>Métacognition </a:t>
            </a:r>
            <a:r>
              <a:rPr lang="fr-FR" dirty="0" smtClean="0"/>
              <a:t>(H3)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44" y="1849773"/>
            <a:ext cx="6687528" cy="381311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558488" y="1849773"/>
            <a:ext cx="4310843" cy="38472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Stabilité de la confiance initiale </a:t>
            </a:r>
            <a:r>
              <a:rPr lang="fr-FR" dirty="0" smtClean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L'étiquette </a:t>
            </a:r>
            <a:r>
              <a:rPr lang="fr-FR" sz="1600" dirty="0"/>
              <a:t>"Expert" n'impacte pas significativement la mise initiale (Confiance </a:t>
            </a:r>
            <a:r>
              <a:rPr lang="fr-FR" sz="1600" dirty="0" smtClean="0"/>
              <a:t>a peu près </a:t>
            </a:r>
            <a:r>
              <a:rPr lang="fr-FR" sz="1600" b="1" dirty="0" smtClean="0"/>
              <a:t>3.5/5).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Statistiques </a:t>
            </a:r>
            <a:r>
              <a:rPr lang="fr-FR" sz="1600" dirty="0"/>
              <a:t>: ANOVA non significative </a:t>
            </a:r>
            <a:r>
              <a:rPr lang="fr-FR" sz="1600" dirty="0" smtClean="0"/>
              <a:t>(</a:t>
            </a:r>
            <a:r>
              <a:rPr lang="fr-FR" sz="1600" b="1" dirty="0" smtClean="0"/>
              <a:t>p </a:t>
            </a:r>
            <a:r>
              <a:rPr lang="fr-FR" sz="1600" b="1" dirty="0"/>
              <a:t>= </a:t>
            </a:r>
            <a:r>
              <a:rPr lang="fr-FR" sz="1600" b="1" dirty="0" smtClean="0"/>
              <a:t>0.86</a:t>
            </a:r>
            <a:r>
              <a:rPr lang="fr-FR" sz="1600" dirty="0" smtClean="0"/>
              <a:t>).</a:t>
            </a:r>
          </a:p>
          <a:p>
            <a:pPr lvl="1"/>
            <a:endParaRPr lang="fr-FR" sz="1600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Lien </a:t>
            </a:r>
            <a:r>
              <a:rPr lang="fr-FR" dirty="0"/>
              <a:t>Psychologie / Action </a:t>
            </a:r>
            <a:r>
              <a:rPr lang="fr-FR" dirty="0" smtClean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Plus </a:t>
            </a:r>
            <a:r>
              <a:rPr lang="fr-FR" sz="1600" dirty="0"/>
              <a:t>la confiance baisse, plus le temps de réaction s'allonge</a:t>
            </a:r>
            <a:r>
              <a:rPr lang="fr-FR" sz="1600" dirty="0" smtClean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Statistiques </a:t>
            </a:r>
            <a:r>
              <a:rPr lang="fr-FR" sz="1600" dirty="0"/>
              <a:t>: Corrélation de Pearson </a:t>
            </a:r>
            <a:r>
              <a:rPr lang="fr-FR" sz="1600" dirty="0" smtClean="0"/>
              <a:t>(</a:t>
            </a:r>
            <a:r>
              <a:rPr lang="fr-FR" sz="1600" b="1" dirty="0" smtClean="0"/>
              <a:t>r </a:t>
            </a:r>
            <a:r>
              <a:rPr lang="fr-FR" sz="1600" b="1" dirty="0"/>
              <a:t>= -</a:t>
            </a:r>
            <a:r>
              <a:rPr lang="fr-FR" sz="1600" b="1" dirty="0" smtClean="0"/>
              <a:t>0.11</a:t>
            </a:r>
            <a:r>
              <a:rPr lang="fr-FR" sz="1600" dirty="0" smtClean="0"/>
              <a:t>) </a:t>
            </a:r>
            <a:r>
              <a:rPr lang="fr-FR" sz="1600" dirty="0"/>
              <a:t>approchant la significativité </a:t>
            </a:r>
            <a:r>
              <a:rPr lang="fr-FR" sz="1600" dirty="0" smtClean="0"/>
              <a:t>(</a:t>
            </a:r>
            <a:r>
              <a:rPr lang="fr-FR" sz="1600" b="1" dirty="0" smtClean="0"/>
              <a:t>p </a:t>
            </a:r>
            <a:r>
              <a:rPr lang="fr-FR" sz="1600" b="1" dirty="0"/>
              <a:t>= </a:t>
            </a:r>
            <a:r>
              <a:rPr lang="fr-FR" sz="1600" b="1" dirty="0" smtClean="0"/>
              <a:t>0.07</a:t>
            </a:r>
            <a:r>
              <a:rPr lang="fr-FR" sz="1600" dirty="0" smtClean="0"/>
              <a:t>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Conclusion </a:t>
            </a:r>
            <a:r>
              <a:rPr lang="fr-FR" sz="1600" dirty="0"/>
              <a:t>: Le doute métacognitif prédit l'hésitation motrice.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99849" y="648866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12</a:t>
            </a:r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143590" y="6384249"/>
            <a:ext cx="111308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/>
              <a:t>Métacognition :</a:t>
            </a:r>
            <a:r>
              <a:rPr lang="fr-FR" dirty="0"/>
              <a:t> </a:t>
            </a:r>
            <a:r>
              <a:rPr lang="fr-FR" dirty="0" smtClean="0"/>
              <a:t>Capacité </a:t>
            </a:r>
            <a:r>
              <a:rPr lang="fr-FR" dirty="0"/>
              <a:t>à évaluer ses propres processus cognitifs (ici, le degré de certitude sur sa propre réponse).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8903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25" y="61120"/>
            <a:ext cx="8843748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RÉSULTATS - Conflit </a:t>
            </a:r>
            <a:r>
              <a:rPr lang="fr-FR" dirty="0"/>
              <a:t>Moteur </a:t>
            </a:r>
            <a:r>
              <a:rPr lang="fr-FR" dirty="0" smtClean="0"/>
              <a:t>(H4</a:t>
            </a:r>
            <a:r>
              <a:rPr lang="fr-FR" dirty="0"/>
              <a:t>)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93" y="1647568"/>
            <a:ext cx="6988628" cy="404765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593413" y="1643635"/>
            <a:ext cx="4310843" cy="43704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/>
              <a:t>Absence de conflit spatial (MAD) </a:t>
            </a:r>
            <a:r>
              <a:rPr lang="fr-FR" dirty="0" smtClean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1600" dirty="0" smtClean="0"/>
              <a:t>La </a:t>
            </a:r>
            <a:r>
              <a:rPr lang="fr-FR" sz="1600" dirty="0"/>
              <a:t>trajectoire de la souris reste droite, même en cas de résistance</a:t>
            </a:r>
            <a:r>
              <a:rPr lang="fr-FR" sz="1600" dirty="0" smtClean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1600" dirty="0" smtClean="0"/>
              <a:t>Statistiques </a:t>
            </a:r>
            <a:r>
              <a:rPr lang="fr-FR" sz="1600" dirty="0"/>
              <a:t>: Pas d'effet significatif sur la déviation maximale </a:t>
            </a:r>
            <a:r>
              <a:rPr lang="fr-FR" sz="1600" dirty="0" smtClean="0"/>
              <a:t>(</a:t>
            </a:r>
            <a:r>
              <a:rPr lang="fr-FR" sz="1600" b="1" dirty="0" smtClean="0"/>
              <a:t>p </a:t>
            </a:r>
            <a:r>
              <a:rPr lang="fr-FR" sz="1600" b="1" dirty="0"/>
              <a:t>= </a:t>
            </a:r>
            <a:r>
              <a:rPr lang="fr-FR" sz="1600" b="1" dirty="0" smtClean="0"/>
              <a:t>0.15</a:t>
            </a:r>
            <a:r>
              <a:rPr lang="fr-FR" sz="1600" dirty="0" smtClean="0"/>
              <a:t>).</a:t>
            </a:r>
          </a:p>
          <a:p>
            <a:pPr lvl="1"/>
            <a:endParaRPr lang="fr-FR" sz="1600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Le </a:t>
            </a:r>
            <a:r>
              <a:rPr lang="fr-FR" dirty="0"/>
              <a:t>"Gel Cognitif" (Temps) </a:t>
            </a:r>
            <a:r>
              <a:rPr lang="fr-FR" dirty="0" smtClean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Temps </a:t>
            </a:r>
            <a:r>
              <a:rPr lang="fr-FR" sz="1600" dirty="0"/>
              <a:t>de réaction doublé pour résister à l'autorité : +</a:t>
            </a:r>
            <a:r>
              <a:rPr lang="fr-FR" sz="1600" b="1" dirty="0"/>
              <a:t>3,8</a:t>
            </a:r>
            <a:r>
              <a:rPr lang="fr-FR" sz="1600" dirty="0"/>
              <a:t> secondes</a:t>
            </a:r>
            <a:r>
              <a:rPr lang="fr-FR" sz="1600" dirty="0" smtClean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Statistiques </a:t>
            </a:r>
            <a:r>
              <a:rPr lang="fr-FR" sz="1600" dirty="0"/>
              <a:t>: Différence approchant la significativité </a:t>
            </a:r>
            <a:r>
              <a:rPr lang="fr-FR" sz="1600" dirty="0" smtClean="0"/>
              <a:t>(</a:t>
            </a:r>
            <a:r>
              <a:rPr lang="fr-FR" sz="1600" b="1" dirty="0" smtClean="0"/>
              <a:t>p </a:t>
            </a:r>
            <a:r>
              <a:rPr lang="fr-FR" sz="1600" b="1" dirty="0"/>
              <a:t>= </a:t>
            </a:r>
            <a:r>
              <a:rPr lang="fr-FR" sz="1600" b="1" dirty="0" smtClean="0"/>
              <a:t>0.09</a:t>
            </a:r>
            <a:r>
              <a:rPr lang="fr-FR" sz="1600" dirty="0" smtClean="0"/>
              <a:t>).</a:t>
            </a:r>
          </a:p>
          <a:p>
            <a:pPr lvl="1"/>
            <a:endParaRPr lang="fr-FR" sz="1600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 smtClean="0"/>
              <a:t>Interprétation 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1600" dirty="0" smtClean="0"/>
              <a:t>La résistance </a:t>
            </a:r>
            <a:r>
              <a:rPr lang="fr-FR" sz="1600" dirty="0"/>
              <a:t>à l'autorité provoque une paralysie temporelle avant le mouvement, plutôt qu'une hésitation physique pendant le trajet.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21138" y="6506186"/>
            <a:ext cx="387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13</a:t>
            </a:r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175584" y="6134566"/>
            <a:ext cx="1033048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b="1" dirty="0"/>
              <a:t>Gel Cognitif :</a:t>
            </a:r>
            <a:r>
              <a:rPr lang="fr-FR" dirty="0"/>
              <a:t> </a:t>
            </a:r>
            <a:r>
              <a:rPr lang="fr-FR" dirty="0" smtClean="0"/>
              <a:t>Phénomène </a:t>
            </a:r>
            <a:r>
              <a:rPr lang="fr-FR" dirty="0"/>
              <a:t>de paralysie temporelle observé lors d'un conflit entre une conviction personnelle et une pression sociale externe.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7720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" y="-48417"/>
            <a:ext cx="8843748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Discussion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821138" y="6506186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14</a:t>
            </a:r>
            <a:endParaRPr lang="fr-FR" dirty="0"/>
          </a:p>
        </p:txBody>
      </p:sp>
      <p:graphicFrame>
        <p:nvGraphicFramePr>
          <p:cNvPr id="17" name="Diagramme 16"/>
          <p:cNvGraphicFramePr/>
          <p:nvPr>
            <p:extLst>
              <p:ext uri="{D42A27DB-BD31-4B8C-83A1-F6EECF244321}">
                <p14:modId xmlns:p14="http://schemas.microsoft.com/office/powerpoint/2010/main" val="535720890"/>
              </p:ext>
            </p:extLst>
          </p:nvPr>
        </p:nvGraphicFramePr>
        <p:xfrm>
          <a:off x="1631055" y="1439969"/>
          <a:ext cx="9323587" cy="5066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82567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00" y="-147902"/>
            <a:ext cx="8843748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Limites &amp; Biais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1600891" y="6492875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1800" noProof="0" smtClean="0"/>
              <a:pPr rtl="0"/>
              <a:t>15</a:t>
            </a:fld>
            <a:endParaRPr lang="fr-FR" sz="1800" noProof="0" dirty="0"/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2378186380"/>
              </p:ext>
            </p:extLst>
          </p:nvPr>
        </p:nvGraphicFramePr>
        <p:xfrm>
          <a:off x="1047425" y="894577"/>
          <a:ext cx="10513524" cy="5198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05389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9" y="-361155"/>
            <a:ext cx="8843748" cy="1752599"/>
          </a:xfrm>
        </p:spPr>
        <p:txBody>
          <a:bodyPr rtlCol="0">
            <a:normAutofit/>
          </a:bodyPr>
          <a:lstStyle/>
          <a:p>
            <a:pPr algn="l"/>
            <a:r>
              <a:rPr lang="fr-FR" dirty="0" smtClean="0"/>
              <a:t>Conclusion et Perspectives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1600891" y="6492875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1800" noProof="0" smtClean="0"/>
              <a:pPr rtl="0"/>
              <a:t>16</a:t>
            </a:fld>
            <a:endParaRPr lang="fr-FR" sz="1800" noProof="0" dirty="0"/>
          </a:p>
        </p:txBody>
      </p:sp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3717587780"/>
              </p:ext>
            </p:extLst>
          </p:nvPr>
        </p:nvGraphicFramePr>
        <p:xfrm>
          <a:off x="591333" y="1266356"/>
          <a:ext cx="11211026" cy="5226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29696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 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orme libre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orme libre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orme libre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orme libre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orme libre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orme libre 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169" y="2246175"/>
            <a:ext cx="8843748" cy="1752599"/>
          </a:xfrm>
        </p:spPr>
        <p:txBody>
          <a:bodyPr rtlCol="0">
            <a:normAutofit/>
          </a:bodyPr>
          <a:lstStyle/>
          <a:p>
            <a:r>
              <a:rPr lang="fr-FR" dirty="0" smtClean="0"/>
              <a:t>Merci, avez-vous des questions ?</a:t>
            </a:r>
            <a:endParaRPr lang="fr-FR" dirty="0">
              <a:latin typeface="Eras Bold ITC" panose="020B09070305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098211" y="-17518"/>
            <a:ext cx="1093788" cy="734767"/>
          </a:xfrm>
          <a:prstGeom prst="rect">
            <a:avLst/>
          </a:prstGeom>
          <a:solidFill>
            <a:schemeClr val="accent1">
              <a:alpha val="40000"/>
            </a:schemeClr>
          </a:solidFill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endParaRPr lang="fr-FR" dirty="0"/>
          </a:p>
        </p:txBody>
      </p:sp>
      <p:pic>
        <p:nvPicPr>
          <p:cNvPr id="32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211" y="86479"/>
            <a:ext cx="985042" cy="60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1600891" y="6492875"/>
            <a:ext cx="551167" cy="365125"/>
          </a:xfrm>
        </p:spPr>
        <p:txBody>
          <a:bodyPr/>
          <a:lstStyle/>
          <a:p>
            <a:pPr rtl="0"/>
            <a:fld id="{D57F1E4F-1CFF-5643-939E-217C01CDF565}" type="slidenum">
              <a:rPr lang="fr-FR" sz="1800" noProof="0" smtClean="0"/>
              <a:pPr rtl="0"/>
              <a:t>17</a:t>
            </a:fld>
            <a:endParaRPr lang="fr-FR" sz="1800" noProof="0" dirty="0"/>
          </a:p>
        </p:txBody>
      </p:sp>
    </p:spTree>
    <p:extLst>
      <p:ext uri="{BB962C8B-B14F-4D97-AF65-F5344CB8AC3E}">
        <p14:creationId xmlns:p14="http://schemas.microsoft.com/office/powerpoint/2010/main" val="3697408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Sillage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acé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015_TF22644756.potx" id="{007C5E96-82F4-498B-BDA2-7F2F91590ACD}" vid="{B119A88B-9E34-4DF3-9DFF-80B39E805AE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Parallaxe</Template>
  <TotalTime>0</TotalTime>
  <Words>1319</Words>
  <Application>Microsoft Office PowerPoint</Application>
  <PresentationFormat>Grand écran</PresentationFormat>
  <Paragraphs>186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Corbel</vt:lpstr>
      <vt:lpstr>Eras Bold ITC</vt:lpstr>
      <vt:lpstr>Wingdings</vt:lpstr>
      <vt:lpstr>Parallaxe</vt:lpstr>
      <vt:lpstr>L'AUTORITÉ DU CURSEUR</vt:lpstr>
      <vt:lpstr>Sommaire</vt:lpstr>
      <vt:lpstr>CONTEXTE SCIENTIFIQUE ET OBJECTIFS </vt:lpstr>
      <vt:lpstr>VARIABLES</vt:lpstr>
      <vt:lpstr>HYPOTHÈSES</vt:lpstr>
      <vt:lpstr>Protocole &amp; RGPD</vt:lpstr>
      <vt:lpstr>Protocole &amp; RGPD</vt:lpstr>
      <vt:lpstr>OUTILS ET TECHNOLOGIES</vt:lpstr>
      <vt:lpstr>OUTILS ET TECHNOLOGIES</vt:lpstr>
      <vt:lpstr>Demo</vt:lpstr>
      <vt:lpstr>RÉSULTATS – Le conformisme (H1 &amp; H2)</vt:lpstr>
      <vt:lpstr>RÉSULTATS - Métacognition (H3)</vt:lpstr>
      <vt:lpstr>RÉSULTATS - Conflit Moteur (H4)</vt:lpstr>
      <vt:lpstr>Discussion</vt:lpstr>
      <vt:lpstr>Limites &amp; Biais</vt:lpstr>
      <vt:lpstr>Conclusion et Perspectives</vt:lpstr>
      <vt:lpstr>Merci, avez-vous des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2026-02-07T12:19:11Z</dcterms:created>
  <dcterms:modified xsi:type="dcterms:W3CDTF">2026-04-26T09:48:58Z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